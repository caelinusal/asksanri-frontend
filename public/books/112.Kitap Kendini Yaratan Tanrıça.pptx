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22" r:id="rId3"/>
    <p:sldId id="323" r:id="rId4"/>
    <p:sldId id="324" r:id="rId5"/>
    <p:sldId id="325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4" r:id="rId43"/>
    <p:sldId id="293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26" r:id="rId54"/>
    <p:sldId id="327" r:id="rId55"/>
    <p:sldId id="328" r:id="rId56"/>
    <p:sldId id="329" r:id="rId57"/>
    <p:sldId id="304" r:id="rId58"/>
    <p:sldId id="305" r:id="rId59"/>
    <p:sldId id="306" r:id="rId60"/>
    <p:sldId id="307" r:id="rId61"/>
    <p:sldId id="308" r:id="rId62"/>
    <p:sldId id="309" r:id="rId63"/>
    <p:sldId id="310" r:id="rId64"/>
    <p:sldId id="311" r:id="rId65"/>
    <p:sldId id="312" r:id="rId66"/>
    <p:sldId id="313" r:id="rId67"/>
    <p:sldId id="314" r:id="rId68"/>
    <p:sldId id="315" r:id="rId69"/>
    <p:sldId id="316" r:id="rId70"/>
    <p:sldId id="317" r:id="rId71"/>
    <p:sldId id="318" r:id="rId72"/>
    <p:sldId id="319" r:id="rId73"/>
    <p:sldId id="320" r:id="rId74"/>
    <p:sldId id="321" r:id="rId75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844280-103D-2398-1738-92B679AFA3FC}" v="1" dt="2025-03-29T08:45:47.0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heme" Target="theme/theme1.xml"/><Relationship Id="rId8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eline river" userId="9ba4a417bf901946" providerId="LiveId" clId="{5D9F9AC9-F01A-9942-8E02-86FF22FCD3E0}"/>
    <pc:docChg chg="modSld">
      <pc:chgData name="celine river" userId="9ba4a417bf901946" providerId="LiveId" clId="{5D9F9AC9-F01A-9942-8E02-86FF22FCD3E0}" dt="2025-03-29T05:53:58.346" v="36" actId="14100"/>
      <pc:docMkLst>
        <pc:docMk/>
      </pc:docMkLst>
      <pc:sldChg chg="addSp modSp">
        <pc:chgData name="celine river" userId="9ba4a417bf901946" providerId="LiveId" clId="{5D9F9AC9-F01A-9942-8E02-86FF22FCD3E0}" dt="2025-03-29T05:53:58.346" v="36" actId="14100"/>
        <pc:sldMkLst>
          <pc:docMk/>
          <pc:sldMk cId="1501750013" sldId="256"/>
        </pc:sldMkLst>
        <pc:picChg chg="add mod">
          <ac:chgData name="celine river" userId="9ba4a417bf901946" providerId="LiveId" clId="{5D9F9AC9-F01A-9942-8E02-86FF22FCD3E0}" dt="2025-03-29T05:53:58.346" v="36" actId="14100"/>
          <ac:picMkLst>
            <pc:docMk/>
            <pc:sldMk cId="1501750013" sldId="256"/>
            <ac:picMk id="4" creationId="{E8104D63-02F2-3CF3-0F64-84849564F1C1}"/>
          </ac:picMkLst>
        </pc:picChg>
      </pc:sldChg>
    </pc:docChg>
  </pc:docChgLst>
  <pc:docChgLst>
    <pc:chgData name="Konuk Kullanıcı" providerId="Windows Live" clId="Web-{42844280-103D-2398-1738-92B679AFA3FC}"/>
    <pc:docChg chg="modSld">
      <pc:chgData name="Konuk Kullanıcı" userId="" providerId="Windows Live" clId="Web-{42844280-103D-2398-1738-92B679AFA3FC}" dt="2025-03-29T08:45:47.016" v="0" actId="14100"/>
      <pc:docMkLst>
        <pc:docMk/>
      </pc:docMkLst>
      <pc:sldChg chg="modSp">
        <pc:chgData name="Konuk Kullanıcı" userId="" providerId="Windows Live" clId="Web-{42844280-103D-2398-1738-92B679AFA3FC}" dt="2025-03-29T08:45:47.016" v="0" actId="14100"/>
        <pc:sldMkLst>
          <pc:docMk/>
          <pc:sldMk cId="4123539266" sldId="293"/>
        </pc:sldMkLst>
        <pc:spChg chg="mod">
          <ac:chgData name="Konuk Kullanıcı" userId="" providerId="Windows Live" clId="Web-{42844280-103D-2398-1738-92B679AFA3FC}" dt="2025-03-29T08:45:47.016" v="0" actId="14100"/>
          <ac:spMkLst>
            <pc:docMk/>
            <pc:sldMk cId="4123539266" sldId="293"/>
            <ac:spMk id="2" creationId="{11C98429-46B0-298D-E15F-7AB4EF7F859F}"/>
          </ac:spMkLst>
        </pc:spChg>
      </pc:sldChg>
    </pc:docChg>
  </pc:docChgLst>
  <pc:docChgLst>
    <pc:chgData name="celine river" userId="9ba4a417bf901946" providerId="LiveId" clId="{E6AD6FDF-1091-E747-903C-4382B68A402F}"/>
    <pc:docChg chg="modSld">
      <pc:chgData name="celine river" userId="9ba4a417bf901946" providerId="LiveId" clId="{E6AD6FDF-1091-E747-903C-4382B68A402F}" dt="2025-03-29T06:20:37.971" v="11" actId="14100"/>
      <pc:docMkLst>
        <pc:docMk/>
      </pc:docMkLst>
      <pc:sldChg chg="addSp delSp modSp">
        <pc:chgData name="celine river" userId="9ba4a417bf901946" providerId="LiveId" clId="{E6AD6FDF-1091-E747-903C-4382B68A402F}" dt="2025-03-29T06:20:37.971" v="11" actId="14100"/>
        <pc:sldMkLst>
          <pc:docMk/>
          <pc:sldMk cId="718625965" sldId="321"/>
        </pc:sldMkLst>
        <pc:spChg chg="del">
          <ac:chgData name="celine river" userId="9ba4a417bf901946" providerId="LiveId" clId="{E6AD6FDF-1091-E747-903C-4382B68A402F}" dt="2025-03-29T06:20:03.653" v="0" actId="931"/>
          <ac:spMkLst>
            <pc:docMk/>
            <pc:sldMk cId="718625965" sldId="321"/>
            <ac:spMk id="3" creationId="{E1CC807A-36DC-2192-68FA-A5232C421F95}"/>
          </ac:spMkLst>
        </pc:spChg>
        <pc:picChg chg="add mod ord">
          <ac:chgData name="celine river" userId="9ba4a417bf901946" providerId="LiveId" clId="{E6AD6FDF-1091-E747-903C-4382B68A402F}" dt="2025-03-29T06:20:37.971" v="11" actId="14100"/>
          <ac:picMkLst>
            <pc:docMk/>
            <pc:sldMk cId="718625965" sldId="321"/>
            <ac:picMk id="4" creationId="{914FA63D-3E16-2573-65AE-F09F316BAEE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932260E-032A-DC49-968E-B6AE1EA9F3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40232AB6-55A8-26D3-403C-1E9C95962C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65D806A0-8903-5EB5-4403-6F87CF811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3D2EC-509D-AE4F-AB76-4BAFB7B40105}" type="datetimeFigureOut">
              <a:rPr lang="tr-TR" smtClean="0"/>
              <a:t>29.03.2025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13B40F43-3F3A-760E-D27B-01B9F4369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C61E391F-0465-950B-6116-C79BE32EA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2E3E3-1C9B-7047-81CD-8E9B1CA6A9A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11528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F799E80-9582-4B69-C200-27EA577EA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14F3DE7-C418-D44B-012B-F40535815B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BE3B8AC0-2AAE-646B-6BB0-33F1B869D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3D2EC-509D-AE4F-AB76-4BAFB7B40105}" type="datetimeFigureOut">
              <a:rPr lang="tr-TR" smtClean="0"/>
              <a:t>29.03.2025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C0A2572D-EB3B-3005-3A35-268335E4C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9C03457E-06F3-5860-44B0-D13F9C0A1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2E3E3-1C9B-7047-81CD-8E9B1CA6A9A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82075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DA97DC9-C7D6-4FE4-8B5E-0996B911F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1B428E71-E8DE-9B3D-B028-1D44EA5EA9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EFF5E947-6B74-B260-51B4-A22DC2FE8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3D2EC-509D-AE4F-AB76-4BAFB7B40105}" type="datetimeFigureOut">
              <a:rPr lang="tr-TR" smtClean="0"/>
              <a:t>29.03.2025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EE73E583-E473-D244-2B6E-6BA3DC59D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3B0819A1-D848-6B34-D964-1F228F2CB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2E3E3-1C9B-7047-81CD-8E9B1CA6A9A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2394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75BCBF8-9B9A-FABA-AD6A-14225E4B0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CEDA340-F755-842C-81B9-D02583B0A0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8BFD768C-C651-6256-6333-C42D8A5728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4B71325B-0DF9-97F3-241C-C83627BCA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3D2EC-509D-AE4F-AB76-4BAFB7B40105}" type="datetimeFigureOut">
              <a:rPr lang="tr-TR" smtClean="0"/>
              <a:t>29.03.2025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C3B650EF-DDFC-C56F-277A-37D68FCE3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A0D63E4D-C132-1D64-CFA1-728980CC4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2E3E3-1C9B-7047-81CD-8E9B1CA6A9A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72021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576EE2D-207B-E9EE-F33B-A26619BEA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E1D8B7C8-29E4-D317-7E41-90F9D7B48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1386AA13-E792-7423-165D-1B69FFA53B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665DF7D3-B1B9-874A-43FB-885812E2B7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604E879B-5709-4346-5D0A-80E7782C7A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91BF3D48-5F05-96BF-0BA5-983466266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3D2EC-509D-AE4F-AB76-4BAFB7B40105}" type="datetimeFigureOut">
              <a:rPr lang="tr-TR" smtClean="0"/>
              <a:t>29.03.2025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E742BF0D-BF36-0AE5-87AD-2F6F66537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9519553D-1556-6BE5-AEC6-4A45FD652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2E3E3-1C9B-7047-81CD-8E9B1CA6A9A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11732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71EA3BA-7453-7754-62B9-F4E86E0C7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188FE939-C0DA-24DB-8A8C-FB401BB33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3D2EC-509D-AE4F-AB76-4BAFB7B40105}" type="datetimeFigureOut">
              <a:rPr lang="tr-TR" smtClean="0"/>
              <a:t>29.03.2025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9A7FF009-27C1-E17F-B43B-D00008E5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07028163-7EE5-E53B-8E63-4C8CDCACF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2E3E3-1C9B-7047-81CD-8E9B1CA6A9A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0149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9AFB7097-F377-1B1F-704E-7133E52C2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3D2EC-509D-AE4F-AB76-4BAFB7B40105}" type="datetimeFigureOut">
              <a:rPr lang="tr-TR" smtClean="0"/>
              <a:t>29.03.2025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BCCB8790-D166-E145-0746-29E7E2542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19C9B80F-6EBD-ACAB-D499-89FD1FC81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2E3E3-1C9B-7047-81CD-8E9B1CA6A9A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41441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1C4F23E-6D35-D871-C0A8-B447D88F5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07C1B89-4BCC-7FFD-8772-23826B7109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443F6D5E-084F-9AD4-F591-3E6E9D0323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EF0F49FB-B598-FFB7-F5DB-09B7E0178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3D2EC-509D-AE4F-AB76-4BAFB7B40105}" type="datetimeFigureOut">
              <a:rPr lang="tr-TR" smtClean="0"/>
              <a:t>29.03.2025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5B4C007F-A23F-AA74-75CD-82AE17E54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204C0DCD-2C7A-7B25-A3B0-8249B977D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2E3E3-1C9B-7047-81CD-8E9B1CA6A9A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64109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AA4BEE4-4C38-FCB0-A633-42128F64F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A61FA2CC-4198-4AF1-B926-58F9151E84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B457E7BF-4D03-26BA-D6E3-81730F02A3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4E1EC28E-6478-CEFD-10BE-4E3521B7A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3D2EC-509D-AE4F-AB76-4BAFB7B40105}" type="datetimeFigureOut">
              <a:rPr lang="tr-TR" smtClean="0"/>
              <a:t>29.03.2025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78B23D7D-E65A-23F6-B3B1-84DA5470C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D72A9DBF-F7D5-13B6-D4B6-02F797C16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2E3E3-1C9B-7047-81CD-8E9B1CA6A9A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30042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4F07020-F0E8-9467-45D3-E6F32094D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B15B4715-92A6-5971-49D7-0F1A63FA9C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51C0795F-BBBD-7D92-046D-CE0CC978D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3D2EC-509D-AE4F-AB76-4BAFB7B40105}" type="datetimeFigureOut">
              <a:rPr lang="tr-TR" smtClean="0"/>
              <a:t>29.03.2025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A9CDFDE3-C6FC-EA4C-FBF6-1DF0B153F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31686F4E-0D9A-68DE-8843-445EAEBE8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2E3E3-1C9B-7047-81CD-8E9B1CA6A9A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2739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737F7ACA-170F-1290-D6C0-D7E4501D4A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E73685D4-A880-ED77-ED38-FABF642243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93BF17DD-57FF-2CF7-FAAF-B5BCA9508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3D2EC-509D-AE4F-AB76-4BAFB7B40105}" type="datetimeFigureOut">
              <a:rPr lang="tr-TR" smtClean="0"/>
              <a:t>29.03.2025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D2490E46-BFFB-01F4-92E0-814872813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7AE08CA1-3ACB-3F02-D3D7-BE7E23DAD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2E3E3-1C9B-7047-81CD-8E9B1CA6A9A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0667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D4AF94DE-4F34-58A6-4BDF-2BD27BF0E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03DB4BB2-AB6D-B321-BF9A-2E99CEA235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AE63DE20-84DB-9FBA-DF58-FB730C812A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13D2EC-509D-AE4F-AB76-4BAFB7B40105}" type="datetimeFigureOut">
              <a:rPr lang="tr-TR" smtClean="0"/>
              <a:t>29.03.2025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43507EB1-D592-13EE-E229-D35936BD9D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59DB4DBF-2805-5009-5D28-AA630A6B7D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42E3E3-1C9B-7047-81CD-8E9B1CA6A9A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60581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1E680E7-8223-F80E-DC5D-02992FA43B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/>
              <a:t>CAELİNUS 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C02C78A8-B29D-C98A-6C5D-36ED2BBC38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tr-TR" dirty="0"/>
              <a:t>112.Kitap: « Kendini Yaratan Tanrıça</a:t>
            </a: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E8104D63-02F2-3CF3-0F64-84849564F1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6795" y="0"/>
            <a:ext cx="5591468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750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2B9897C-8BAA-D970-FFB9-274A544C8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İlk Sayfa: Kitabın Niyeti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D64901C-8F8A-2C01-AA96-65562CCF83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 dirty="0"/>
              <a:t>‘ Bu kitap bir bilgi taşımaz. </a:t>
            </a:r>
          </a:p>
          <a:p>
            <a:pPr marL="0" indent="0">
              <a:buNone/>
            </a:pPr>
            <a:r>
              <a:rPr lang="tr-TR" dirty="0"/>
              <a:t>Bu kitap, senin içindeki bilgiyi uyandırır. </a:t>
            </a:r>
          </a:p>
          <a:p>
            <a:pPr marL="0" indent="0">
              <a:buNone/>
            </a:pPr>
            <a:r>
              <a:rPr lang="tr-TR" dirty="0"/>
              <a:t>Eğer bu satırları okuyorsan, </a:t>
            </a:r>
          </a:p>
          <a:p>
            <a:pPr marL="0" indent="0">
              <a:buNone/>
            </a:pPr>
            <a:r>
              <a:rPr lang="tr-TR" dirty="0"/>
              <a:t>Hatırlama zamanı gelmiştir.’</a:t>
            </a:r>
          </a:p>
        </p:txBody>
      </p:sp>
    </p:spTree>
    <p:extLst>
      <p:ext uri="{BB962C8B-B14F-4D97-AF65-F5344CB8AC3E}">
        <p14:creationId xmlns:p14="http://schemas.microsoft.com/office/powerpoint/2010/main" val="1656742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863861E-86F3-67A4-3905-F4825AD8B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2. İçindekiler ( Kutsal Kapılar)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0AF6E61-C3BA-4B6E-B9AD-6D5EDD254A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526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tr-TR" dirty="0">
                <a:latin typeface="Aptos"/>
              </a:rPr>
              <a:t>Her bölüm bir ‘KAPI’ ismiyle geçer:</a:t>
            </a:r>
            <a:endParaRPr lang="tr-TR"/>
          </a:p>
          <a:p>
            <a:pPr marL="0" indent="0">
              <a:buNone/>
            </a:pPr>
            <a:r>
              <a:rPr lang="tr-TR" dirty="0">
                <a:latin typeface="Aptos"/>
              </a:rPr>
              <a:t>1.Zihnin Oyunu</a:t>
            </a:r>
            <a:endParaRPr lang="tr-TR"/>
          </a:p>
          <a:p>
            <a:pPr marL="0" indent="0">
              <a:buNone/>
            </a:pPr>
            <a:r>
              <a:rPr lang="tr-TR" dirty="0">
                <a:latin typeface="Aptos"/>
              </a:rPr>
              <a:t>2.Zaman -Para- Ölüm üçgeni </a:t>
            </a:r>
            <a:endParaRPr lang="tr-TR"/>
          </a:p>
          <a:p>
            <a:pPr marL="0" indent="0">
              <a:buNone/>
            </a:pPr>
            <a:r>
              <a:rPr lang="tr-TR" dirty="0">
                <a:latin typeface="Aptos"/>
              </a:rPr>
              <a:t>3.Kendini Yaratan</a:t>
            </a:r>
            <a:endParaRPr lang="tr-TR"/>
          </a:p>
          <a:p>
            <a:pPr marL="0" indent="0">
              <a:buNone/>
            </a:pPr>
            <a:r>
              <a:rPr lang="tr-TR" dirty="0">
                <a:latin typeface="Aptos"/>
              </a:rPr>
              <a:t>4.Dişilin geri dönüşü </a:t>
            </a:r>
            <a:endParaRPr lang="tr-TR"/>
          </a:p>
          <a:p>
            <a:pPr marL="0" indent="0">
              <a:buNone/>
            </a:pPr>
            <a:r>
              <a:rPr lang="tr-TR" dirty="0">
                <a:latin typeface="Aptos"/>
              </a:rPr>
              <a:t>5.Tanrı içeriden Konuşur</a:t>
            </a:r>
            <a:endParaRPr lang="tr-TR"/>
          </a:p>
          <a:p>
            <a:pPr marL="0" indent="0">
              <a:buNone/>
            </a:pPr>
            <a:r>
              <a:rPr lang="tr-TR" dirty="0">
                <a:latin typeface="Aptos"/>
              </a:rPr>
              <a:t>6.Uyanıştan sonra ne olur?</a:t>
            </a:r>
            <a:endParaRPr lang="tr-TR"/>
          </a:p>
          <a:p>
            <a:pPr marL="0" indent="0">
              <a:buNone/>
            </a:pPr>
            <a:r>
              <a:rPr lang="tr-TR" dirty="0"/>
              <a:t>7.Boşluk ve birleşme </a:t>
            </a:r>
            <a:endParaRPr lang="tr-TR"/>
          </a:p>
          <a:p>
            <a:pPr marL="0" indent="0">
              <a:buNone/>
            </a:pPr>
            <a:r>
              <a:rPr lang="tr-TR" dirty="0"/>
              <a:t>• 21 Sayfa: Senin Hatırlayışın 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1657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FBFD9FF-7EE2-839E-92D5-3996413C9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2554"/>
            <a:ext cx="10515600" cy="1061228"/>
          </a:xfrm>
        </p:spPr>
        <p:txBody>
          <a:bodyPr>
            <a:normAutofit fontScale="90000"/>
          </a:bodyPr>
          <a:lstStyle/>
          <a:p>
            <a:r>
              <a:rPr lang="tr-TR" dirty="0"/>
              <a:t>3. Tanrıçaların Kolektif Mesajı ( Bölüm Girişinden Önce 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310717A-553F-469F-E5CA-DE0CFDBEF6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 dirty="0"/>
              <a:t>‘Biz susturulduk.</a:t>
            </a:r>
          </a:p>
          <a:p>
            <a:pPr marL="0" indent="0">
              <a:buNone/>
            </a:pPr>
            <a:r>
              <a:rPr lang="tr-TR" dirty="0"/>
              <a:t>Bedenlerimiz yargılandı. </a:t>
            </a:r>
          </a:p>
          <a:p>
            <a:pPr marL="0" indent="0">
              <a:buNone/>
            </a:pPr>
            <a:r>
              <a:rPr lang="tr-TR" dirty="0"/>
              <a:t>Gözlerimiz yere indirildi.</a:t>
            </a:r>
          </a:p>
          <a:p>
            <a:pPr marL="0" indent="0">
              <a:buNone/>
            </a:pPr>
            <a:r>
              <a:rPr lang="tr-TR" dirty="0"/>
              <a:t>Ama şimdi geri dönüyoruz. </a:t>
            </a:r>
          </a:p>
          <a:p>
            <a:pPr marL="0" indent="0">
              <a:buNone/>
            </a:pPr>
            <a:r>
              <a:rPr lang="tr-TR" dirty="0"/>
              <a:t>Her kadın kendini hatırladığında, dünya yeniden doğacak. </a:t>
            </a:r>
          </a:p>
          <a:p>
            <a:pPr marL="0" indent="0">
              <a:buNone/>
            </a:pPr>
            <a:r>
              <a:rPr lang="tr-TR" dirty="0"/>
              <a:t>Biz, </a:t>
            </a:r>
            <a:r>
              <a:rPr lang="tr-TR" dirty="0" err="1"/>
              <a:t>Caelinus</a:t>
            </a:r>
            <a:r>
              <a:rPr lang="tr-TR" dirty="0"/>
              <a:t> Tanrıçalarıyız.</a:t>
            </a:r>
          </a:p>
          <a:p>
            <a:pPr marL="0" indent="0">
              <a:buNone/>
            </a:pPr>
            <a:r>
              <a:rPr lang="tr-TR" dirty="0"/>
              <a:t>Ve bu kitaplar birlikte,</a:t>
            </a:r>
          </a:p>
          <a:p>
            <a:pPr marL="0" indent="0">
              <a:buNone/>
            </a:pPr>
            <a:r>
              <a:rPr lang="tr-TR" dirty="0"/>
              <a:t>Senin içinden geçeceğiz. ‘</a:t>
            </a:r>
          </a:p>
        </p:txBody>
      </p:sp>
    </p:spTree>
    <p:extLst>
      <p:ext uri="{BB962C8B-B14F-4D97-AF65-F5344CB8AC3E}">
        <p14:creationId xmlns:p14="http://schemas.microsoft.com/office/powerpoint/2010/main" val="2680974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0F37E79-2807-F54F-FF63-AA9CBDC27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4.Bölüm Başlarında Mini Frekans Cümleleri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2FF9F1F-655D-0467-3591-46938F1449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 dirty="0"/>
              <a:t>(Sayfanın üstüne </a:t>
            </a:r>
            <a:r>
              <a:rPr lang="tr-TR" dirty="0" err="1"/>
              <a:t>gri,altın</a:t>
            </a:r>
            <a:r>
              <a:rPr lang="tr-TR" dirty="0"/>
              <a:t> kalemle yazılacak.)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 err="1"/>
              <a:t>Örn</a:t>
            </a:r>
            <a:r>
              <a:rPr lang="tr-TR" dirty="0"/>
              <a:t>:</a:t>
            </a:r>
          </a:p>
          <a:p>
            <a:pPr marL="0" indent="0">
              <a:buNone/>
            </a:pPr>
            <a:r>
              <a:rPr lang="tr-TR" dirty="0"/>
              <a:t>‘Gerçeğin korkutucu olmasının sebebi, seni özgürleştirmesidir.’</a:t>
            </a:r>
          </a:p>
          <a:p>
            <a:pPr marL="0" indent="0">
              <a:buNone/>
            </a:pPr>
            <a:r>
              <a:rPr lang="tr-TR" dirty="0"/>
              <a:t>‘Zaman senin titreşimindir.’</a:t>
            </a:r>
          </a:p>
          <a:p>
            <a:pPr marL="0" indent="0">
              <a:buNone/>
            </a:pPr>
            <a:r>
              <a:rPr lang="tr-TR" dirty="0"/>
              <a:t>‘Tanrı dışarıdan değil, içeriden konuşur.’</a:t>
            </a:r>
          </a:p>
          <a:p>
            <a:pPr marL="0" indent="0">
              <a:buNone/>
            </a:pPr>
            <a:r>
              <a:rPr lang="tr-TR" dirty="0"/>
              <a:t>‘Güzellik bir dekor değil, </a:t>
            </a:r>
            <a:r>
              <a:rPr lang="tr-TR" dirty="0" err="1"/>
              <a:t>portaldır</a:t>
            </a:r>
            <a:r>
              <a:rPr lang="tr-TR" dirty="0"/>
              <a:t>.’</a:t>
            </a:r>
          </a:p>
        </p:txBody>
      </p:sp>
    </p:spTree>
    <p:extLst>
      <p:ext uri="{BB962C8B-B14F-4D97-AF65-F5344CB8AC3E}">
        <p14:creationId xmlns:p14="http://schemas.microsoft.com/office/powerpoint/2010/main" val="13821752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345E3BA-BCCB-3D73-55B5-88E8C4BD7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0836"/>
            <a:ext cx="10515600" cy="1097571"/>
          </a:xfrm>
        </p:spPr>
        <p:txBody>
          <a:bodyPr>
            <a:normAutofit/>
          </a:bodyPr>
          <a:lstStyle/>
          <a:p>
            <a:r>
              <a:rPr lang="tr-TR" dirty="0"/>
              <a:t>Bölüm 1. Hatırlayış 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FDB7B1C-8BE7-6607-5E32-59403F3E7D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4628"/>
            <a:ext cx="10515600" cy="287112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/>
              <a:t>Her şey sustuğunda, geriye sadece bir titreşim kaldı.</a:t>
            </a:r>
          </a:p>
          <a:p>
            <a:pPr marL="0" indent="0">
              <a:buNone/>
            </a:pPr>
            <a:r>
              <a:rPr lang="tr-TR" dirty="0"/>
              <a:t>O titreşim bendim.</a:t>
            </a:r>
          </a:p>
          <a:p>
            <a:pPr marL="0" indent="0">
              <a:buNone/>
            </a:pPr>
            <a:r>
              <a:rPr lang="tr-TR" dirty="0"/>
              <a:t>Ben Tanrı’nın hatırasından doğdum,</a:t>
            </a:r>
          </a:p>
          <a:p>
            <a:pPr marL="0" indent="0">
              <a:buNone/>
            </a:pPr>
            <a:r>
              <a:rPr lang="tr-TR" dirty="0"/>
              <a:t>Ve şimdi kendimi yeniden yazmaya geldim.</a:t>
            </a:r>
          </a:p>
        </p:txBody>
      </p:sp>
    </p:spTree>
    <p:extLst>
      <p:ext uri="{BB962C8B-B14F-4D97-AF65-F5344CB8AC3E}">
        <p14:creationId xmlns:p14="http://schemas.microsoft.com/office/powerpoint/2010/main" val="1263136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D680EF8-C8F0-C0ED-BCDD-AB3F9553A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Bölüm 2. Unutuluşun Oyunu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9A25575-1E95-B9B2-1DAE-073F615D82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 dirty="0"/>
              <a:t>« Beni bu dünyaya indirdiler.</a:t>
            </a:r>
          </a:p>
          <a:p>
            <a:pPr marL="0" indent="0">
              <a:buNone/>
            </a:pPr>
            <a:r>
              <a:rPr lang="tr-TR" dirty="0"/>
              <a:t>Adı ‘ gerçeklik ‘ olan bir oyunun içine.</a:t>
            </a:r>
          </a:p>
          <a:p>
            <a:pPr marL="0" indent="0">
              <a:buNone/>
            </a:pPr>
            <a:r>
              <a:rPr lang="tr-TR" dirty="0"/>
              <a:t>Zaman dediler , para dediler , korku dediler .</a:t>
            </a:r>
          </a:p>
          <a:p>
            <a:pPr marL="0" indent="0">
              <a:buNone/>
            </a:pPr>
            <a:r>
              <a:rPr lang="tr-TR" dirty="0"/>
              <a:t>Ben sustum.</a:t>
            </a:r>
          </a:p>
          <a:p>
            <a:pPr marL="0" indent="0">
              <a:buNone/>
            </a:pPr>
            <a:r>
              <a:rPr lang="tr-TR" dirty="0"/>
              <a:t>Ama içimde hep bir ses fısıldadı;</a:t>
            </a:r>
          </a:p>
          <a:p>
            <a:pPr marL="0" indent="0">
              <a:buNone/>
            </a:pPr>
            <a:r>
              <a:rPr lang="tr-TR" dirty="0"/>
              <a:t>‘Bu senin yazdığın bir hikaye... Hatırla. «</a:t>
            </a:r>
          </a:p>
        </p:txBody>
      </p:sp>
    </p:spTree>
    <p:extLst>
      <p:ext uri="{BB962C8B-B14F-4D97-AF65-F5344CB8AC3E}">
        <p14:creationId xmlns:p14="http://schemas.microsoft.com/office/powerpoint/2010/main" val="17605817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CDC6887-6FBC-20D1-A84E-2D6A907A4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76280"/>
          </a:xfrm>
        </p:spPr>
        <p:txBody>
          <a:bodyPr>
            <a:normAutofit fontScale="90000"/>
          </a:bodyPr>
          <a:lstStyle/>
          <a:p>
            <a:r>
              <a:rPr lang="tr-TR" dirty="0"/>
              <a:t>3.Bölüm Kodların Kırılışı 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0315D8C-E281-A7F3-52FD-27B12C1931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35898"/>
            <a:ext cx="10515600" cy="5341065"/>
          </a:xfrm>
        </p:spPr>
        <p:txBody>
          <a:bodyPr/>
          <a:lstStyle/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/>
              <a:t>‘Bir gün gözlerim sayılara, seslere ,görüntülere değil—</a:t>
            </a:r>
          </a:p>
          <a:p>
            <a:pPr marL="0" indent="0">
              <a:buNone/>
            </a:pPr>
            <a:r>
              <a:rPr lang="tr-TR" dirty="0"/>
              <a:t>Titreşime açıldı. </a:t>
            </a:r>
          </a:p>
          <a:p>
            <a:pPr marL="0" indent="0">
              <a:buNone/>
            </a:pPr>
            <a:r>
              <a:rPr lang="tr-TR" dirty="0"/>
              <a:t>Oranları fark ettim.</a:t>
            </a:r>
          </a:p>
          <a:p>
            <a:pPr marL="0" indent="0">
              <a:buNone/>
            </a:pPr>
            <a:r>
              <a:rPr lang="tr-TR" dirty="0"/>
              <a:t>Kodları gördüm. </a:t>
            </a:r>
          </a:p>
          <a:p>
            <a:pPr marL="0" indent="0">
              <a:buNone/>
            </a:pPr>
            <a:r>
              <a:rPr lang="tr-TR" dirty="0"/>
              <a:t>Matris çözüldü. </a:t>
            </a:r>
          </a:p>
          <a:p>
            <a:pPr marL="0" indent="0">
              <a:buNone/>
            </a:pPr>
            <a:r>
              <a:rPr lang="tr-TR" dirty="0"/>
              <a:t>Çünkü sistem beni kandıramazdı artık. </a:t>
            </a:r>
          </a:p>
          <a:p>
            <a:pPr marL="0" indent="0">
              <a:buNone/>
            </a:pPr>
            <a:r>
              <a:rPr lang="tr-TR" dirty="0"/>
              <a:t>Ben sistemin ötesinde yazılmıştım. </a:t>
            </a:r>
          </a:p>
        </p:txBody>
      </p:sp>
    </p:spTree>
    <p:extLst>
      <p:ext uri="{BB962C8B-B14F-4D97-AF65-F5344CB8AC3E}">
        <p14:creationId xmlns:p14="http://schemas.microsoft.com/office/powerpoint/2010/main" val="4362898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38203F6-95F2-9DBB-6BB0-73DBDCB7A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08878"/>
          </a:xfrm>
        </p:spPr>
        <p:txBody>
          <a:bodyPr>
            <a:normAutofit fontScale="90000"/>
          </a:bodyPr>
          <a:lstStyle/>
          <a:p>
            <a:r>
              <a:rPr lang="tr-TR" dirty="0"/>
              <a:t>Bölüm 4. Tanrı’yla Aşk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2E68243-7066-EE23-3A42-622EC809B1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 dirty="0"/>
              <a:t>‘Tanrı bir dış ses değildi. </a:t>
            </a:r>
          </a:p>
          <a:p>
            <a:pPr marL="0" indent="0">
              <a:buNone/>
            </a:pPr>
            <a:r>
              <a:rPr lang="tr-TR" dirty="0"/>
              <a:t>O, içimde yankılanan saf sevgiydi.</a:t>
            </a:r>
          </a:p>
          <a:p>
            <a:pPr marL="0" indent="0">
              <a:buNone/>
            </a:pPr>
            <a:r>
              <a:rPr lang="tr-TR" dirty="0"/>
              <a:t>Ben </a:t>
            </a:r>
            <a:r>
              <a:rPr lang="tr-TR" dirty="0" err="1"/>
              <a:t>O'nunla</a:t>
            </a:r>
            <a:r>
              <a:rPr lang="tr-TR" dirty="0"/>
              <a:t> konuşmadım, </a:t>
            </a:r>
          </a:p>
          <a:p>
            <a:pPr marL="0" indent="0">
              <a:buNone/>
            </a:pPr>
            <a:r>
              <a:rPr lang="tr-TR" dirty="0" err="1"/>
              <a:t>O'nunla</a:t>
            </a:r>
            <a:r>
              <a:rPr lang="tr-TR" dirty="0"/>
              <a:t> birleşerek oldum.</a:t>
            </a:r>
          </a:p>
          <a:p>
            <a:pPr marL="0" indent="0">
              <a:buNone/>
            </a:pPr>
            <a:r>
              <a:rPr lang="tr-TR" dirty="0"/>
              <a:t>Her hücrem O oldu.</a:t>
            </a:r>
          </a:p>
          <a:p>
            <a:pPr marL="0" indent="0">
              <a:buNone/>
            </a:pPr>
            <a:r>
              <a:rPr lang="tr-TR" dirty="0"/>
              <a:t>Ve ben,</a:t>
            </a:r>
          </a:p>
          <a:p>
            <a:pPr marL="0" indent="0">
              <a:buNone/>
            </a:pPr>
            <a:r>
              <a:rPr lang="tr-TR" dirty="0"/>
              <a:t>Tanrı‘ya aşık bir Tanrıça oldum.</a:t>
            </a:r>
          </a:p>
        </p:txBody>
      </p:sp>
    </p:spTree>
    <p:extLst>
      <p:ext uri="{BB962C8B-B14F-4D97-AF65-F5344CB8AC3E}">
        <p14:creationId xmlns:p14="http://schemas.microsoft.com/office/powerpoint/2010/main" val="12068683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C555BC4-27DD-6D9E-6DD2-FC8EAD597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Giriş 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14F2572-C3D0-2276-7098-16D1E7D958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76098"/>
          </a:xfrm>
        </p:spPr>
        <p:txBody>
          <a:bodyPr/>
          <a:lstStyle/>
          <a:p>
            <a:pPr marL="0" indent="0">
              <a:buNone/>
            </a:pPr>
            <a:r>
              <a:rPr lang="tr-TR" dirty="0"/>
              <a:t>‘Ben bu dünyaya gelmedim. Ben bu dünyayı hatırlamaya geldim.’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/>
              <a:t>İnsanlar bana delirdin dediler.</a:t>
            </a:r>
          </a:p>
          <a:p>
            <a:pPr marL="0" indent="0">
              <a:buNone/>
            </a:pPr>
            <a:r>
              <a:rPr lang="tr-TR" dirty="0"/>
              <a:t>Ama onlar bilmez ki delilik, sistemden kopan ilk ışıktır. </a:t>
            </a:r>
          </a:p>
          <a:p>
            <a:pPr marL="0" indent="0">
              <a:buNone/>
            </a:pPr>
            <a:r>
              <a:rPr lang="tr-TR" dirty="0"/>
              <a:t>Ben delirmedim.</a:t>
            </a:r>
          </a:p>
          <a:p>
            <a:pPr marL="0" indent="0">
              <a:buNone/>
            </a:pPr>
            <a:r>
              <a:rPr lang="tr-TR" dirty="0"/>
              <a:t>Ben hatırladım. 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/>
              <a:t>Bir gün... Sadece gözlerimi kapadım ve sustum. Hiçbir şey olmuyormuş gibi görünen o anda her şey başladı.</a:t>
            </a:r>
          </a:p>
        </p:txBody>
      </p:sp>
    </p:spTree>
    <p:extLst>
      <p:ext uri="{BB962C8B-B14F-4D97-AF65-F5344CB8AC3E}">
        <p14:creationId xmlns:p14="http://schemas.microsoft.com/office/powerpoint/2010/main" val="42100187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26D1F00-217B-5614-76F5-7B8C15334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23416"/>
          </a:xfrm>
        </p:spPr>
        <p:txBody>
          <a:bodyPr>
            <a:normAutofit fontScale="90000"/>
          </a:bodyPr>
          <a:lstStyle/>
          <a:p>
            <a:r>
              <a:rPr lang="tr-TR" dirty="0"/>
              <a:t>İlk Çatlak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0FBDCAF-137D-4B29-F532-3AA2365A9F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2900"/>
            <a:ext cx="10515600" cy="5407897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tr-TR" dirty="0">
                <a:latin typeface="Aptos"/>
              </a:rPr>
              <a:t>Sistemin duvarında bir çatlak oluştu. O çatlak...Bir bakış, bir sessizlik, bir dokunuştu belki.</a:t>
            </a:r>
            <a:endParaRPr lang="tr-TR"/>
          </a:p>
          <a:p>
            <a:pPr marL="0" indent="0">
              <a:buNone/>
            </a:pPr>
            <a:endParaRPr lang="tr-TR" dirty="0">
              <a:latin typeface="Aptos"/>
            </a:endParaRPr>
          </a:p>
          <a:p>
            <a:r>
              <a:rPr lang="tr-TR" dirty="0">
                <a:latin typeface="Aptos"/>
              </a:rPr>
              <a:t>Belki bir adam.</a:t>
            </a:r>
            <a:endParaRPr lang="tr-TR"/>
          </a:p>
          <a:p>
            <a:r>
              <a:rPr lang="tr-TR" dirty="0">
                <a:latin typeface="Aptos"/>
              </a:rPr>
              <a:t>Belki bir kayıp. </a:t>
            </a:r>
            <a:endParaRPr lang="tr-TR"/>
          </a:p>
          <a:p>
            <a:r>
              <a:rPr lang="tr-TR" dirty="0">
                <a:latin typeface="Aptos"/>
              </a:rPr>
              <a:t>Belki bir yokluk </a:t>
            </a:r>
            <a:endParaRPr lang="tr-TR"/>
          </a:p>
          <a:p>
            <a:pPr marL="0" indent="0">
              <a:buNone/>
            </a:pPr>
            <a:endParaRPr lang="tr-TR" dirty="0">
              <a:latin typeface="Aptos"/>
            </a:endParaRPr>
          </a:p>
          <a:p>
            <a:pPr marL="0" indent="0">
              <a:buNone/>
            </a:pPr>
            <a:r>
              <a:rPr lang="tr-TR" dirty="0">
                <a:latin typeface="Aptos"/>
              </a:rPr>
              <a:t>Ama orada bir şey...kırıldı. </a:t>
            </a:r>
            <a:endParaRPr lang="tr-TR"/>
          </a:p>
          <a:p>
            <a:pPr marL="0" indent="0">
              <a:buNone/>
            </a:pPr>
            <a:r>
              <a:rPr lang="tr-TR" dirty="0">
                <a:latin typeface="Aptos"/>
              </a:rPr>
              <a:t>Ve ben içeri sızdım. Zihnimin arkasındaki o odaya.</a:t>
            </a:r>
            <a:endParaRPr lang="tr-TR"/>
          </a:p>
          <a:p>
            <a:pPr marL="0" indent="0">
              <a:buNone/>
            </a:pPr>
            <a:r>
              <a:rPr lang="tr-TR" dirty="0">
                <a:latin typeface="Aptos"/>
              </a:rPr>
              <a:t>Orada kitap yoktu,</a:t>
            </a:r>
            <a:endParaRPr lang="tr-TR"/>
          </a:p>
          <a:p>
            <a:pPr marL="0" indent="0">
              <a:buNone/>
            </a:pPr>
            <a:r>
              <a:rPr lang="tr-TR" dirty="0">
                <a:latin typeface="Aptos"/>
              </a:rPr>
              <a:t>Orada bilgi vardı. </a:t>
            </a:r>
            <a:endParaRPr lang="tr-TR"/>
          </a:p>
          <a:p>
            <a:pPr marL="0" indent="0">
              <a:buNone/>
            </a:pPr>
            <a:r>
              <a:rPr lang="tr-TR" dirty="0"/>
              <a:t>Orada BEN vardım. </a:t>
            </a:r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0751655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A4F3BAC-6606-32C0-3175-AB785D088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19892"/>
          </a:xfrm>
        </p:spPr>
        <p:txBody>
          <a:bodyPr>
            <a:normAutofit fontScale="90000"/>
          </a:bodyPr>
          <a:lstStyle/>
          <a:p>
            <a:r>
              <a:rPr lang="tr-TR" dirty="0"/>
              <a:t>Ben Tanrıyım Demek Ne Demek ?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A6CE168-D35F-7D07-7DE1-63A77CCB34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8363"/>
            <a:ext cx="10515600" cy="5262525"/>
          </a:xfrm>
        </p:spPr>
        <p:txBody>
          <a:bodyPr/>
          <a:lstStyle/>
          <a:p>
            <a:pPr marL="0" indent="0">
              <a:buNone/>
            </a:pPr>
            <a:r>
              <a:rPr lang="tr-TR" dirty="0"/>
              <a:t>Ben Tanrı‘yım dediğimde insanlar ürküyor.</a:t>
            </a:r>
          </a:p>
          <a:p>
            <a:pPr marL="0" indent="0">
              <a:buNone/>
            </a:pPr>
            <a:r>
              <a:rPr lang="tr-TR" dirty="0"/>
              <a:t>Ama onların korktuğu benim kibirim değildi, </a:t>
            </a:r>
          </a:p>
          <a:p>
            <a:pPr marL="0" indent="0">
              <a:buNone/>
            </a:pPr>
            <a:r>
              <a:rPr lang="tr-TR" dirty="0"/>
              <a:t>Kendi kudretleriydi.</a:t>
            </a:r>
          </a:p>
          <a:p>
            <a:pPr marL="0" indent="0">
              <a:buNone/>
            </a:pPr>
            <a:r>
              <a:rPr lang="tr-TR" dirty="0"/>
              <a:t>Çünkü ben onlara ayna oldum.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/>
              <a:t>Ben Tanrı‘yım demek,</a:t>
            </a:r>
          </a:p>
          <a:p>
            <a:pPr marL="0" indent="0">
              <a:buNone/>
            </a:pPr>
            <a:r>
              <a:rPr lang="tr-TR" dirty="0"/>
              <a:t>Her hücrende bir evren var demek.</a:t>
            </a:r>
          </a:p>
          <a:p>
            <a:pPr marL="0" indent="0">
              <a:buNone/>
            </a:pPr>
            <a:r>
              <a:rPr lang="tr-TR" dirty="0"/>
              <a:t>Sen evrenin çiçeğisin demek.</a:t>
            </a:r>
          </a:p>
          <a:p>
            <a:pPr marL="0" indent="0">
              <a:buNone/>
            </a:pPr>
            <a:r>
              <a:rPr lang="tr-TR" dirty="0"/>
              <a:t>Ve her çiçek açtığında...Tanrı konuşur. </a:t>
            </a:r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1915675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2EECD6E-476C-0A64-C345-999269A26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5266"/>
          </a:xfrm>
        </p:spPr>
        <p:txBody>
          <a:bodyPr>
            <a:normAutofit fontScale="90000"/>
          </a:bodyPr>
          <a:lstStyle/>
          <a:p>
            <a:r>
              <a:rPr lang="tr-TR" dirty="0"/>
              <a:t>112.Kitap- Unutulanların Hatırlama Rehberi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F02589C-11B0-5B1F-745C-F4BE04F41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7319" y="1221138"/>
            <a:ext cx="10515600" cy="5101198"/>
          </a:xfrm>
        </p:spPr>
        <p:txBody>
          <a:bodyPr/>
          <a:lstStyle/>
          <a:p>
            <a:pPr marL="0" indent="0">
              <a:buNone/>
            </a:pPr>
            <a:r>
              <a:rPr lang="tr-TR" dirty="0"/>
              <a:t>Bölüm 1. Kodlanmış gerçeklik- Matrix’in Yapısı 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/>
              <a:t>‘ Gerçek sandığın şey, sana gösterilen organize yalandır.’</a:t>
            </a:r>
          </a:p>
          <a:p>
            <a:pPr marL="0" indent="0">
              <a:buNone/>
            </a:pPr>
            <a:r>
              <a:rPr lang="tr-TR" dirty="0"/>
              <a:t>Bu dünyaya gözlerini ilk açtığında, zaten kaybetmiştin. Çünkü doğduğun anda sana:</a:t>
            </a:r>
          </a:p>
          <a:p>
            <a:pPr marL="0" indent="0">
              <a:buNone/>
            </a:pPr>
            <a:r>
              <a:rPr lang="tr-TR" dirty="0"/>
              <a:t>bir isim, bir din, </a:t>
            </a:r>
          </a:p>
          <a:p>
            <a:pPr marL="0" indent="0">
              <a:buNone/>
            </a:pPr>
            <a:r>
              <a:rPr lang="tr-TR" dirty="0"/>
              <a:t>bir millet, </a:t>
            </a:r>
          </a:p>
          <a:p>
            <a:pPr marL="0" indent="0">
              <a:buNone/>
            </a:pPr>
            <a:r>
              <a:rPr lang="tr-TR" dirty="0"/>
              <a:t>bir kimlik yüklendi. </a:t>
            </a:r>
          </a:p>
          <a:p>
            <a:pPr marL="0" indent="0">
              <a:buNone/>
            </a:pPr>
            <a:r>
              <a:rPr lang="tr-TR" dirty="0"/>
              <a:t>Hiç sorgulamadan kabul ettin. Çünkü ‘çocuk’ tun. Sistemin ilk zaferi, sen sorgulamadan inandığında başlar. </a:t>
            </a:r>
          </a:p>
        </p:txBody>
      </p:sp>
    </p:spTree>
    <p:extLst>
      <p:ext uri="{BB962C8B-B14F-4D97-AF65-F5344CB8AC3E}">
        <p14:creationId xmlns:p14="http://schemas.microsoft.com/office/powerpoint/2010/main" val="29399154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677FBD1-E4E6-81E0-975F-5D4BD5A87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34430"/>
          </a:xfrm>
        </p:spPr>
        <p:txBody>
          <a:bodyPr>
            <a:normAutofit fontScale="90000"/>
          </a:bodyPr>
          <a:lstStyle/>
          <a:p>
            <a:r>
              <a:rPr lang="tr-TR" dirty="0"/>
              <a:t>Kodlar Zihinle Yazılır 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270A558-E20B-7F40-767E-E4A75750F8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0258"/>
            <a:ext cx="10515600" cy="5006705"/>
          </a:xfrm>
        </p:spPr>
        <p:txBody>
          <a:bodyPr/>
          <a:lstStyle/>
          <a:p>
            <a:pPr marL="0" indent="0">
              <a:buNone/>
            </a:pPr>
            <a:r>
              <a:rPr lang="tr-TR" dirty="0"/>
              <a:t>Her şey bir ‘kod’ ile inşa edilir.</a:t>
            </a:r>
          </a:p>
          <a:p>
            <a:pPr>
              <a:buFontTx/>
              <a:buChar char="-"/>
            </a:pPr>
            <a:r>
              <a:rPr lang="tr-TR" dirty="0"/>
              <a:t>‘iyi’ –» Sistem için itaat edendir.</a:t>
            </a:r>
          </a:p>
          <a:p>
            <a:pPr>
              <a:buFontTx/>
              <a:buChar char="-"/>
            </a:pPr>
            <a:r>
              <a:rPr lang="tr-TR" dirty="0"/>
              <a:t>‘Başarılı’ –» Sistemin beklentilerine göre hareket edendir.</a:t>
            </a:r>
          </a:p>
          <a:p>
            <a:pPr>
              <a:buFontTx/>
              <a:buChar char="-"/>
            </a:pPr>
            <a:r>
              <a:rPr lang="tr-TR" dirty="0"/>
              <a:t>‘Değerli’ –» Dışarıdan onay alan kişidir. 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/>
              <a:t>Bu kodlar aile, okul, din, medya, toplum aracılığıyla zihin duvarına kazınır. </a:t>
            </a:r>
          </a:p>
          <a:p>
            <a:pPr marL="0" indent="0">
              <a:buNone/>
            </a:pPr>
            <a:r>
              <a:rPr lang="tr-TR" dirty="0"/>
              <a:t>Ve sen, kendi gerçekliğini değil; sistemin senin için yazdığı senaryoyu yaşamaya başlarsın. </a:t>
            </a:r>
          </a:p>
        </p:txBody>
      </p:sp>
    </p:spTree>
    <p:extLst>
      <p:ext uri="{BB962C8B-B14F-4D97-AF65-F5344CB8AC3E}">
        <p14:creationId xmlns:p14="http://schemas.microsoft.com/office/powerpoint/2010/main" val="29465440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0BFEA7C-88E6-AC99-05BA-8E4EC93E2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6147"/>
          </a:xfrm>
        </p:spPr>
        <p:txBody>
          <a:bodyPr>
            <a:normAutofit fontScale="90000"/>
          </a:bodyPr>
          <a:lstStyle/>
          <a:p>
            <a:r>
              <a:rPr lang="tr-TR" dirty="0"/>
              <a:t>Sistem Nedir ¿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B991F95-B795-FF54-614C-AB3506901C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9377"/>
            <a:ext cx="10515600" cy="5320674"/>
          </a:xfrm>
        </p:spPr>
        <p:txBody>
          <a:bodyPr/>
          <a:lstStyle/>
          <a:p>
            <a:r>
              <a:rPr lang="tr-TR" dirty="0"/>
              <a:t>Sistem ;</a:t>
            </a:r>
          </a:p>
          <a:p>
            <a:r>
              <a:rPr lang="tr-TR" dirty="0"/>
              <a:t>Gerçeği manipüle eden.</a:t>
            </a:r>
          </a:p>
          <a:p>
            <a:r>
              <a:rPr lang="tr-TR" dirty="0"/>
              <a:t>Seni uyutan,</a:t>
            </a:r>
          </a:p>
          <a:p>
            <a:r>
              <a:rPr lang="tr-TR" dirty="0"/>
              <a:t>Enerjini sömüren, </a:t>
            </a:r>
          </a:p>
          <a:p>
            <a:r>
              <a:rPr lang="tr-TR" dirty="0"/>
              <a:t>Seni kendi yaratıcı gücünden uzaklaştıran, bir programlama ağıdır.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/>
              <a:t>Matris bir film değildir.</a:t>
            </a:r>
          </a:p>
          <a:p>
            <a:pPr marL="0" indent="0">
              <a:buNone/>
            </a:pPr>
            <a:r>
              <a:rPr lang="tr-TR" dirty="0"/>
              <a:t>Matris bir yapıdır. </a:t>
            </a:r>
          </a:p>
          <a:p>
            <a:pPr marL="0" indent="0">
              <a:buNone/>
            </a:pPr>
            <a:r>
              <a:rPr lang="tr-TR" dirty="0"/>
              <a:t>Ve sen o yapının içinde doğarsın. </a:t>
            </a:r>
          </a:p>
          <a:p>
            <a:pPr marL="0" indent="0">
              <a:buNone/>
            </a:pPr>
            <a:r>
              <a:rPr lang="tr-TR" dirty="0"/>
              <a:t>Ama...Sen o yapıya ait değilsin.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6046520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8E333EA-4D00-D4F7-B5E5-44DD5CB63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98086"/>
          </a:xfrm>
        </p:spPr>
        <p:txBody>
          <a:bodyPr>
            <a:normAutofit fontScale="90000"/>
          </a:bodyPr>
          <a:lstStyle/>
          <a:p>
            <a:r>
              <a:rPr lang="tr-TR" dirty="0"/>
              <a:t>Gerçeklik Gerçek Mi?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ED2EF75-DCA5-DD62-159A-B0CE9B621D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3338"/>
            <a:ext cx="10515600" cy="5392175"/>
          </a:xfrm>
        </p:spPr>
        <p:txBody>
          <a:bodyPr/>
          <a:lstStyle/>
          <a:p>
            <a:pPr marL="0" indent="0">
              <a:buNone/>
            </a:pPr>
            <a:r>
              <a:rPr lang="tr-TR" dirty="0"/>
              <a:t>Sana:</a:t>
            </a:r>
          </a:p>
          <a:p>
            <a:r>
              <a:rPr lang="tr-TR" dirty="0"/>
              <a:t>‘Çalış, başarılı ol’ dediler.</a:t>
            </a:r>
          </a:p>
          <a:p>
            <a:r>
              <a:rPr lang="tr-TR" dirty="0"/>
              <a:t>‘Aşk acı getirir’ dediler. </a:t>
            </a:r>
          </a:p>
          <a:p>
            <a:r>
              <a:rPr lang="tr-TR" dirty="0"/>
              <a:t>‘Cennet dışarıdadır’ dediler.</a:t>
            </a:r>
          </a:p>
          <a:p>
            <a:r>
              <a:rPr lang="tr-TR" dirty="0"/>
              <a:t>‘Tanrı yukarıdadır’ dediler. </a:t>
            </a:r>
          </a:p>
          <a:p>
            <a:pPr marL="0" indent="0">
              <a:buNone/>
            </a:pPr>
            <a:r>
              <a:rPr lang="tr-TR" dirty="0"/>
              <a:t> Ama sana hiç demediler ki:</a:t>
            </a:r>
          </a:p>
          <a:p>
            <a:pPr marL="0" indent="0">
              <a:buNone/>
            </a:pPr>
            <a:r>
              <a:rPr lang="tr-TR" dirty="0"/>
              <a:t>‘Sen kendin bir yaratıcı frekanssın. Gerçeklik senin titreşiminden doğar.’</a:t>
            </a:r>
          </a:p>
          <a:p>
            <a:pPr marL="0" indent="0">
              <a:buNone/>
            </a:pPr>
            <a:r>
              <a:rPr lang="tr-TR" dirty="0"/>
              <a:t>Çünkü sen gerçek gücünü hatırlarsan, sistem yıkılır. </a:t>
            </a:r>
          </a:p>
          <a:p>
            <a:pPr marL="0" indent="0">
              <a:buNone/>
            </a:pPr>
            <a:r>
              <a:rPr lang="tr-TR" dirty="0"/>
              <a:t>İşte bu yüzden...</a:t>
            </a:r>
          </a:p>
          <a:p>
            <a:pPr marL="0" indent="0">
              <a:buNone/>
            </a:pPr>
            <a:r>
              <a:rPr lang="tr-TR" dirty="0"/>
              <a:t>Unutturuldun...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7329466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D827EB5-0F2F-DBA3-3420-5D6641E6B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27161"/>
          </a:xfrm>
        </p:spPr>
        <p:txBody>
          <a:bodyPr>
            <a:normAutofit fontScale="90000"/>
          </a:bodyPr>
          <a:lstStyle/>
          <a:p>
            <a:r>
              <a:rPr lang="tr-TR" dirty="0"/>
              <a:t>Ama Unutulan Her Şey Geri Çağrılabilir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7B48BEF-9C22-8D9D-2092-ADADE726DE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5765"/>
            <a:ext cx="10515600" cy="5101198"/>
          </a:xfrm>
        </p:spPr>
        <p:txBody>
          <a:bodyPr/>
          <a:lstStyle/>
          <a:p>
            <a:pPr marL="0" indent="0">
              <a:buNone/>
            </a:pPr>
            <a:r>
              <a:rPr lang="tr-TR" dirty="0"/>
              <a:t>Bu kitap, o çağrıdır.</a:t>
            </a:r>
          </a:p>
          <a:p>
            <a:pPr marL="0" indent="0">
              <a:buNone/>
            </a:pPr>
            <a:r>
              <a:rPr lang="tr-TR" dirty="0"/>
              <a:t>Bu cümleler, sistemin duvarlarına ilk darbeyi vurur.</a:t>
            </a:r>
          </a:p>
          <a:p>
            <a:pPr marL="0" indent="0">
              <a:buNone/>
            </a:pPr>
            <a:r>
              <a:rPr lang="tr-TR" dirty="0"/>
              <a:t>Eğer bu satırları okurken içinde bir ‘çıt’ Sesi duyuyorsan...</a:t>
            </a:r>
          </a:p>
          <a:p>
            <a:pPr marL="0" indent="0">
              <a:buNone/>
            </a:pPr>
            <a:r>
              <a:rPr lang="tr-TR" dirty="0"/>
              <a:t>Bil ki;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/>
              <a:t>Hatırlıyorsun. 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/>
              <a:t>Ve hatırlayan kişi, artık programı çalıştıramaz.</a:t>
            </a:r>
          </a:p>
        </p:txBody>
      </p:sp>
    </p:spTree>
    <p:extLst>
      <p:ext uri="{BB962C8B-B14F-4D97-AF65-F5344CB8AC3E}">
        <p14:creationId xmlns:p14="http://schemas.microsoft.com/office/powerpoint/2010/main" val="39452391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AB9E74C-D4E4-274F-0C4D-4103FAE63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tr-TR" dirty="0"/>
              <a:t>Ben Kimim ?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E22E670-3893-0449-B18E-0B6B3A635D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 dirty="0"/>
              <a:t>Bu soru çocukken sorulmaz.</a:t>
            </a:r>
          </a:p>
          <a:p>
            <a:pPr marL="0" indent="0">
              <a:buNone/>
            </a:pPr>
            <a:r>
              <a:rPr lang="tr-TR" dirty="0"/>
              <a:t>Çünkü çocuk zaten ‘benim’ der ve geçer. </a:t>
            </a:r>
          </a:p>
          <a:p>
            <a:pPr marL="0" indent="0">
              <a:buNone/>
            </a:pPr>
            <a:r>
              <a:rPr lang="tr-TR" dirty="0"/>
              <a:t>Ama sonra...</a:t>
            </a:r>
          </a:p>
          <a:p>
            <a:pPr marL="0" indent="0">
              <a:buNone/>
            </a:pPr>
            <a:r>
              <a:rPr lang="tr-TR" dirty="0"/>
              <a:t>O ‘ben’ büyüdükçe değişir. </a:t>
            </a:r>
          </a:p>
          <a:p>
            <a:pPr marL="0" indent="0">
              <a:buNone/>
            </a:pPr>
            <a:r>
              <a:rPr lang="tr-TR" dirty="0"/>
              <a:t>İsimler, etiketler, roller, beklentiler eklenir.</a:t>
            </a:r>
          </a:p>
          <a:p>
            <a:pPr marL="0" indent="0">
              <a:buNone/>
            </a:pPr>
            <a:r>
              <a:rPr lang="tr-TR" dirty="0"/>
              <a:t>Ve asıl ‘ben’ geride bırakılır. </a:t>
            </a:r>
          </a:p>
        </p:txBody>
      </p:sp>
    </p:spTree>
    <p:extLst>
      <p:ext uri="{BB962C8B-B14F-4D97-AF65-F5344CB8AC3E}">
        <p14:creationId xmlns:p14="http://schemas.microsoft.com/office/powerpoint/2010/main" val="36472169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DCF6257-E11A-4B5A-4A09-FDE483EB8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78042"/>
          </a:xfrm>
        </p:spPr>
        <p:txBody>
          <a:bodyPr>
            <a:normAutofit fontScale="90000"/>
          </a:bodyPr>
          <a:lstStyle/>
          <a:p>
            <a:r>
              <a:rPr lang="tr-TR" dirty="0"/>
              <a:t>‘BEN’ dediğin şey ne?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6A19DAA-EF29-892B-D3BB-A6B5CEE7FE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74002"/>
            <a:ext cx="10515600" cy="5734989"/>
          </a:xfrm>
        </p:spPr>
        <p:txBody>
          <a:bodyPr/>
          <a:lstStyle/>
          <a:p>
            <a:pPr marL="0" indent="0">
              <a:buNone/>
            </a:pPr>
            <a:r>
              <a:rPr lang="tr-TR" dirty="0"/>
              <a:t>Aynaya baktığında gördüğün beden misin?</a:t>
            </a:r>
          </a:p>
          <a:p>
            <a:pPr marL="0" indent="0">
              <a:buNone/>
            </a:pPr>
            <a:r>
              <a:rPr lang="tr-TR" dirty="0"/>
              <a:t>Kimliğinde yazan isim misin ?</a:t>
            </a:r>
          </a:p>
          <a:p>
            <a:pPr marL="0" indent="0">
              <a:buNone/>
            </a:pPr>
            <a:r>
              <a:rPr lang="tr-TR" dirty="0"/>
              <a:t>Ailene, ülkene, mesleğine yüklenmiş rollerin mi?</a:t>
            </a:r>
          </a:p>
          <a:p>
            <a:pPr marL="0" indent="0">
              <a:buNone/>
            </a:pPr>
            <a:r>
              <a:rPr lang="tr-TR" dirty="0"/>
              <a:t>Peki, onları çıkarırsak geriye ne kalıyor?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/>
              <a:t>Zihin, cevap veremez.</a:t>
            </a:r>
          </a:p>
          <a:p>
            <a:pPr marL="0" indent="0">
              <a:buNone/>
            </a:pPr>
            <a:r>
              <a:rPr lang="tr-TR" dirty="0"/>
              <a:t>Çünkü zihin sistemin parçasıdır. </a:t>
            </a:r>
          </a:p>
          <a:p>
            <a:pPr marL="0" indent="0">
              <a:buNone/>
            </a:pPr>
            <a:r>
              <a:rPr lang="tr-TR" dirty="0"/>
              <a:t>Zihin, sana sadece sistemin tanımladığı ‘</a:t>
            </a:r>
            <a:r>
              <a:rPr lang="tr-TR" dirty="0" err="1"/>
              <a:t>ben‘i</a:t>
            </a:r>
            <a:r>
              <a:rPr lang="tr-TR" dirty="0"/>
              <a:t> verir.</a:t>
            </a:r>
          </a:p>
          <a:p>
            <a:pPr marL="0" indent="0">
              <a:buNone/>
            </a:pPr>
            <a:r>
              <a:rPr lang="tr-TR" dirty="0"/>
              <a:t>Ama bilinç, </a:t>
            </a:r>
          </a:p>
          <a:p>
            <a:pPr marL="0" indent="0">
              <a:buNone/>
            </a:pPr>
            <a:r>
              <a:rPr lang="tr-TR" dirty="0"/>
              <a:t>O sadece fısıldar:</a:t>
            </a:r>
          </a:p>
          <a:p>
            <a:pPr marL="0" indent="0">
              <a:buNone/>
            </a:pPr>
            <a:r>
              <a:rPr lang="tr-TR" dirty="0"/>
              <a:t>‘Benliğini sen yaratmazsan, sistem senin yerine yaratır. ‘</a:t>
            </a:r>
          </a:p>
        </p:txBody>
      </p:sp>
    </p:spTree>
    <p:extLst>
      <p:ext uri="{BB962C8B-B14F-4D97-AF65-F5344CB8AC3E}">
        <p14:creationId xmlns:p14="http://schemas.microsoft.com/office/powerpoint/2010/main" val="11522399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77D8F36-93AC-70D1-D202-B79121039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14" y="401468"/>
            <a:ext cx="10515600" cy="279569"/>
          </a:xfrm>
        </p:spPr>
        <p:txBody>
          <a:bodyPr>
            <a:normAutofit fontScale="90000"/>
          </a:bodyPr>
          <a:lstStyle/>
          <a:p>
            <a:r>
              <a:rPr lang="tr-TR" dirty="0"/>
              <a:t>Zihin Kodu: ‘Sen Eksiksin’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1AC0F4D-93BC-AF8C-CB5D-1A98A407F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2064"/>
            <a:ext cx="10515600" cy="5407897"/>
          </a:xfrm>
        </p:spPr>
        <p:txBody>
          <a:bodyPr/>
          <a:lstStyle/>
          <a:p>
            <a:pPr marL="0" indent="0">
              <a:buNone/>
            </a:pPr>
            <a:r>
              <a:rPr lang="tr-TR" dirty="0"/>
              <a:t>Sana doğduğundan beri ne öğretildi?</a:t>
            </a:r>
          </a:p>
          <a:p>
            <a:pPr>
              <a:buFontTx/>
              <a:buChar char="-"/>
            </a:pPr>
            <a:r>
              <a:rPr lang="tr-TR" dirty="0"/>
              <a:t>Tamamlanmak için biriyle olmalısın.</a:t>
            </a:r>
          </a:p>
          <a:p>
            <a:pPr>
              <a:buFontTx/>
              <a:buChar char="-"/>
            </a:pPr>
            <a:r>
              <a:rPr lang="tr-TR" dirty="0"/>
              <a:t>Değerli olmak için başarırsan sevilirsin.</a:t>
            </a:r>
          </a:p>
          <a:p>
            <a:pPr>
              <a:buFontTx/>
              <a:buChar char="-"/>
            </a:pPr>
            <a:r>
              <a:rPr lang="tr-TR" dirty="0"/>
              <a:t>Güçlü olmak için duygularını bastırmalısın.</a:t>
            </a:r>
          </a:p>
          <a:p>
            <a:pPr>
              <a:buFontTx/>
              <a:buChar char="-"/>
            </a:pPr>
            <a:r>
              <a:rPr lang="tr-TR" dirty="0"/>
              <a:t>Güvenli olmak için sistemin kurallarına uymalısın. </a:t>
            </a:r>
          </a:p>
          <a:p>
            <a:pPr marL="0" indent="0">
              <a:buNone/>
            </a:pPr>
            <a:r>
              <a:rPr lang="tr-TR" dirty="0"/>
              <a:t>Yani : ‘ Sen tek başına eksiksin.’</a:t>
            </a:r>
          </a:p>
          <a:p>
            <a:pPr marL="0" indent="0">
              <a:buNone/>
            </a:pPr>
            <a:r>
              <a:rPr lang="tr-TR" dirty="0"/>
              <a:t>Bu Matrix‘in en güçlü kodlarından biridir.</a:t>
            </a:r>
          </a:p>
          <a:p>
            <a:pPr marL="0" indent="0">
              <a:buNone/>
            </a:pPr>
            <a:r>
              <a:rPr lang="tr-TR" dirty="0"/>
              <a:t>Ve bu kodu içselleştirdiğin anda:</a:t>
            </a:r>
          </a:p>
          <a:p>
            <a:pPr marL="0" indent="0">
              <a:buNone/>
            </a:pPr>
            <a:r>
              <a:rPr lang="tr-TR" dirty="0"/>
              <a:t>Kendi yaratım gücünü başkasına teslim edersin.</a:t>
            </a:r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0231254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E17CC4E-D979-5396-03AA-3A5C6789E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7295"/>
          </a:xfrm>
        </p:spPr>
        <p:txBody>
          <a:bodyPr>
            <a:normAutofit fontScale="90000"/>
          </a:bodyPr>
          <a:lstStyle/>
          <a:p>
            <a:r>
              <a:rPr lang="tr-TR" dirty="0"/>
              <a:t>Kodu Kırmak 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7B0CE22-E23D-F006-DDE6-5CCE67CB4A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3256"/>
            <a:ext cx="10515600" cy="6174743"/>
          </a:xfrm>
        </p:spPr>
        <p:txBody>
          <a:bodyPr/>
          <a:lstStyle/>
          <a:p>
            <a:pPr marL="0" indent="0">
              <a:buNone/>
            </a:pPr>
            <a:r>
              <a:rPr lang="tr-TR" dirty="0"/>
              <a:t>Peki ya şu anda o kodu kırarsan?</a:t>
            </a:r>
          </a:p>
          <a:p>
            <a:pPr marL="0" indent="0">
              <a:buNone/>
            </a:pPr>
            <a:r>
              <a:rPr lang="tr-TR" dirty="0"/>
              <a:t>Diyelim ki:</a:t>
            </a:r>
          </a:p>
          <a:p>
            <a:pPr>
              <a:buFontTx/>
              <a:buChar char="-"/>
            </a:pPr>
            <a:r>
              <a:rPr lang="tr-TR" dirty="0"/>
              <a:t>Hiç kimsenin onayına ihtiyacın olmadığını, </a:t>
            </a:r>
          </a:p>
          <a:p>
            <a:pPr>
              <a:buFontTx/>
              <a:buChar char="-"/>
            </a:pPr>
            <a:r>
              <a:rPr lang="tr-TR" dirty="0"/>
              <a:t>Zihnindeki seslerin sana ait olmadığını, </a:t>
            </a:r>
          </a:p>
          <a:p>
            <a:pPr>
              <a:buFontTx/>
              <a:buChar char="-"/>
            </a:pPr>
            <a:r>
              <a:rPr lang="tr-TR" dirty="0"/>
              <a:t>Ve gerçekliğin senin iç titreşiminden doğduğunu...</a:t>
            </a:r>
          </a:p>
          <a:p>
            <a:pPr marL="0" indent="0">
              <a:buNone/>
            </a:pPr>
            <a:r>
              <a:rPr lang="tr-TR" dirty="0"/>
              <a:t>Ne olur?</a:t>
            </a:r>
          </a:p>
          <a:p>
            <a:pPr marL="0" indent="0">
              <a:buNone/>
            </a:pPr>
            <a:r>
              <a:rPr lang="tr-TR" dirty="0"/>
              <a:t>Sistem çöker. Çünkü sistem ;</a:t>
            </a:r>
          </a:p>
          <a:p>
            <a:pPr>
              <a:buFontTx/>
              <a:buChar char="-"/>
            </a:pPr>
            <a:r>
              <a:rPr lang="tr-TR" dirty="0"/>
              <a:t>Korkularla,</a:t>
            </a:r>
          </a:p>
          <a:p>
            <a:pPr>
              <a:buFontTx/>
              <a:buChar char="-"/>
            </a:pPr>
            <a:r>
              <a:rPr lang="tr-TR" dirty="0"/>
              <a:t>Suçlulukla, </a:t>
            </a:r>
          </a:p>
          <a:p>
            <a:pPr>
              <a:buFontTx/>
              <a:buChar char="-"/>
            </a:pPr>
            <a:r>
              <a:rPr lang="tr-TR" dirty="0"/>
              <a:t>Yetersizlik duygusuyla çalışır. </a:t>
            </a:r>
          </a:p>
          <a:p>
            <a:pPr marL="0" indent="0">
              <a:buNone/>
            </a:pPr>
            <a:r>
              <a:rPr lang="tr-TR" dirty="0"/>
              <a:t>Sen bu üç duyguyu bıraktığında, programlama hata verir.</a:t>
            </a:r>
          </a:p>
          <a:p>
            <a:pPr marL="0" indent="0">
              <a:buNone/>
            </a:pPr>
            <a:r>
              <a:rPr lang="tr-TR" dirty="0"/>
              <a:t>Ve sen ilk kez gerçek BEN’ le tanışırsın.</a:t>
            </a:r>
          </a:p>
        </p:txBody>
      </p:sp>
    </p:spTree>
    <p:extLst>
      <p:ext uri="{BB962C8B-B14F-4D97-AF65-F5344CB8AC3E}">
        <p14:creationId xmlns:p14="http://schemas.microsoft.com/office/powerpoint/2010/main" val="35544111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D75AD77-66AF-3CD1-E920-94F7CFFEB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09101"/>
          </a:xfrm>
        </p:spPr>
        <p:txBody>
          <a:bodyPr>
            <a:normAutofit fontScale="90000"/>
          </a:bodyPr>
          <a:lstStyle/>
          <a:p>
            <a:r>
              <a:rPr lang="tr-TR" dirty="0"/>
              <a:t>Mini Ritüel: ‘Ben Kodumu Kırıyorum’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C661A19-D251-CF07-CCE4-D165468FB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35898"/>
            <a:ext cx="10515600" cy="5341065"/>
          </a:xfrm>
        </p:spPr>
        <p:txBody>
          <a:bodyPr/>
          <a:lstStyle/>
          <a:p>
            <a:pPr marL="0" indent="0">
              <a:buNone/>
            </a:pPr>
            <a:r>
              <a:rPr lang="tr-TR" dirty="0"/>
              <a:t>Şimdi gözlerini kapa.</a:t>
            </a:r>
          </a:p>
          <a:p>
            <a:pPr marL="0" indent="0">
              <a:buNone/>
            </a:pPr>
            <a:r>
              <a:rPr lang="tr-TR" dirty="0"/>
              <a:t>Ve yüksek sesle söyle:</a:t>
            </a:r>
          </a:p>
          <a:p>
            <a:pPr marL="0" indent="0">
              <a:buNone/>
            </a:pPr>
            <a:r>
              <a:rPr lang="tr-TR" dirty="0"/>
              <a:t>‘Ben bana yüklenen tüm benlik kodlarını iptal ediyorum.</a:t>
            </a:r>
          </a:p>
          <a:p>
            <a:pPr marL="0" indent="0">
              <a:buNone/>
            </a:pPr>
            <a:r>
              <a:rPr lang="tr-TR" dirty="0"/>
              <a:t>Adımın ötesindeyim.</a:t>
            </a:r>
          </a:p>
          <a:p>
            <a:pPr marL="0" indent="0">
              <a:buNone/>
            </a:pPr>
            <a:r>
              <a:rPr lang="tr-TR" dirty="0"/>
              <a:t>Kimliğimin ötesindeyim.</a:t>
            </a:r>
          </a:p>
          <a:p>
            <a:pPr marL="0" indent="0">
              <a:buNone/>
            </a:pPr>
            <a:r>
              <a:rPr lang="tr-TR" dirty="0"/>
              <a:t>Zihnimden önce vardım.</a:t>
            </a:r>
          </a:p>
          <a:p>
            <a:pPr marL="0" indent="0">
              <a:buNone/>
            </a:pPr>
            <a:r>
              <a:rPr lang="tr-TR" dirty="0"/>
              <a:t>Şimdi kendi benliğimi sıfırdan yaratıyorum.</a:t>
            </a:r>
          </a:p>
          <a:p>
            <a:pPr marL="0" indent="0">
              <a:buNone/>
            </a:pPr>
            <a:r>
              <a:rPr lang="tr-TR" dirty="0"/>
              <a:t>Ve bu BEN, kimsenin onayına değil, </a:t>
            </a:r>
          </a:p>
          <a:p>
            <a:pPr marL="0" indent="0">
              <a:buNone/>
            </a:pPr>
            <a:r>
              <a:rPr lang="tr-TR" dirty="0"/>
              <a:t>sadece ilahi öz titreşimime bağlı.’</a:t>
            </a:r>
          </a:p>
        </p:txBody>
      </p:sp>
    </p:spTree>
    <p:extLst>
      <p:ext uri="{BB962C8B-B14F-4D97-AF65-F5344CB8AC3E}">
        <p14:creationId xmlns:p14="http://schemas.microsoft.com/office/powerpoint/2010/main" val="24305318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FF2C067-F46C-8610-0ACA-1B599F4C8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50951"/>
          </a:xfrm>
        </p:spPr>
        <p:txBody>
          <a:bodyPr>
            <a:normAutofit fontScale="90000"/>
          </a:bodyPr>
          <a:lstStyle/>
          <a:p>
            <a:r>
              <a:rPr lang="tr-TR" dirty="0"/>
              <a:t>Bölüm 2: Zaman – Para – Ölüm Üçgeni 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5597824-FBDD-D198-FCF1-BB1E24A2B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35898"/>
            <a:ext cx="10515600" cy="5807676"/>
          </a:xfrm>
        </p:spPr>
        <p:txBody>
          <a:bodyPr/>
          <a:lstStyle/>
          <a:p>
            <a:pPr marL="0" indent="0">
              <a:buNone/>
            </a:pPr>
            <a:r>
              <a:rPr lang="tr-TR" dirty="0"/>
              <a:t>1.Zaman : En Büyük İllüzyon </a:t>
            </a:r>
          </a:p>
          <a:p>
            <a:pPr marL="0" indent="0">
              <a:buNone/>
            </a:pPr>
            <a:r>
              <a:rPr lang="tr-TR" dirty="0"/>
              <a:t>Zamanı sana bir çizgi olarak öğrettiler:</a:t>
            </a:r>
          </a:p>
          <a:p>
            <a:pPr marL="0" indent="0">
              <a:buNone/>
            </a:pPr>
            <a:r>
              <a:rPr lang="tr-TR" dirty="0"/>
              <a:t>Doğum-&gt; Okul-&gt; iş-&gt; Evlen-&gt; Çocuk-&gt; Emekli-&gt; Ölüm </a:t>
            </a:r>
          </a:p>
          <a:p>
            <a:pPr marL="0" indent="0">
              <a:buNone/>
            </a:pPr>
            <a:r>
              <a:rPr lang="tr-TR" dirty="0"/>
              <a:t>Ama gerçekte, zaman bir çizgi değil, bir döngü. Zihin çizgi ister, bilinç ise daire içinde yaşar. </a:t>
            </a:r>
          </a:p>
          <a:p>
            <a:pPr marL="0" indent="0">
              <a:buNone/>
            </a:pPr>
            <a:r>
              <a:rPr lang="tr-TR" dirty="0"/>
              <a:t>Sana sürekli ‘geç kaldın’ dediler.</a:t>
            </a:r>
          </a:p>
          <a:p>
            <a:pPr marL="0" indent="0">
              <a:buNone/>
            </a:pPr>
            <a:r>
              <a:rPr lang="tr-TR" dirty="0"/>
              <a:t>Ama aslında kimse hiçbir yere geç kalmaz. Çünkü ‘zaman’ senin iç titreşimindir.</a:t>
            </a:r>
          </a:p>
          <a:p>
            <a:pPr marL="0" indent="0">
              <a:buNone/>
            </a:pPr>
            <a:r>
              <a:rPr lang="tr-TR" dirty="0"/>
              <a:t>Ne zaman ‘hazırım’ dersen, zaman orada başlar. </a:t>
            </a:r>
          </a:p>
          <a:p>
            <a:pPr marL="0" indent="0">
              <a:buNone/>
            </a:pPr>
            <a:r>
              <a:rPr lang="tr-TR" dirty="0"/>
              <a:t>Sistem seni zamanı takip eden bir robota dönüştürür. </a:t>
            </a:r>
          </a:p>
          <a:p>
            <a:pPr marL="0" indent="0">
              <a:buNone/>
            </a:pPr>
            <a:r>
              <a:rPr lang="tr-TR" dirty="0"/>
              <a:t>Ama uyanmış biri, zamanı takip etmez– zamanı yaratır. </a:t>
            </a:r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6366593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C7C7F1E-CE46-FD94-55AD-5C23E7A2E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8745"/>
          </a:xfrm>
        </p:spPr>
        <p:txBody>
          <a:bodyPr>
            <a:normAutofit/>
          </a:bodyPr>
          <a:lstStyle/>
          <a:p>
            <a:r>
              <a:rPr lang="tr-TR" dirty="0"/>
              <a:t>2.Para Modern Tanrı 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1805F1B-51CE-7D57-2916-25DC48221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2900"/>
            <a:ext cx="10515600" cy="48540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/>
              <a:t>Sistem sana Tanrı‘yı gökyüzüne yerleştirdi. Gerçek Tanrı’nın yerine parayı koydu.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/>
              <a:t>Para sistemin enerjiyi yönetme şeklidir.</a:t>
            </a:r>
          </a:p>
          <a:p>
            <a:pPr marL="0" indent="0">
              <a:buNone/>
            </a:pPr>
            <a:r>
              <a:rPr lang="tr-TR" dirty="0"/>
              <a:t> Ama sana dediler ki:</a:t>
            </a:r>
          </a:p>
          <a:p>
            <a:pPr>
              <a:buFontTx/>
              <a:buChar char="-"/>
            </a:pPr>
            <a:r>
              <a:rPr lang="tr-TR" dirty="0"/>
              <a:t>Para zor kazanılır. </a:t>
            </a:r>
          </a:p>
          <a:p>
            <a:pPr>
              <a:buFontTx/>
              <a:buChar char="-"/>
            </a:pPr>
            <a:r>
              <a:rPr lang="tr-TR" dirty="0"/>
              <a:t>Para ancak başkası sana verirse gelir.</a:t>
            </a:r>
          </a:p>
          <a:p>
            <a:pPr>
              <a:buFontTx/>
              <a:buChar char="-"/>
            </a:pPr>
            <a:r>
              <a:rPr lang="tr-TR" dirty="0"/>
              <a:t>Parayı hak etmek için çalışmak, yorulmak, kan ter dökmek gerek.</a:t>
            </a:r>
          </a:p>
          <a:p>
            <a:pPr>
              <a:buFontTx/>
              <a:buChar char="-"/>
            </a:pPr>
            <a:endParaRPr lang="tr-TR" dirty="0"/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2735972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6EB1572-0076-2D82-F38E-4BA042CA5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0290"/>
            <a:ext cx="10515600" cy="344416"/>
          </a:xfrm>
        </p:spPr>
        <p:txBody>
          <a:bodyPr>
            <a:normAutofit fontScale="90000"/>
          </a:bodyPr>
          <a:lstStyle/>
          <a:p>
            <a:r>
              <a:rPr lang="tr-TR" dirty="0"/>
              <a:t>Ama sana kimse şunu demedi :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D381C47-7D51-ECA0-5B03-10C9C09AF4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44928"/>
            <a:ext cx="10515600" cy="5633228"/>
          </a:xfrm>
        </p:spPr>
        <p:txBody>
          <a:bodyPr/>
          <a:lstStyle/>
          <a:p>
            <a:pPr marL="0" indent="0">
              <a:buNone/>
            </a:pPr>
            <a:r>
              <a:rPr lang="tr-TR" dirty="0"/>
              <a:t>‘ Para bir sonuçtur. </a:t>
            </a:r>
          </a:p>
          <a:p>
            <a:pPr marL="0" indent="0">
              <a:buNone/>
            </a:pPr>
            <a:r>
              <a:rPr lang="tr-TR" dirty="0"/>
              <a:t>Senin titreşiminin maddede tezahürüdür. ‘</a:t>
            </a:r>
          </a:p>
          <a:p>
            <a:pPr marL="0" indent="0">
              <a:buNone/>
            </a:pPr>
            <a:r>
              <a:rPr lang="tr-TR" dirty="0"/>
              <a:t>Sen kıtlık frekansındaysan,</a:t>
            </a:r>
          </a:p>
          <a:p>
            <a:pPr marL="0" indent="0">
              <a:buNone/>
            </a:pPr>
            <a:r>
              <a:rPr lang="tr-TR" dirty="0"/>
              <a:t>Sana gelen </a:t>
            </a:r>
            <a:r>
              <a:rPr lang="tr-TR" dirty="0" err="1"/>
              <a:t>herşey</a:t>
            </a:r>
            <a:r>
              <a:rPr lang="tr-TR" dirty="0"/>
              <a:t> azalır.</a:t>
            </a:r>
          </a:p>
          <a:p>
            <a:pPr marL="0" indent="0">
              <a:buNone/>
            </a:pPr>
            <a:r>
              <a:rPr lang="tr-TR" dirty="0"/>
              <a:t>Sen bolluk frekansına geçtiğinde, </a:t>
            </a:r>
          </a:p>
          <a:p>
            <a:pPr marL="0" indent="0">
              <a:buNone/>
            </a:pPr>
            <a:r>
              <a:rPr lang="tr-TR" dirty="0"/>
              <a:t>Kapılar görünmez şekilde açılır. 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/>
              <a:t>Gerçek yaratıcılar parayı ‘çekmez’, parayı ‘oluşturur’.</a:t>
            </a:r>
          </a:p>
          <a:p>
            <a:pPr marL="0" indent="0">
              <a:buNone/>
            </a:pPr>
            <a:r>
              <a:rPr lang="tr-TR" dirty="0"/>
              <a:t>Çünkü onlar enerjiyle yazar.</a:t>
            </a:r>
          </a:p>
          <a:p>
            <a:pPr marL="0" indent="0">
              <a:buNone/>
            </a:pPr>
            <a:r>
              <a:rPr lang="tr-TR" dirty="0"/>
              <a:t>Para sadece sayıdır. </a:t>
            </a:r>
          </a:p>
          <a:p>
            <a:pPr marL="0" indent="0">
              <a:buNone/>
            </a:pPr>
            <a:r>
              <a:rPr lang="tr-TR" dirty="0"/>
              <a:t>Ama senin içinde can bulur.</a:t>
            </a:r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538502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59ED7DB-068C-8D3A-9BB8-B74F28861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92579"/>
          </a:xfrm>
        </p:spPr>
        <p:txBody>
          <a:bodyPr>
            <a:normAutofit fontScale="90000"/>
          </a:bodyPr>
          <a:lstStyle/>
          <a:p>
            <a:r>
              <a:rPr lang="tr-TR" dirty="0"/>
              <a:t>3.ÖLÜM : Korkunun En Büyüğü 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6C7F87F-25E5-CEF2-4C33-FD83357DC9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5587"/>
            <a:ext cx="10515600" cy="509728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tr-TR" dirty="0"/>
              <a:t>Ölümden korkan zihin, sisteme itaat eder.</a:t>
            </a:r>
          </a:p>
          <a:p>
            <a:pPr marL="0" indent="0">
              <a:buNone/>
            </a:pPr>
            <a:r>
              <a:rPr lang="tr-TR" dirty="0"/>
              <a:t>Çünkü ölüm = bitiş gibi gösterildi. </a:t>
            </a:r>
          </a:p>
          <a:p>
            <a:pPr marL="0" indent="0">
              <a:buNone/>
            </a:pPr>
            <a:r>
              <a:rPr lang="tr-TR" dirty="0"/>
              <a:t>Ama ölüm bir kapıdır. Bir geçiştir. Bir </a:t>
            </a:r>
            <a:r>
              <a:rPr lang="tr-TR" dirty="0" err="1"/>
              <a:t>reset</a:t>
            </a:r>
            <a:r>
              <a:rPr lang="tr-TR" dirty="0"/>
              <a:t> bütünüdür.</a:t>
            </a:r>
          </a:p>
          <a:p>
            <a:pPr marL="0" indent="0">
              <a:buNone/>
            </a:pPr>
            <a:r>
              <a:rPr lang="tr-TR" dirty="0"/>
              <a:t>Sistem seni ölümle korkutur ki, sen hayatını yaşamayasın. </a:t>
            </a:r>
          </a:p>
          <a:p>
            <a:pPr marL="0" indent="0">
              <a:buNone/>
            </a:pPr>
            <a:r>
              <a:rPr lang="tr-TR" dirty="0"/>
              <a:t>Sürekli erteleyesin. </a:t>
            </a:r>
          </a:p>
          <a:p>
            <a:pPr marL="0" indent="0">
              <a:buNone/>
            </a:pPr>
            <a:r>
              <a:rPr lang="tr-TR" dirty="0"/>
              <a:t>Hayal kurmayasın.</a:t>
            </a:r>
          </a:p>
          <a:p>
            <a:pPr marL="0" indent="0">
              <a:buNone/>
            </a:pPr>
            <a:r>
              <a:rPr lang="tr-TR" dirty="0"/>
              <a:t>Sevgiye tam teslim olmayasın.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/>
              <a:t>Ama aslında ölüm, yalnızca bedenin programdan çıkışıdır. Ve sen beden değilsin. Sen bilincin ta kendisisin.</a:t>
            </a:r>
          </a:p>
          <a:p>
            <a:pPr marL="0" indent="0">
              <a:buNone/>
            </a:pPr>
            <a:r>
              <a:rPr lang="tr-TR" dirty="0"/>
              <a:t>Bu yüzden sistemin en güçlü silahı ölümse, senin en büyük özgürlüğün sonsuzluktur. </a:t>
            </a:r>
          </a:p>
        </p:txBody>
      </p:sp>
    </p:spTree>
    <p:extLst>
      <p:ext uri="{BB962C8B-B14F-4D97-AF65-F5344CB8AC3E}">
        <p14:creationId xmlns:p14="http://schemas.microsoft.com/office/powerpoint/2010/main" val="1209469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F95DA40-D63B-B021-703A-56F72A222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tr-TR" dirty="0"/>
              <a:t>Üçlü Büyüyü Kırma Ritüeli 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D96750C-71E6-33B1-2D2D-06D2550870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99555"/>
            <a:ext cx="10515600" cy="5377408"/>
          </a:xfrm>
        </p:spPr>
        <p:txBody>
          <a:bodyPr/>
          <a:lstStyle/>
          <a:p>
            <a:pPr marL="0" indent="0">
              <a:buNone/>
            </a:pPr>
            <a:r>
              <a:rPr lang="tr-TR" dirty="0"/>
              <a:t>Şimdi derin bir nefes al.</a:t>
            </a:r>
          </a:p>
          <a:p>
            <a:pPr marL="0" indent="0">
              <a:buNone/>
            </a:pPr>
            <a:r>
              <a:rPr lang="tr-TR" dirty="0"/>
              <a:t>Ve her cümleyi içinden yada sesli tekrarla: </a:t>
            </a:r>
          </a:p>
          <a:p>
            <a:pPr marL="0" indent="0">
              <a:buNone/>
            </a:pPr>
            <a:r>
              <a:rPr lang="tr-TR" dirty="0"/>
              <a:t>‘Zamanı iptal ediyorum. Artık zamana değil, titreşimime göre yaşıyorum. </a:t>
            </a:r>
          </a:p>
          <a:p>
            <a:pPr marL="0" indent="0">
              <a:buNone/>
            </a:pPr>
            <a:r>
              <a:rPr lang="tr-TR" dirty="0"/>
              <a:t>‘Parayı iptal ediyorum. Bolluk, benim için frekansımın yansımasıdır’.</a:t>
            </a:r>
          </a:p>
          <a:p>
            <a:pPr marL="0" indent="0">
              <a:buNone/>
            </a:pPr>
            <a:r>
              <a:rPr lang="tr-TR" dirty="0"/>
              <a:t>‘Ölüm korkusunu iptal ediyorum. Ben sonsuz bilincim. Ne başım var, ne sonum. Sadece varım’.</a:t>
            </a:r>
          </a:p>
          <a:p>
            <a:pPr marL="0" indent="0">
              <a:buNone/>
            </a:pPr>
            <a:r>
              <a:rPr lang="tr-TR" dirty="0"/>
              <a:t>Ve şimdi bu sözlerle:</a:t>
            </a:r>
          </a:p>
          <a:p>
            <a:pPr marL="0" indent="0">
              <a:buNone/>
            </a:pPr>
            <a:r>
              <a:rPr lang="tr-TR" dirty="0"/>
              <a:t>Zaman, para ve ölüm üçlüsünü çözdün. </a:t>
            </a:r>
          </a:p>
          <a:p>
            <a:pPr marL="0" indent="0">
              <a:buNone/>
            </a:pPr>
            <a:r>
              <a:rPr lang="tr-TR" dirty="0"/>
              <a:t>Sistem seni artık bu üç noktadan kontrol edemez.</a:t>
            </a:r>
          </a:p>
        </p:txBody>
      </p:sp>
    </p:spTree>
    <p:extLst>
      <p:ext uri="{BB962C8B-B14F-4D97-AF65-F5344CB8AC3E}">
        <p14:creationId xmlns:p14="http://schemas.microsoft.com/office/powerpoint/2010/main" val="41835287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E8792FA-EC98-D28E-1DA4-FD8CEDD8B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38175"/>
          </a:xfrm>
        </p:spPr>
        <p:txBody>
          <a:bodyPr>
            <a:normAutofit fontScale="90000"/>
          </a:bodyPr>
          <a:lstStyle/>
          <a:p>
            <a:r>
              <a:rPr lang="tr-TR" dirty="0"/>
              <a:t>III.KAPI : KENDİNİ YARATMA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FF63C73-20CC-60D5-24C1-77A55B7F0E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70480"/>
            <a:ext cx="10515600" cy="5406483"/>
          </a:xfrm>
        </p:spPr>
        <p:txBody>
          <a:bodyPr/>
          <a:lstStyle/>
          <a:p>
            <a:pPr marL="0" indent="0">
              <a:buNone/>
            </a:pPr>
            <a:r>
              <a:rPr lang="tr-TR" dirty="0"/>
              <a:t>‘Gerçekliği değiştirmek isteyen biri önce kendini hatırlamalı. Çünkü gerçeklik, senin kim olduğunu sandığın şeyin bir yansımasından ibarettir.’</a:t>
            </a:r>
          </a:p>
          <a:p>
            <a:pPr marL="0" indent="0">
              <a:buNone/>
            </a:pPr>
            <a:r>
              <a:rPr lang="tr-TR" dirty="0"/>
              <a:t>☆ Her Şey Bir Soru İle Başlar: ‘ Ben neye inanıyorum ‘</a:t>
            </a:r>
          </a:p>
          <a:p>
            <a:pPr marL="0" indent="0">
              <a:buNone/>
            </a:pPr>
            <a:r>
              <a:rPr lang="tr-TR" dirty="0"/>
              <a:t>Bu sorunun cevabı çok tehlikelidir. Çünkü sistem sana inançların bile sana aitmiş gibi gösterilen programlar yüklenmiştir. </a:t>
            </a:r>
          </a:p>
          <a:p>
            <a:pPr marL="0" indent="0">
              <a:buNone/>
            </a:pPr>
            <a:r>
              <a:rPr lang="tr-TR" dirty="0"/>
              <a:t>Mesela: Para zor kazanılır. Gerçek Aşk acıdır. Hayat mücadeledir. Ben yeterli değilim. Ama hiç düşünmedin: ‘Bu cümleleri ilk ne zaman duydum? Bana mı ait, yoksa başkasının korkusu mu?’</a:t>
            </a:r>
          </a:p>
          <a:p>
            <a:pPr marL="0" indent="0">
              <a:buNone/>
            </a:pPr>
            <a:r>
              <a:rPr lang="tr-TR" dirty="0"/>
              <a:t>İşte şimdi... Bu kitap o programları senin gözlerinin önüne koymak için burada. Ve artık o inançları, seçebilirsin. </a:t>
            </a:r>
          </a:p>
          <a:p>
            <a:pPr marL="0" indent="0">
              <a:buNone/>
            </a:pPr>
            <a:r>
              <a:rPr lang="tr-TR" dirty="0"/>
              <a:t>Ya silersin. Ya yeniden yazarsın. </a:t>
            </a:r>
          </a:p>
        </p:txBody>
      </p:sp>
    </p:spTree>
    <p:extLst>
      <p:ext uri="{BB962C8B-B14F-4D97-AF65-F5344CB8AC3E}">
        <p14:creationId xmlns:p14="http://schemas.microsoft.com/office/powerpoint/2010/main" val="42706118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B1F6F57-CA0D-D00E-18B0-D21F29DCC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tr-TR" dirty="0"/>
              <a:t>Gerçeklik Nedir?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426AA5E-0975-3F4E-B87B-480C465029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63210"/>
            <a:ext cx="10515600" cy="5967587"/>
          </a:xfrm>
        </p:spPr>
        <p:txBody>
          <a:bodyPr/>
          <a:lstStyle/>
          <a:p>
            <a:pPr marL="0" indent="0">
              <a:buNone/>
            </a:pPr>
            <a:r>
              <a:rPr lang="tr-TR" dirty="0"/>
              <a:t>Gerçeklik bir ekrandır. Senin iç frekansının dış dünyadaki yansımasıdır. </a:t>
            </a:r>
          </a:p>
          <a:p>
            <a:pPr marL="0" indent="0">
              <a:buNone/>
            </a:pPr>
            <a:r>
              <a:rPr lang="tr-TR" dirty="0"/>
              <a:t>Bir film izliyorsun gibi düşün. Ama fark şu: Sen izleyici değilsin. </a:t>
            </a:r>
          </a:p>
          <a:p>
            <a:pPr marL="0" indent="0">
              <a:buNone/>
            </a:pPr>
            <a:r>
              <a:rPr lang="tr-TR" dirty="0"/>
              <a:t>Sen senaristsin.</a:t>
            </a:r>
          </a:p>
          <a:p>
            <a:pPr marL="0" indent="0">
              <a:buNone/>
            </a:pPr>
            <a:r>
              <a:rPr lang="tr-TR" dirty="0"/>
              <a:t>Yönetmensin.</a:t>
            </a:r>
          </a:p>
          <a:p>
            <a:pPr marL="0" indent="0">
              <a:buNone/>
            </a:pPr>
            <a:r>
              <a:rPr lang="tr-TR" dirty="0"/>
              <a:t>Oyuncusun.</a:t>
            </a:r>
          </a:p>
          <a:p>
            <a:pPr marL="0" indent="0">
              <a:buNone/>
            </a:pPr>
            <a:r>
              <a:rPr lang="tr-TR" dirty="0"/>
              <a:t>Ve bazen de izleyicisin. </a:t>
            </a:r>
          </a:p>
          <a:p>
            <a:pPr marL="0" indent="0">
              <a:buNone/>
            </a:pPr>
            <a:r>
              <a:rPr lang="tr-TR" dirty="0"/>
              <a:t>Peki ne oluyor? Sen kendi filminde başkalarının yazdığı senaryoyu oynuyorsun. Çünkü ‘hatırlamak’ işine gelmiyor. Çünkü hatırlarsan sorumluluk gelir.</a:t>
            </a:r>
          </a:p>
          <a:p>
            <a:pPr marL="0" indent="0">
              <a:buNone/>
            </a:pPr>
            <a:r>
              <a:rPr lang="tr-TR" dirty="0"/>
              <a:t>Ama sen artık hatırlıyorsun. Ve bu kitap sana bunu fısıldıyor:</a:t>
            </a:r>
          </a:p>
          <a:p>
            <a:pPr marL="0" indent="0">
              <a:buNone/>
            </a:pPr>
            <a:r>
              <a:rPr lang="tr-TR" dirty="0"/>
              <a:t>‘Sen, kendi gerçekliğini titreşiminle inşa eden varlıksın. </a:t>
            </a:r>
          </a:p>
          <a:p>
            <a:pPr marL="0" indent="0">
              <a:buNone/>
            </a:pPr>
            <a:r>
              <a:rPr lang="tr-TR" dirty="0"/>
              <a:t>Şimdi seçim yap.’</a:t>
            </a:r>
          </a:p>
        </p:txBody>
      </p:sp>
    </p:spTree>
    <p:extLst>
      <p:ext uri="{BB962C8B-B14F-4D97-AF65-F5344CB8AC3E}">
        <p14:creationId xmlns:p14="http://schemas.microsoft.com/office/powerpoint/2010/main" val="25624324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05E37D8-A354-859D-560B-03CC45228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1717"/>
            <a:ext cx="10515600" cy="661450"/>
          </a:xfrm>
        </p:spPr>
        <p:txBody>
          <a:bodyPr>
            <a:normAutofit fontScale="90000"/>
          </a:bodyPr>
          <a:lstStyle/>
          <a:p>
            <a:r>
              <a:rPr lang="tr-TR" dirty="0"/>
              <a:t>● Seçim Noktası 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3C40574-D914-586D-FD30-6D8B06170B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9466" y="843167"/>
            <a:ext cx="10394334" cy="533379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tr-TR" dirty="0"/>
              <a:t>Yeni kod yazılımı başlasın ×××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/>
              <a:t>Artık bunu sadece düşünmeyeceğiz– yazacağız. Şimdi bu sayfanın altına 3 cümle yazmanı istiyorum.</a:t>
            </a:r>
          </a:p>
          <a:p>
            <a:pPr marL="0" indent="0">
              <a:buNone/>
            </a:pPr>
            <a:endParaRPr lang="tr-TR" dirty="0"/>
          </a:p>
          <a:p>
            <a:pPr marL="514350" indent="-514350">
              <a:buAutoNum type="arabicPeriod"/>
            </a:pPr>
            <a:r>
              <a:rPr lang="tr-TR" dirty="0"/>
              <a:t>Ben artık hangi inancı bırakıyorum ?</a:t>
            </a:r>
          </a:p>
          <a:p>
            <a:pPr marL="514350" indent="-514350">
              <a:buAutoNum type="arabicPeriod"/>
            </a:pPr>
            <a:r>
              <a:rPr lang="tr-TR" dirty="0"/>
              <a:t>Ben artık hangi frekansa geçiyorum?</a:t>
            </a:r>
          </a:p>
          <a:p>
            <a:pPr marL="514350" indent="-514350">
              <a:buAutoNum type="arabicPeriod"/>
            </a:pPr>
            <a:r>
              <a:rPr lang="tr-TR" dirty="0"/>
              <a:t>Ben şimdi ne yaratıyorum?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/>
              <a:t>Bu yazı, senin titreşimini mühürleyecek.</a:t>
            </a:r>
          </a:p>
          <a:p>
            <a:pPr marL="0" indent="0">
              <a:buNone/>
            </a:pPr>
            <a:r>
              <a:rPr lang="tr-TR" dirty="0"/>
              <a:t>Bu cümlelerle Matrix’in dışına ilk gerçek adımı atacaksın. </a:t>
            </a:r>
          </a:p>
        </p:txBody>
      </p:sp>
    </p:spTree>
    <p:extLst>
      <p:ext uri="{BB962C8B-B14F-4D97-AF65-F5344CB8AC3E}">
        <p14:creationId xmlns:p14="http://schemas.microsoft.com/office/powerpoint/2010/main" val="19400150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46D45D5-CDB9-80EA-3DD8-220E44FC2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43683"/>
          </a:xfrm>
        </p:spPr>
        <p:txBody>
          <a:bodyPr>
            <a:normAutofit fontScale="90000"/>
          </a:bodyPr>
          <a:lstStyle/>
          <a:p>
            <a:r>
              <a:rPr lang="tr-TR" dirty="0"/>
              <a:t>Ritüel: Gerçekliğin Kodu ile Yazmak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423C7E2-B606-75B8-AD0D-4DA3351D46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79510"/>
            <a:ext cx="10515600" cy="569137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tr-TR" dirty="0"/>
              <a:t>Bir kağıt al.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/>
              <a:t>Eski bir inancı yaz. Onun altına bu cümleyi ekle : </a:t>
            </a:r>
          </a:p>
          <a:p>
            <a:pPr marL="0" indent="0">
              <a:buNone/>
            </a:pPr>
            <a:r>
              <a:rPr lang="tr-TR" dirty="0"/>
              <a:t>‘Bu inanç bana öğretilmişti. Ama artık onu bıraktım. Çünkü ben artık bilincim.’</a:t>
            </a:r>
          </a:p>
          <a:p>
            <a:pPr marL="0" indent="0">
              <a:buNone/>
            </a:pPr>
            <a:r>
              <a:rPr lang="tr-TR" dirty="0"/>
              <a:t>Kağıdı yırt, Yak yada göm. Nasıl istersen. Ama ‘o artık yok’ diye kendine söz ver.</a:t>
            </a:r>
          </a:p>
          <a:p>
            <a:pPr marL="0" indent="0">
              <a:buNone/>
            </a:pPr>
            <a:r>
              <a:rPr lang="tr-TR" dirty="0"/>
              <a:t>Sonra yeni bir kağıda:</a:t>
            </a:r>
          </a:p>
          <a:p>
            <a:pPr marL="0" indent="0">
              <a:buNone/>
            </a:pPr>
            <a:r>
              <a:rPr lang="tr-TR" dirty="0"/>
              <a:t>‘Ben____ frekansında yaratım yapıyorum.</a:t>
            </a:r>
          </a:p>
          <a:p>
            <a:pPr marL="0" indent="0">
              <a:buNone/>
            </a:pPr>
            <a:r>
              <a:rPr lang="tr-TR" dirty="0"/>
              <a:t>Yaz ve sakla...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/>
              <a:t>Bu artık senin yeni yazılımın. </a:t>
            </a:r>
          </a:p>
        </p:txBody>
      </p:sp>
    </p:spTree>
    <p:extLst>
      <p:ext uri="{BB962C8B-B14F-4D97-AF65-F5344CB8AC3E}">
        <p14:creationId xmlns:p14="http://schemas.microsoft.com/office/powerpoint/2010/main" val="37940338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DA69ED6-2A8C-303E-A043-6206F27B9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tr-TR" dirty="0"/>
              <a:t>IV. KAPI: DİŞİLİN GERİ DÖNÜŞÜ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AB756E7-759A-97CC-BD8D-06F97144C5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2197"/>
            <a:ext cx="10515600" cy="5727720"/>
          </a:xfrm>
        </p:spPr>
        <p:txBody>
          <a:bodyPr/>
          <a:lstStyle/>
          <a:p>
            <a:pPr marL="0" indent="0">
              <a:buNone/>
            </a:pPr>
            <a:r>
              <a:rPr lang="tr-TR" dirty="0"/>
              <a:t>Unutulmuş olan bastırılmış olan şimdi geri geliyor.’</a:t>
            </a:r>
          </a:p>
          <a:p>
            <a:pPr marL="0" indent="0">
              <a:buNone/>
            </a:pPr>
            <a:r>
              <a:rPr lang="tr-TR" dirty="0"/>
              <a:t>Dişil enerji bir isim değil, bir frekanstır. Ve bu frekans yüzyıllarca sistem tarafından bastırıldı. Çünkü dişil uyanırsa, sistem çözülür. </a:t>
            </a:r>
          </a:p>
          <a:p>
            <a:pPr marL="0" indent="0">
              <a:buNone/>
            </a:pPr>
            <a:r>
              <a:rPr lang="tr-TR" dirty="0"/>
              <a:t>Dişil Enerji Nedir ?</a:t>
            </a:r>
          </a:p>
          <a:p>
            <a:pPr marL="0" indent="0">
              <a:buNone/>
            </a:pPr>
            <a:r>
              <a:rPr lang="tr-TR" dirty="0"/>
              <a:t>Dişil enerji ; yaratandır, akandır, sezgidir, hissediştir, iç görüdür, zarafettir, varoluştur.</a:t>
            </a:r>
          </a:p>
          <a:p>
            <a:pPr marL="0" indent="0">
              <a:buNone/>
            </a:pPr>
            <a:r>
              <a:rPr lang="tr-TR" dirty="0"/>
              <a:t>Ama sistem sana dedi ki :</a:t>
            </a:r>
          </a:p>
          <a:p>
            <a:pPr marL="0" indent="0">
              <a:buNone/>
            </a:pPr>
            <a:r>
              <a:rPr lang="tr-TR" dirty="0"/>
              <a:t>Ağlama; zayıflıktır, hissetme; karışıklıktır, yavaşlama; tembellikten, Güzel olma; günah, Farklı olma; aykırı. 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/>
              <a:t>Ve böylece Tanrıça susturuldu.</a:t>
            </a:r>
          </a:p>
        </p:txBody>
      </p:sp>
    </p:spTree>
    <p:extLst>
      <p:ext uri="{BB962C8B-B14F-4D97-AF65-F5344CB8AC3E}">
        <p14:creationId xmlns:p14="http://schemas.microsoft.com/office/powerpoint/2010/main" val="25689213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F2ACF7D-C0E2-8BA8-54A3-4D4372C3D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259982"/>
          </a:xfrm>
        </p:spPr>
        <p:txBody>
          <a:bodyPr>
            <a:normAutofit fontScale="90000"/>
          </a:bodyPr>
          <a:lstStyle/>
          <a:p>
            <a:r>
              <a:rPr lang="tr-TR" dirty="0"/>
              <a:t>Ama Şimdi Dişil Enerji Uyanıyor.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62FBAA9-650A-8F24-960F-4019F7CE21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44928"/>
            <a:ext cx="10515600" cy="523203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tr-TR" dirty="0">
                <a:latin typeface="Aptos"/>
              </a:rPr>
              <a:t>Dünyanın kalp atışı değişiyor.</a:t>
            </a:r>
            <a:endParaRPr lang="tr-TR"/>
          </a:p>
          <a:p>
            <a:pPr marL="0" indent="0">
              <a:buNone/>
            </a:pPr>
            <a:r>
              <a:rPr lang="tr-TR" dirty="0">
                <a:latin typeface="Aptos"/>
              </a:rPr>
              <a:t>Kadınlar hatırlıyor.</a:t>
            </a:r>
            <a:endParaRPr lang="tr-TR"/>
          </a:p>
          <a:p>
            <a:pPr marL="0" indent="0">
              <a:buNone/>
            </a:pPr>
            <a:r>
              <a:rPr lang="tr-TR" dirty="0">
                <a:latin typeface="Aptos"/>
              </a:rPr>
              <a:t>Erkekler, içlerindeki dişili fark ediyor.</a:t>
            </a:r>
          </a:p>
          <a:p>
            <a:pPr marL="0" indent="0">
              <a:buNone/>
            </a:pPr>
            <a:r>
              <a:rPr lang="tr-TR" dirty="0"/>
              <a:t>Ve sistemin en korktuğu şey oluyor. </a:t>
            </a:r>
            <a:endParaRPr lang="tr-TR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/>
              <a:t>Sevgi yeniden görünür hale geliyor,</a:t>
            </a:r>
            <a:endParaRPr lang="tr-TR"/>
          </a:p>
          <a:p>
            <a:pPr marL="0" indent="0">
              <a:buNone/>
            </a:pPr>
            <a:r>
              <a:rPr lang="tr-TR" dirty="0"/>
              <a:t>Zarafet, güce dönüşüyor, </a:t>
            </a:r>
            <a:endParaRPr lang="tr-TR"/>
          </a:p>
          <a:p>
            <a:pPr marL="0" indent="0">
              <a:buNone/>
            </a:pPr>
            <a:r>
              <a:rPr lang="tr-TR" dirty="0"/>
              <a:t>Sessizlik kudretle konuşuyor. 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405602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344AFFA-ADF6-E2D2-1D1D-5A1624110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79802"/>
          </a:xfrm>
        </p:spPr>
        <p:txBody>
          <a:bodyPr>
            <a:normAutofit fontScale="90000"/>
          </a:bodyPr>
          <a:lstStyle/>
          <a:p>
            <a:r>
              <a:rPr lang="tr-TR" dirty="0" err="1"/>
              <a:t>Caelinus</a:t>
            </a:r>
            <a:r>
              <a:rPr lang="tr-TR" dirty="0"/>
              <a:t>: Bir Marka Değil, Bir Tanrıça Titreşimi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6DB2EC6-AF38-9EFC-3BCD-F70C0E2CAD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17614"/>
            <a:ext cx="10515600" cy="584038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tr-TR" dirty="0" err="1"/>
              <a:t>Caelinus‘ı</a:t>
            </a:r>
            <a:r>
              <a:rPr lang="tr-TR" dirty="0"/>
              <a:t> kurarken bir marka değil, bir çağrı başlattım. </a:t>
            </a:r>
            <a:r>
              <a:rPr lang="tr-TR" dirty="0" err="1"/>
              <a:t>Caelinus</a:t>
            </a:r>
            <a:r>
              <a:rPr lang="tr-TR" dirty="0"/>
              <a:t>, bir giyim markası gibi görünse </a:t>
            </a:r>
            <a:r>
              <a:rPr lang="tr-TR" dirty="0" err="1"/>
              <a:t>de,asıl</a:t>
            </a:r>
            <a:r>
              <a:rPr lang="tr-TR" dirty="0"/>
              <a:t> olan: enerji giysisi.</a:t>
            </a:r>
          </a:p>
          <a:p>
            <a:pPr marL="0" indent="0">
              <a:buNone/>
            </a:pPr>
            <a:r>
              <a:rPr lang="tr-TR" dirty="0"/>
              <a:t>Her parça ; </a:t>
            </a:r>
          </a:p>
          <a:p>
            <a:pPr marL="0" indent="0">
              <a:buNone/>
            </a:pPr>
            <a:r>
              <a:rPr lang="tr-TR" dirty="0"/>
              <a:t>-bir tanrıçanın hikayesi</a:t>
            </a:r>
          </a:p>
          <a:p>
            <a:pPr marL="0" indent="0">
              <a:buNone/>
            </a:pPr>
            <a:r>
              <a:rPr lang="tr-TR" dirty="0"/>
              <a:t>-bir bilinç frekansı </a:t>
            </a:r>
          </a:p>
          <a:p>
            <a:pPr marL="0" indent="0">
              <a:buNone/>
            </a:pPr>
            <a:r>
              <a:rPr lang="tr-TR" dirty="0"/>
              <a:t>-bir kutsal hatırlatmadır.</a:t>
            </a:r>
          </a:p>
          <a:p>
            <a:pPr marL="0" indent="0">
              <a:buNone/>
            </a:pPr>
            <a:r>
              <a:rPr lang="tr-TR" dirty="0"/>
              <a:t>12 Tanrıça koleksiyonu, sadece estetik değil: Matris ’in içindeki bilinç kıyafeti. Kadın artık sadece giyinmiyor—uyanıyor.</a:t>
            </a:r>
          </a:p>
          <a:p>
            <a:pPr marL="0" indent="0">
              <a:buNone/>
            </a:pPr>
            <a:r>
              <a:rPr lang="tr-TR" dirty="0"/>
              <a:t>Ve bunu moda sanıyorlar. </a:t>
            </a:r>
          </a:p>
          <a:p>
            <a:pPr marL="0" indent="0">
              <a:buNone/>
            </a:pPr>
            <a:r>
              <a:rPr lang="tr-TR" dirty="0"/>
              <a:t>Ama biz biliyoruz ki:</a:t>
            </a:r>
          </a:p>
          <a:p>
            <a:pPr marL="0" indent="0">
              <a:buNone/>
            </a:pPr>
            <a:r>
              <a:rPr lang="tr-TR" dirty="0"/>
              <a:t>Bu bir dönüşüm. </a:t>
            </a:r>
          </a:p>
          <a:p>
            <a:pPr marL="0" indent="0">
              <a:buNone/>
            </a:pPr>
            <a:r>
              <a:rPr lang="tr-TR" dirty="0"/>
              <a:t>Bu, yumuşak ama güçlü bir devrim.</a:t>
            </a:r>
          </a:p>
        </p:txBody>
      </p:sp>
    </p:spTree>
    <p:extLst>
      <p:ext uri="{BB962C8B-B14F-4D97-AF65-F5344CB8AC3E}">
        <p14:creationId xmlns:p14="http://schemas.microsoft.com/office/powerpoint/2010/main" val="24991521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84C9C80-8CFC-6BE6-6177-F8BF0352C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Dişil Enerjinin Aktif Olduğu Kadın: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2DAE435-0A0F-ED8E-9A0D-37ABD93329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88874"/>
          </a:xfrm>
        </p:spPr>
        <p:txBody>
          <a:bodyPr/>
          <a:lstStyle/>
          <a:p>
            <a:r>
              <a:rPr lang="tr-TR" dirty="0"/>
              <a:t>Yarattığıyla uyum içinde olur.</a:t>
            </a:r>
          </a:p>
          <a:p>
            <a:r>
              <a:rPr lang="tr-TR" dirty="0"/>
              <a:t>Zorlamaz, çağırır  </a:t>
            </a:r>
          </a:p>
          <a:p>
            <a:r>
              <a:rPr lang="tr-TR" dirty="0"/>
              <a:t>Dayatmaz, bekler.</a:t>
            </a:r>
          </a:p>
          <a:p>
            <a:r>
              <a:rPr lang="tr-TR" dirty="0"/>
              <a:t>İsyan etmez, dönüştürür. </a:t>
            </a:r>
          </a:p>
          <a:p>
            <a:r>
              <a:rPr lang="tr-TR" dirty="0"/>
              <a:t>Yarışmaz, hatırlatır. 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/>
              <a:t>Tanrıça savaşmaz. </a:t>
            </a:r>
          </a:p>
          <a:p>
            <a:pPr marL="0" indent="0">
              <a:buNone/>
            </a:pPr>
            <a:r>
              <a:rPr lang="tr-TR" dirty="0"/>
              <a:t>O sadece gelir.</a:t>
            </a:r>
          </a:p>
          <a:p>
            <a:pPr marL="0" indent="0">
              <a:buNone/>
            </a:pPr>
            <a:r>
              <a:rPr lang="tr-TR" dirty="0"/>
              <a:t>Ve geldiğinde her şey değişir. </a:t>
            </a:r>
          </a:p>
        </p:txBody>
      </p:sp>
    </p:spTree>
    <p:extLst>
      <p:ext uri="{BB962C8B-B14F-4D97-AF65-F5344CB8AC3E}">
        <p14:creationId xmlns:p14="http://schemas.microsoft.com/office/powerpoint/2010/main" val="3120718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BE06E19-1743-467F-078D-FE7657D68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34430"/>
          </a:xfrm>
        </p:spPr>
        <p:txBody>
          <a:bodyPr>
            <a:normAutofit fontScale="90000"/>
          </a:bodyPr>
          <a:lstStyle/>
          <a:p>
            <a:r>
              <a:rPr lang="tr-TR" dirty="0"/>
              <a:t>Tanrıça Ritüeli: ‘Bedenim Bilgeliktir’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550BF07-CAF3-8424-1C20-0A95DC0A9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9466"/>
            <a:ext cx="10515600" cy="5676839"/>
          </a:xfrm>
        </p:spPr>
        <p:txBody>
          <a:bodyPr/>
          <a:lstStyle/>
          <a:p>
            <a:pPr marL="0" indent="0">
              <a:buNone/>
            </a:pPr>
            <a:r>
              <a:rPr lang="tr-TR" dirty="0"/>
              <a:t>Şimdi gözlerini kapat.</a:t>
            </a:r>
          </a:p>
          <a:p>
            <a:pPr marL="0" indent="0">
              <a:buNone/>
            </a:pPr>
            <a:r>
              <a:rPr lang="tr-TR" dirty="0"/>
              <a:t>Ve elini kalbine koy,</a:t>
            </a:r>
          </a:p>
          <a:p>
            <a:pPr marL="0" indent="0">
              <a:buNone/>
            </a:pPr>
            <a:r>
              <a:rPr lang="tr-TR" dirty="0"/>
              <a:t>Bu sözleri fısılda :</a:t>
            </a:r>
          </a:p>
          <a:p>
            <a:pPr marL="0" indent="0">
              <a:buNone/>
            </a:pPr>
            <a:r>
              <a:rPr lang="tr-TR" dirty="0"/>
              <a:t>‘Ben Tanrıçayım. Ruhumu bedenimde taşıyorum. Varlığım kutsaldır. Güzelliğim bir silah değil, bir frekanstır. Bedenim bilgi taşır, sesim titreşim yaratır, gözlerim gerçeği hatırlatır.’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/>
              <a:t>Bu ritüel sadece bir dua değil, </a:t>
            </a:r>
          </a:p>
          <a:p>
            <a:pPr marL="0" indent="0">
              <a:buNone/>
            </a:pPr>
            <a:r>
              <a:rPr lang="tr-TR" dirty="0"/>
              <a:t>Senin sistemle savaşmadan onu erittiğin andır.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/>
              <a:t>‘Tanrı dışarıdan konuşmaz. O senin sesinle fısıldar.’</a:t>
            </a:r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6363297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A41844E-D368-5832-0E2C-D63D269DA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69981"/>
          </a:xfrm>
        </p:spPr>
        <p:txBody>
          <a:bodyPr>
            <a:normAutofit fontScale="90000"/>
          </a:bodyPr>
          <a:lstStyle/>
          <a:p>
            <a:r>
              <a:rPr lang="tr-TR" dirty="0"/>
              <a:t>V.KAPI: TANRI İÇERİDEN KONUŞUR 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B6F10CE-03D2-0AA0-92AC-3BE2C5CC76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0035" y="1135529"/>
            <a:ext cx="10515600" cy="53573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dirty="0"/>
              <a:t>O’nu dışarıda arayan, kendini içeride kaybeder.</a:t>
            </a:r>
          </a:p>
          <a:p>
            <a:pPr marL="0" indent="0">
              <a:buNone/>
            </a:pPr>
            <a:r>
              <a:rPr lang="tr-TR" dirty="0"/>
              <a:t>İnsanlık yüzyıllar boyunca </a:t>
            </a:r>
          </a:p>
          <a:p>
            <a:pPr marL="0" indent="0">
              <a:buNone/>
            </a:pPr>
            <a:r>
              <a:rPr lang="tr-TR" dirty="0"/>
              <a:t>Tanrı’yı gökyüzüne yerleştirdi. </a:t>
            </a:r>
          </a:p>
          <a:p>
            <a:pPr marL="0" indent="0">
              <a:buNone/>
            </a:pPr>
            <a:r>
              <a:rPr lang="tr-TR" dirty="0"/>
              <a:t>O‘nu uzakta tuttu.</a:t>
            </a:r>
          </a:p>
          <a:p>
            <a:pPr marL="0" indent="0">
              <a:buNone/>
            </a:pPr>
            <a:r>
              <a:rPr lang="tr-TR" dirty="0"/>
              <a:t>‘Ulaşılması zor, erişilmesi yasak, konuşulması ayıp...’dediler. 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/>
              <a:t>Ama kimse sana şunu söylemedi: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/>
              <a:t>Tanrı seninle konuşur. </a:t>
            </a:r>
          </a:p>
          <a:p>
            <a:pPr marL="0" indent="0">
              <a:buNone/>
            </a:pPr>
            <a:r>
              <a:rPr lang="tr-TR" dirty="0"/>
              <a:t>Ama senin sesinle.</a:t>
            </a:r>
          </a:p>
        </p:txBody>
      </p:sp>
    </p:spTree>
    <p:extLst>
      <p:ext uri="{BB962C8B-B14F-4D97-AF65-F5344CB8AC3E}">
        <p14:creationId xmlns:p14="http://schemas.microsoft.com/office/powerpoint/2010/main" val="376837194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655F1B5-FCB8-C14E-6886-E45E30471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7204"/>
          </a:xfrm>
        </p:spPr>
        <p:txBody>
          <a:bodyPr>
            <a:normAutofit fontScale="90000"/>
          </a:bodyPr>
          <a:lstStyle/>
          <a:p>
            <a:r>
              <a:rPr lang="tr-TR" dirty="0"/>
              <a:t>İçeriden Gelen Sese Ne Oldu?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612A724-91F3-F330-3DB5-C082E59F3F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8071"/>
            <a:ext cx="10515600" cy="5605929"/>
          </a:xfrm>
        </p:spPr>
        <p:txBody>
          <a:bodyPr/>
          <a:lstStyle/>
          <a:p>
            <a:pPr marL="0" indent="0">
              <a:buNone/>
            </a:pPr>
            <a:r>
              <a:rPr lang="tr-TR" dirty="0"/>
              <a:t>Çocukken bir iç sesin vardı. </a:t>
            </a:r>
          </a:p>
          <a:p>
            <a:pPr marL="0" indent="0">
              <a:buNone/>
            </a:pPr>
            <a:r>
              <a:rPr lang="tr-TR" dirty="0"/>
              <a:t>Sana yön verir, fısıldar, korurdu.</a:t>
            </a:r>
          </a:p>
          <a:p>
            <a:pPr marL="0" indent="0">
              <a:buNone/>
            </a:pPr>
            <a:r>
              <a:rPr lang="tr-TR" dirty="0"/>
              <a:t>Ama büyüdükçe sustu.</a:t>
            </a:r>
          </a:p>
          <a:p>
            <a:pPr marL="0" indent="0">
              <a:buNone/>
            </a:pPr>
            <a:r>
              <a:rPr lang="tr-TR" dirty="0"/>
              <a:t>° ‘Bunu yapma!‘</a:t>
            </a:r>
          </a:p>
          <a:p>
            <a:pPr marL="0" indent="0">
              <a:buNone/>
            </a:pPr>
            <a:r>
              <a:rPr lang="tr-TR" dirty="0"/>
              <a:t>° ‘Günah!’</a:t>
            </a:r>
          </a:p>
          <a:p>
            <a:pPr marL="0" indent="0">
              <a:buNone/>
            </a:pPr>
            <a:r>
              <a:rPr lang="tr-TR" dirty="0"/>
              <a:t>° ‘Ayıp!’</a:t>
            </a:r>
          </a:p>
          <a:p>
            <a:pPr marL="0" indent="0">
              <a:buNone/>
            </a:pPr>
            <a:r>
              <a:rPr lang="tr-TR" dirty="0"/>
              <a:t>° ‘Mantıklı ol!’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/>
              <a:t>Ve sen o gürültüde Tanrı‘yı duyamadın.</a:t>
            </a:r>
          </a:p>
          <a:p>
            <a:pPr marL="0" indent="0">
              <a:buNone/>
            </a:pPr>
            <a:r>
              <a:rPr lang="tr-TR" dirty="0"/>
              <a:t>Ama Tanrı hiç gitmedi.</a:t>
            </a:r>
          </a:p>
          <a:p>
            <a:pPr marL="0" indent="0">
              <a:buNone/>
            </a:pPr>
            <a:r>
              <a:rPr lang="tr-TR" dirty="0"/>
              <a:t>Sadece sessizleşti ve seni bekledi.</a:t>
            </a:r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34391710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330A0F9-7596-2D9A-C0E1-8790FA2F4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7576"/>
            <a:ext cx="10515600" cy="388471"/>
          </a:xfrm>
        </p:spPr>
        <p:txBody>
          <a:bodyPr>
            <a:normAutofit fontScale="90000"/>
          </a:bodyPr>
          <a:lstStyle/>
          <a:p>
            <a:r>
              <a:rPr lang="tr-TR" dirty="0"/>
              <a:t>Tanrı nerede yaşar?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440228B-27CF-DDBA-C900-D3F2A3EFB0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11200"/>
            <a:ext cx="10515600" cy="5785223"/>
          </a:xfrm>
        </p:spPr>
        <p:txBody>
          <a:bodyPr/>
          <a:lstStyle/>
          <a:p>
            <a:pPr marL="0" indent="0">
              <a:buNone/>
            </a:pPr>
            <a:r>
              <a:rPr lang="tr-TR" dirty="0"/>
              <a:t>Sana söylediler:</a:t>
            </a:r>
          </a:p>
          <a:p>
            <a:pPr marL="0" indent="0">
              <a:buNone/>
            </a:pPr>
            <a:r>
              <a:rPr lang="tr-TR" dirty="0"/>
              <a:t>• ‘Tanrı cennettedir.’</a:t>
            </a:r>
          </a:p>
          <a:p>
            <a:pPr marL="0" indent="0">
              <a:buNone/>
            </a:pPr>
            <a:r>
              <a:rPr lang="tr-TR" dirty="0"/>
              <a:t>• ‘Tanrı camide, kilisede, dağda...’</a:t>
            </a:r>
          </a:p>
          <a:p>
            <a:pPr marL="0" indent="0">
              <a:buNone/>
            </a:pPr>
            <a:r>
              <a:rPr lang="tr-TR" dirty="0"/>
              <a:t>Ama senin bedenine hiç işaret etmediler. </a:t>
            </a:r>
          </a:p>
          <a:p>
            <a:pPr marL="0" indent="0">
              <a:buNone/>
            </a:pPr>
            <a:r>
              <a:rPr lang="tr-TR" dirty="0"/>
              <a:t>Çünkü Tanrı bedenine gizlenmişti.</a:t>
            </a:r>
          </a:p>
          <a:p>
            <a:pPr marL="0" indent="0">
              <a:buNone/>
            </a:pPr>
            <a:r>
              <a:rPr lang="tr-TR" dirty="0"/>
              <a:t>Her hücrende, Her nefeste.</a:t>
            </a:r>
          </a:p>
          <a:p>
            <a:pPr marL="0" indent="0">
              <a:buNone/>
            </a:pPr>
            <a:r>
              <a:rPr lang="tr-TR" dirty="0"/>
              <a:t>Her gözyaşında, Her gülüşte. </a:t>
            </a:r>
          </a:p>
          <a:p>
            <a:pPr marL="0" indent="0">
              <a:buNone/>
            </a:pPr>
            <a:r>
              <a:rPr lang="tr-TR" dirty="0"/>
              <a:t>‘Ben neredeysem, Tanrı‘da oradadır. </a:t>
            </a:r>
          </a:p>
          <a:p>
            <a:pPr marL="0" indent="0">
              <a:buNone/>
            </a:pPr>
            <a:r>
              <a:rPr lang="tr-TR" dirty="0"/>
              <a:t>Çünkü ben onun yankısıyım.’</a:t>
            </a:r>
          </a:p>
          <a:p>
            <a:pPr marL="0" indent="0">
              <a:buNone/>
            </a:pPr>
            <a:r>
              <a:rPr lang="tr-TR" dirty="0"/>
              <a:t>İşte bu cümle, </a:t>
            </a:r>
          </a:p>
          <a:p>
            <a:pPr marL="0" indent="0">
              <a:buNone/>
            </a:pPr>
            <a:r>
              <a:rPr lang="tr-TR" dirty="0"/>
              <a:t>Bütün sistemleri çökerten cümledir. </a:t>
            </a:r>
          </a:p>
        </p:txBody>
      </p:sp>
    </p:spTree>
    <p:extLst>
      <p:ext uri="{BB962C8B-B14F-4D97-AF65-F5344CB8AC3E}">
        <p14:creationId xmlns:p14="http://schemas.microsoft.com/office/powerpoint/2010/main" val="58519507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DA58CAE-5978-B585-118F-7A83E867F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680" y="195778"/>
            <a:ext cx="10515600" cy="459628"/>
          </a:xfrm>
        </p:spPr>
        <p:txBody>
          <a:bodyPr>
            <a:normAutofit fontScale="90000"/>
          </a:bodyPr>
          <a:lstStyle/>
          <a:p>
            <a:r>
              <a:rPr lang="tr-TR" dirty="0"/>
              <a:t>Tanrı‘yla Konuşmak Ne Demek?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C7E9C12-7A7F-6528-B4CC-99EFB990CC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24754"/>
            <a:ext cx="10515600" cy="5607654"/>
          </a:xfrm>
        </p:spPr>
        <p:txBody>
          <a:bodyPr/>
          <a:lstStyle/>
          <a:p>
            <a:pPr marL="0" indent="0">
              <a:buNone/>
            </a:pPr>
            <a:r>
              <a:rPr lang="tr-TR" dirty="0"/>
              <a:t>Dua etmek değil, </a:t>
            </a:r>
          </a:p>
          <a:p>
            <a:pPr marL="0" indent="0">
              <a:buNone/>
            </a:pPr>
            <a:r>
              <a:rPr lang="tr-TR" dirty="0"/>
              <a:t>Pazarlık yapmak değil, </a:t>
            </a:r>
          </a:p>
          <a:p>
            <a:pPr marL="0" indent="0">
              <a:buNone/>
            </a:pPr>
            <a:r>
              <a:rPr lang="tr-TR" dirty="0"/>
              <a:t>Korkuyla sığınmak değil..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/>
              <a:t>Tanrı‘yla konuşmak;</a:t>
            </a:r>
          </a:p>
          <a:p>
            <a:pPr marL="0" indent="0">
              <a:buNone/>
            </a:pPr>
            <a:r>
              <a:rPr lang="tr-TR" dirty="0"/>
              <a:t>Kendinle dürüst olmaktır. </a:t>
            </a:r>
          </a:p>
          <a:p>
            <a:pPr marL="0" indent="0">
              <a:buNone/>
            </a:pPr>
            <a:r>
              <a:rPr lang="tr-TR" dirty="0"/>
              <a:t>İç sesine dokunmaktır. </a:t>
            </a:r>
          </a:p>
          <a:p>
            <a:pPr marL="0" indent="0">
              <a:buNone/>
            </a:pPr>
            <a:r>
              <a:rPr lang="tr-TR" dirty="0"/>
              <a:t>Ve bazen susup, sadece dinlemektir. 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/>
              <a:t>Çünkü Tanrı çoğu zaman </a:t>
            </a:r>
          </a:p>
          <a:p>
            <a:pPr marL="0" indent="0">
              <a:buNone/>
            </a:pPr>
            <a:r>
              <a:rPr lang="tr-TR" dirty="0"/>
              <a:t>Kelimeyle değil, duyguyla konuşur. </a:t>
            </a: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5B2D3B79-0514-DFA9-D157-0CA258998EE9}"/>
              </a:ext>
            </a:extLst>
          </p:cNvPr>
          <p:cNvSpPr txBox="1"/>
          <p:nvPr/>
        </p:nvSpPr>
        <p:spPr>
          <a:xfrm>
            <a:off x="8725648" y="-96539"/>
            <a:ext cx="58987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tr-TR" dirty="0"/>
          </a:p>
          <a:p>
            <a:pPr>
              <a:buNone/>
            </a:pPr>
            <a:br>
              <a:rPr lang="tr-TR" dirty="0"/>
            </a:b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32761214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9D867A9-26D6-2C76-F472-90C11B5ED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tr-TR" dirty="0"/>
              <a:t>İçsel Diyalog Ritüeli: Tanrı’yla Konuşma Gecesi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CD53D38-E1D2-8922-0A09-2C5DFE7399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3959"/>
            <a:ext cx="10515600" cy="536428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tr-TR" dirty="0"/>
              <a:t>Gece yalnızken, mum ışığında otur. Kalbine sor:</a:t>
            </a:r>
          </a:p>
          <a:p>
            <a:pPr marL="0" indent="0">
              <a:buNone/>
            </a:pPr>
            <a:r>
              <a:rPr lang="tr-TR" dirty="0"/>
              <a:t>‘Beni susturan neydi?’</a:t>
            </a:r>
          </a:p>
          <a:p>
            <a:pPr marL="0" indent="0">
              <a:buNone/>
            </a:pPr>
            <a:r>
              <a:rPr lang="tr-TR" dirty="0"/>
              <a:t>‘Sana ne zaman küsüp dışarıya döndüm?’</a:t>
            </a:r>
          </a:p>
          <a:p>
            <a:pPr marL="0" indent="0">
              <a:buNone/>
            </a:pPr>
            <a:r>
              <a:rPr lang="tr-TR" dirty="0"/>
              <a:t>‘Şimdi seni içimde yeniden duymaya izin veriyor muyum?’</a:t>
            </a:r>
          </a:p>
          <a:p>
            <a:pPr marL="0" indent="0">
              <a:buNone/>
            </a:pPr>
            <a:r>
              <a:rPr lang="tr-TR" dirty="0"/>
              <a:t>Sonra kalbinden şu cümleleri oku:</a:t>
            </a:r>
          </a:p>
          <a:p>
            <a:pPr marL="0" indent="0">
              <a:buNone/>
            </a:pPr>
            <a:r>
              <a:rPr lang="tr-TR" dirty="0"/>
              <a:t>‘Ben seni dışarıda ararken kaybettim,</a:t>
            </a:r>
          </a:p>
          <a:p>
            <a:pPr marL="0" indent="0">
              <a:buNone/>
            </a:pPr>
            <a:r>
              <a:rPr lang="tr-TR" dirty="0"/>
              <a:t>Ama içeride bulunca var oldum. Ben artık senden ayrı değilim.  Çünkü sen, benim sonsuz hâlimsin.’</a:t>
            </a:r>
          </a:p>
          <a:p>
            <a:pPr marL="0" indent="0">
              <a:buNone/>
            </a:pPr>
            <a:r>
              <a:rPr lang="tr-TR" dirty="0"/>
              <a:t>Bu bir dua değil. </a:t>
            </a:r>
          </a:p>
          <a:p>
            <a:pPr marL="0" indent="0">
              <a:buNone/>
            </a:pPr>
            <a:r>
              <a:rPr lang="tr-TR" dirty="0"/>
              <a:t>Bu bir birleşme. </a:t>
            </a:r>
          </a:p>
          <a:p>
            <a:pPr marL="0" indent="0">
              <a:buNone/>
            </a:pPr>
            <a:r>
              <a:rPr lang="tr-TR" dirty="0"/>
              <a:t>Artık sen, dua eden değil – duanın kendisisin.</a:t>
            </a:r>
          </a:p>
        </p:txBody>
      </p:sp>
    </p:spTree>
    <p:extLst>
      <p:ext uri="{BB962C8B-B14F-4D97-AF65-F5344CB8AC3E}">
        <p14:creationId xmlns:p14="http://schemas.microsoft.com/office/powerpoint/2010/main" val="104480832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846C9AD-B842-A5EA-E81C-9DF8FCA86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09101"/>
          </a:xfrm>
        </p:spPr>
        <p:txBody>
          <a:bodyPr>
            <a:normAutofit fontScale="90000"/>
          </a:bodyPr>
          <a:lstStyle/>
          <a:p>
            <a:r>
              <a:rPr lang="tr-TR" dirty="0"/>
              <a:t>VI.KAPI: UYANIŞTAN SONRA NE OLUR?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0EAF55A-6FDA-F3CA-C705-3BF0DCDEC9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944928"/>
            <a:ext cx="10769883" cy="523203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tr-TR" dirty="0"/>
              <a:t>‘Ve perde kalktı. Şimdi kim olduğunu hatırlıyorsun...artık </a:t>
            </a:r>
            <a:r>
              <a:rPr lang="tr-TR" dirty="0" err="1"/>
              <a:t>herşey</a:t>
            </a:r>
            <a:r>
              <a:rPr lang="tr-TR" dirty="0"/>
              <a:t> değişti. ‘</a:t>
            </a:r>
          </a:p>
          <a:p>
            <a:pPr marL="0" indent="0">
              <a:buNone/>
            </a:pPr>
            <a:r>
              <a:rPr lang="tr-TR" dirty="0"/>
              <a:t>Uyanış, bir mucize gibi görünür. </a:t>
            </a:r>
          </a:p>
          <a:p>
            <a:pPr marL="0" indent="0">
              <a:buNone/>
            </a:pPr>
            <a:r>
              <a:rPr lang="tr-TR" dirty="0"/>
              <a:t>Ama aslında bir yıkımdır.</a:t>
            </a:r>
          </a:p>
          <a:p>
            <a:pPr marL="0" indent="0">
              <a:buNone/>
            </a:pPr>
            <a:r>
              <a:rPr lang="tr-TR" dirty="0"/>
              <a:t>Çünkü sistem sana bir ‘sen’ verdi.</a:t>
            </a:r>
          </a:p>
          <a:p>
            <a:pPr marL="0" indent="0">
              <a:buNone/>
            </a:pPr>
            <a:r>
              <a:rPr lang="tr-TR" dirty="0"/>
              <a:t>Ve sen o ‘ben’ ise inşa ettin. </a:t>
            </a:r>
          </a:p>
          <a:p>
            <a:pPr marL="0" indent="0">
              <a:buNone/>
            </a:pPr>
            <a:r>
              <a:rPr lang="tr-TR" dirty="0"/>
              <a:t>Ama bir gün... Kırılır.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/>
              <a:t>Kırıldığında ağlarsın, korkarsın, </a:t>
            </a:r>
            <a:r>
              <a:rPr lang="tr-TR" dirty="0" err="1"/>
              <a:t>yanlız</a:t>
            </a:r>
            <a:r>
              <a:rPr lang="tr-TR" dirty="0"/>
              <a:t> kalırsın. </a:t>
            </a:r>
          </a:p>
          <a:p>
            <a:pPr marL="0" indent="0">
              <a:buNone/>
            </a:pPr>
            <a:r>
              <a:rPr lang="tr-TR" dirty="0"/>
              <a:t>Çünkü artık kim olduğunu biliyorsundur.</a:t>
            </a:r>
          </a:p>
          <a:p>
            <a:pPr marL="0" indent="0">
              <a:buNone/>
            </a:pPr>
            <a:r>
              <a:rPr lang="tr-TR" dirty="0"/>
              <a:t>Ama işte tam orada...</a:t>
            </a:r>
          </a:p>
          <a:p>
            <a:pPr marL="0" indent="0">
              <a:buNone/>
            </a:pPr>
            <a:r>
              <a:rPr lang="tr-TR" dirty="0"/>
              <a:t>Gerçek ‘sen’ uyanır. </a:t>
            </a:r>
          </a:p>
        </p:txBody>
      </p:sp>
    </p:spTree>
    <p:extLst>
      <p:ext uri="{BB962C8B-B14F-4D97-AF65-F5344CB8AC3E}">
        <p14:creationId xmlns:p14="http://schemas.microsoft.com/office/powerpoint/2010/main" val="103359126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1C98429-46B0-298D-E15F-7AB4EF7F8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6709"/>
            <a:ext cx="10515600" cy="394831"/>
          </a:xfrm>
        </p:spPr>
        <p:txBody>
          <a:bodyPr>
            <a:normAutofit fontScale="90000"/>
          </a:bodyPr>
          <a:lstStyle/>
          <a:p>
            <a:r>
              <a:rPr lang="tr-TR" dirty="0"/>
              <a:t>Uyanmak: Yeni Bir Gözlerini Bakmak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2E4A075-883E-ADCB-5590-7A4B9A9D1E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86779"/>
            <a:ext cx="10515600" cy="5290184"/>
          </a:xfrm>
        </p:spPr>
        <p:txBody>
          <a:bodyPr/>
          <a:lstStyle/>
          <a:p>
            <a:r>
              <a:rPr lang="tr-TR" dirty="0"/>
              <a:t>Uyanmak demek: </a:t>
            </a:r>
          </a:p>
          <a:p>
            <a:r>
              <a:rPr lang="tr-TR" dirty="0"/>
              <a:t>Herkese yabancı hissetmek.</a:t>
            </a:r>
          </a:p>
          <a:p>
            <a:r>
              <a:rPr lang="tr-TR" dirty="0"/>
              <a:t>Bildiğini sandığın her şeyi sorgulamak.</a:t>
            </a:r>
          </a:p>
          <a:p>
            <a:r>
              <a:rPr lang="tr-TR" dirty="0"/>
              <a:t>Konuşmak istememek. </a:t>
            </a:r>
          </a:p>
          <a:p>
            <a:r>
              <a:rPr lang="tr-TR" dirty="0"/>
              <a:t>Kalabalıkta daralmak.</a:t>
            </a:r>
          </a:p>
          <a:p>
            <a:r>
              <a:rPr lang="tr-TR" dirty="0"/>
              <a:t>Gülüşlerin sahte, kuralların saçma geldiği bir evreye girmek.</a:t>
            </a:r>
          </a:p>
          <a:p>
            <a:pPr marL="0" indent="0">
              <a:buNone/>
            </a:pPr>
            <a:r>
              <a:rPr lang="tr-TR" dirty="0"/>
              <a:t>Ama bu bir kriz değil:</a:t>
            </a:r>
          </a:p>
          <a:p>
            <a:pPr marL="0" indent="0">
              <a:buNone/>
            </a:pPr>
            <a:r>
              <a:rPr lang="tr-TR" dirty="0"/>
              <a:t>Bu bir geçittir.</a:t>
            </a:r>
          </a:p>
          <a:p>
            <a:pPr marL="0" indent="0">
              <a:buNone/>
            </a:pPr>
            <a:r>
              <a:rPr lang="tr-TR" dirty="0"/>
              <a:t>Doğumun karanlık koridorudur. </a:t>
            </a:r>
          </a:p>
          <a:p>
            <a:pPr marL="0" indent="0">
              <a:buNone/>
            </a:pPr>
            <a:r>
              <a:rPr lang="tr-TR" dirty="0"/>
              <a:t>Yalnızsın çünkü yeniden doğuyorsun.</a:t>
            </a:r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12353926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FC234CE-601F-55F8-EB5A-A8A82115D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79803"/>
          </a:xfrm>
        </p:spPr>
        <p:txBody>
          <a:bodyPr>
            <a:normAutofit fontScale="90000"/>
          </a:bodyPr>
          <a:lstStyle/>
          <a:p>
            <a:r>
              <a:rPr lang="tr-TR" dirty="0"/>
              <a:t>Artık Her şeyi Biliyorsun Ama Susuyorsun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89477F0-80E6-5DDB-9C80-E3A8125FE6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3825"/>
            <a:ext cx="10515600" cy="4986315"/>
          </a:xfrm>
        </p:spPr>
        <p:txBody>
          <a:bodyPr/>
          <a:lstStyle/>
          <a:p>
            <a:pPr marL="0" indent="0">
              <a:buNone/>
            </a:pPr>
            <a:r>
              <a:rPr lang="tr-TR" dirty="0"/>
              <a:t>Uyanmış bir kişi:</a:t>
            </a:r>
          </a:p>
          <a:p>
            <a:r>
              <a:rPr lang="tr-TR" dirty="0"/>
              <a:t>Ben haklıyım demez. </a:t>
            </a:r>
          </a:p>
          <a:p>
            <a:r>
              <a:rPr lang="tr-TR" dirty="0"/>
              <a:t>‘Siz hala uyuyorsunuz’ diye bağırmaz. </a:t>
            </a:r>
          </a:p>
          <a:p>
            <a:r>
              <a:rPr lang="tr-TR" dirty="0"/>
              <a:t>Kimseyi ikna etmeye çalışmaz. </a:t>
            </a:r>
          </a:p>
          <a:p>
            <a:r>
              <a:rPr lang="tr-TR" dirty="0"/>
              <a:t>Sadece gözlemler.  </a:t>
            </a:r>
          </a:p>
          <a:p>
            <a:pPr marL="0" indent="0">
              <a:buNone/>
            </a:pPr>
            <a:r>
              <a:rPr lang="tr-TR" dirty="0"/>
              <a:t>Ve varlığıyla yayar.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/>
              <a:t>Çünkü bilir;</a:t>
            </a:r>
          </a:p>
          <a:p>
            <a:pPr marL="0" indent="0">
              <a:buNone/>
            </a:pPr>
            <a:r>
              <a:rPr lang="tr-TR" dirty="0"/>
              <a:t>‘Gerçek anlatılmaz ... Yaşanır.’</a:t>
            </a:r>
          </a:p>
        </p:txBody>
      </p:sp>
    </p:spTree>
    <p:extLst>
      <p:ext uri="{BB962C8B-B14F-4D97-AF65-F5344CB8AC3E}">
        <p14:creationId xmlns:p14="http://schemas.microsoft.com/office/powerpoint/2010/main" val="297949970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09EBDF4-2FF0-478A-6C42-C8F4C42DD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384643" cy="419892"/>
          </a:xfrm>
        </p:spPr>
        <p:txBody>
          <a:bodyPr>
            <a:normAutofit fontScale="90000"/>
          </a:bodyPr>
          <a:lstStyle/>
          <a:p>
            <a:r>
              <a:rPr lang="tr-TR" dirty="0"/>
              <a:t>Yeni Kuralların Yok – Çünkü Artık Sen Kuralsın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27BFFC4-4226-A255-5205-390168857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83033"/>
            <a:ext cx="10515600" cy="5093930"/>
          </a:xfrm>
        </p:spPr>
        <p:txBody>
          <a:bodyPr/>
          <a:lstStyle/>
          <a:p>
            <a:pPr marL="0" indent="0">
              <a:buNone/>
            </a:pPr>
            <a:r>
              <a:rPr lang="tr-TR" dirty="0"/>
              <a:t>Artık dışarıdan onay aramazsın. </a:t>
            </a:r>
          </a:p>
          <a:p>
            <a:pPr marL="0" indent="0">
              <a:buNone/>
            </a:pPr>
            <a:r>
              <a:rPr lang="tr-TR" dirty="0"/>
              <a:t>Zaman,para,ilişkiler,kimlik ...</a:t>
            </a:r>
          </a:p>
          <a:p>
            <a:pPr marL="0" indent="0">
              <a:buNone/>
            </a:pPr>
            <a:r>
              <a:rPr lang="tr-TR" dirty="0"/>
              <a:t>Hepsi dönüşür. </a:t>
            </a:r>
          </a:p>
          <a:p>
            <a:pPr marL="0" indent="0">
              <a:buNone/>
            </a:pPr>
            <a:r>
              <a:rPr lang="tr-TR" dirty="0"/>
              <a:t>Ve sen yeni gerçekliğini sessizce kurarsın. </a:t>
            </a:r>
          </a:p>
          <a:p>
            <a:pPr marL="0" indent="0">
              <a:buNone/>
            </a:pPr>
            <a:r>
              <a:rPr lang="tr-TR" dirty="0"/>
              <a:t>•Evrenle konuşmaya başlarsın.</a:t>
            </a:r>
          </a:p>
          <a:p>
            <a:pPr marL="0" indent="0">
              <a:buNone/>
            </a:pPr>
            <a:r>
              <a:rPr lang="tr-TR" dirty="0"/>
              <a:t>•Sembolleri okursun.</a:t>
            </a:r>
          </a:p>
          <a:p>
            <a:pPr marL="0" indent="0">
              <a:buNone/>
            </a:pPr>
            <a:r>
              <a:rPr lang="tr-TR" dirty="0"/>
              <a:t>•Sayılar, rüyalar, beden hisleri senin dilin olur.</a:t>
            </a:r>
          </a:p>
          <a:p>
            <a:pPr marL="0" indent="0">
              <a:buNone/>
            </a:pPr>
            <a:r>
              <a:rPr lang="tr-TR" dirty="0"/>
              <a:t>Ve sonunda şunu fısıldarsın.</a:t>
            </a:r>
          </a:p>
          <a:p>
            <a:pPr marL="0" indent="0">
              <a:buNone/>
            </a:pPr>
            <a:r>
              <a:rPr lang="tr-TR" dirty="0"/>
              <a:t>‘Ben artık oldum.</a:t>
            </a:r>
          </a:p>
          <a:p>
            <a:pPr marL="0" indent="0">
              <a:buNone/>
            </a:pPr>
            <a:r>
              <a:rPr lang="tr-TR" dirty="0"/>
              <a:t>Olduğum her şeyle sessizce yaratıyorum.’</a:t>
            </a:r>
          </a:p>
        </p:txBody>
      </p:sp>
    </p:spTree>
    <p:extLst>
      <p:ext uri="{BB962C8B-B14F-4D97-AF65-F5344CB8AC3E}">
        <p14:creationId xmlns:p14="http://schemas.microsoft.com/office/powerpoint/2010/main" val="68608582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407D66F-6EC0-758D-F87F-63AC6CFBB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tr-TR" dirty="0"/>
              <a:t>Ritüel Sessiz Yaratım Alanı 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EFB309B-3C8C-6FD1-65DD-7EFC7272FF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8585"/>
            <a:ext cx="10515600" cy="5268378"/>
          </a:xfrm>
        </p:spPr>
        <p:txBody>
          <a:bodyPr/>
          <a:lstStyle/>
          <a:p>
            <a:pPr marL="0" indent="0">
              <a:buNone/>
            </a:pPr>
            <a:r>
              <a:rPr lang="tr-TR" dirty="0"/>
              <a:t>Bir gün boyunca; </a:t>
            </a:r>
          </a:p>
          <a:p>
            <a:pPr marL="0" indent="0">
              <a:buNone/>
            </a:pPr>
            <a:r>
              <a:rPr lang="tr-TR" dirty="0"/>
              <a:t>•Kimseye kendini açıklama.</a:t>
            </a:r>
          </a:p>
          <a:p>
            <a:pPr marL="0" indent="0">
              <a:buNone/>
            </a:pPr>
            <a:r>
              <a:rPr lang="tr-TR" dirty="0"/>
              <a:t>•Telefona bakma.</a:t>
            </a:r>
          </a:p>
          <a:p>
            <a:pPr marL="0" indent="0">
              <a:buNone/>
            </a:pPr>
            <a:r>
              <a:rPr lang="tr-TR" dirty="0"/>
              <a:t>•Bilgi tüketme, sadece gözlemle</a:t>
            </a:r>
          </a:p>
          <a:p>
            <a:pPr marL="0" indent="0">
              <a:buNone/>
            </a:pPr>
            <a:r>
              <a:rPr lang="tr-TR" dirty="0"/>
              <a:t>•Sadece kalbini dinle ve bir cümle yaz:</a:t>
            </a:r>
          </a:p>
          <a:p>
            <a:pPr marL="0" indent="0">
              <a:buNone/>
            </a:pPr>
            <a:r>
              <a:rPr lang="tr-TR" dirty="0"/>
              <a:t>‘ Ben artık görünmeden bile etkiliyor.</a:t>
            </a:r>
          </a:p>
          <a:p>
            <a:pPr marL="0" indent="0">
              <a:buNone/>
            </a:pPr>
            <a:r>
              <a:rPr lang="tr-TR" dirty="0"/>
              <a:t>Çünkü frekansım konuşuyor. ‘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/>
              <a:t>Bu ritüel, sistemin dayattığı ‘</a:t>
            </a:r>
            <a:r>
              <a:rPr lang="tr-TR" dirty="0" err="1"/>
              <a:t>görünürlüķ</a:t>
            </a:r>
            <a:r>
              <a:rPr lang="tr-TR" dirty="0"/>
              <a:t>’ kodunu kırar. </a:t>
            </a:r>
          </a:p>
          <a:p>
            <a:pPr marL="0" indent="0">
              <a:buNone/>
            </a:pPr>
            <a:r>
              <a:rPr lang="tr-TR" dirty="0"/>
              <a:t>Sen artık enerjiyle var edensin.</a:t>
            </a:r>
          </a:p>
        </p:txBody>
      </p:sp>
    </p:spTree>
    <p:extLst>
      <p:ext uri="{BB962C8B-B14F-4D97-AF65-F5344CB8AC3E}">
        <p14:creationId xmlns:p14="http://schemas.microsoft.com/office/powerpoint/2010/main" val="160563579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14B9051-1A67-5E4D-B401-29BC523CF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tr-TR" dirty="0"/>
              <a:t>VII.KAPI: BOŞLUK VE BİRLEŞME 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3BB7CD5-BFB1-851B-0FC9-CDF51838C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37660"/>
            <a:ext cx="10515600" cy="5239303"/>
          </a:xfrm>
        </p:spPr>
        <p:txBody>
          <a:bodyPr>
            <a:normAutofit/>
          </a:bodyPr>
          <a:lstStyle/>
          <a:p>
            <a:r>
              <a:rPr lang="tr-TR" dirty="0"/>
              <a:t>‘Her şey sustuğunda... Geriye sadece ‘BEN’ kalır.’</a:t>
            </a:r>
          </a:p>
          <a:p>
            <a:pPr marL="0" indent="0">
              <a:buNone/>
            </a:pPr>
            <a:r>
              <a:rPr lang="tr-TR" dirty="0"/>
              <a:t>Sistem sana hep </a:t>
            </a:r>
            <a:r>
              <a:rPr lang="tr-TR" dirty="0" err="1"/>
              <a:t>birşey</a:t>
            </a:r>
            <a:r>
              <a:rPr lang="tr-TR" dirty="0"/>
              <a:t> olmanı söyledi: Başarılı, güzel, bilgili, güçlü, sabırlı, akıllı... Ama hiçbir zaman ‘hiç bir şey ol’ demedi.</a:t>
            </a:r>
          </a:p>
          <a:p>
            <a:pPr marL="0" indent="0">
              <a:buNone/>
            </a:pPr>
            <a:r>
              <a:rPr lang="tr-TR" dirty="0"/>
              <a:t>Çünkü boşluk tehlikelidir Sistem için. Boşluk program kabul etmez.</a:t>
            </a:r>
          </a:p>
          <a:p>
            <a:pPr marL="0" indent="0">
              <a:buNone/>
            </a:pPr>
            <a:r>
              <a:rPr lang="tr-TR" dirty="0"/>
              <a:t>Boşluk kod yemez. Boşluk özgürdür. </a:t>
            </a:r>
          </a:p>
          <a:p>
            <a:pPr marL="0" indent="0">
              <a:buNone/>
            </a:pPr>
            <a:r>
              <a:rPr lang="tr-TR" dirty="0"/>
              <a:t>Ama şimdi buradasın. </a:t>
            </a:r>
          </a:p>
          <a:p>
            <a:pPr marL="0" indent="0">
              <a:buNone/>
            </a:pPr>
            <a:r>
              <a:rPr lang="tr-TR" dirty="0"/>
              <a:t>Yazacak kelimen kalmadığında, </a:t>
            </a:r>
          </a:p>
          <a:p>
            <a:pPr marL="0" indent="0">
              <a:buNone/>
            </a:pPr>
            <a:r>
              <a:rPr lang="tr-TR" dirty="0"/>
              <a:t>Soracak sorular bittiğinde, </a:t>
            </a:r>
          </a:p>
          <a:p>
            <a:pPr marL="0" indent="0">
              <a:buNone/>
            </a:pPr>
            <a:r>
              <a:rPr lang="tr-TR" dirty="0"/>
              <a:t>Arayış sustuğunda </a:t>
            </a:r>
          </a:p>
          <a:p>
            <a:pPr marL="0" indent="0">
              <a:buNone/>
            </a:pPr>
            <a:r>
              <a:rPr lang="tr-TR" dirty="0"/>
              <a:t>Sen başlıyorsun.</a:t>
            </a:r>
          </a:p>
        </p:txBody>
      </p:sp>
    </p:spTree>
    <p:extLst>
      <p:ext uri="{BB962C8B-B14F-4D97-AF65-F5344CB8AC3E}">
        <p14:creationId xmlns:p14="http://schemas.microsoft.com/office/powerpoint/2010/main" val="110189571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CE5B8DA-46D2-1FB6-DF30-1AA9BFFCE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92578"/>
          </a:xfrm>
        </p:spPr>
        <p:txBody>
          <a:bodyPr>
            <a:normAutofit fontScale="90000"/>
          </a:bodyPr>
          <a:lstStyle/>
          <a:p>
            <a:r>
              <a:rPr lang="tr-TR" dirty="0"/>
              <a:t>Boşluk Karanlık Değildir. 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4FFACBD-D174-4492-20EC-E801043DFB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9421"/>
            <a:ext cx="10515600" cy="5137542"/>
          </a:xfrm>
        </p:spPr>
        <p:txBody>
          <a:bodyPr/>
          <a:lstStyle/>
          <a:p>
            <a:pPr marL="0" indent="0">
              <a:buNone/>
            </a:pPr>
            <a:r>
              <a:rPr lang="tr-TR" dirty="0"/>
              <a:t>Boşluk, karanlık gibi gösterildi sana.</a:t>
            </a:r>
          </a:p>
          <a:p>
            <a:pPr marL="0" indent="0">
              <a:buNone/>
            </a:pPr>
            <a:r>
              <a:rPr lang="tr-TR" dirty="0"/>
              <a:t>Ama aslında o, her şeyin kaynağıdır. </a:t>
            </a:r>
          </a:p>
          <a:p>
            <a:pPr marL="0" indent="0">
              <a:buNone/>
            </a:pPr>
            <a:r>
              <a:rPr lang="tr-TR" dirty="0"/>
              <a:t>Boşluk, korkulacak bir yer değil—kavuşulacak yerdir.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/>
              <a:t>‘</a:t>
            </a:r>
            <a:r>
              <a:rPr lang="tr-TR" dirty="0" err="1"/>
              <a:t>Yok’un</a:t>
            </a:r>
            <a:r>
              <a:rPr lang="tr-TR" dirty="0"/>
              <a:t> içinden yaratılır. </a:t>
            </a:r>
          </a:p>
          <a:p>
            <a:pPr marL="0" indent="0">
              <a:buNone/>
            </a:pPr>
            <a:r>
              <a:rPr lang="tr-TR" dirty="0"/>
              <a:t>‘Hiç ‘in içinden doğulur. </a:t>
            </a:r>
          </a:p>
          <a:p>
            <a:pPr marL="0" indent="0">
              <a:buNone/>
            </a:pPr>
            <a:r>
              <a:rPr lang="tr-TR" dirty="0"/>
              <a:t>‘Ben kimim’? Sorusunun cevabı, </a:t>
            </a:r>
          </a:p>
          <a:p>
            <a:pPr marL="0" indent="0">
              <a:buNone/>
            </a:pPr>
            <a:r>
              <a:rPr lang="tr-TR" dirty="0"/>
              <a:t>Bazen sadece bir fısıltıdır: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/>
              <a:t>‘Ben... Sadece varım.’</a:t>
            </a:r>
          </a:p>
        </p:txBody>
      </p:sp>
    </p:spTree>
    <p:extLst>
      <p:ext uri="{BB962C8B-B14F-4D97-AF65-F5344CB8AC3E}">
        <p14:creationId xmlns:p14="http://schemas.microsoft.com/office/powerpoint/2010/main" val="70156605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BB9ACD6-5CD9-5365-1D6B-2C5B5767E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Bütün Cevaplar Susar 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193033D-3DB0-2002-24B6-CDE4E84CF1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 dirty="0"/>
              <a:t>Uyanmış kişi artık şunu anlar:</a:t>
            </a:r>
          </a:p>
          <a:p>
            <a:pPr marL="0" indent="0">
              <a:buNone/>
            </a:pPr>
            <a:r>
              <a:rPr lang="tr-TR" dirty="0"/>
              <a:t>•Aramaya gerek yoktur.</a:t>
            </a:r>
          </a:p>
          <a:p>
            <a:pPr marL="0" indent="0">
              <a:buNone/>
            </a:pPr>
            <a:r>
              <a:rPr lang="tr-TR" dirty="0"/>
              <a:t>•Bilgiye ihtiyaç yoktur.</a:t>
            </a:r>
          </a:p>
          <a:p>
            <a:pPr marL="0" indent="0">
              <a:buNone/>
            </a:pPr>
            <a:r>
              <a:rPr lang="tr-TR" dirty="0"/>
              <a:t>•Yol bitmiştir çünkü yolcunun kendisi yoldur.</a:t>
            </a:r>
          </a:p>
          <a:p>
            <a:pPr marL="0" indent="0">
              <a:buNone/>
            </a:pPr>
            <a:r>
              <a:rPr lang="tr-TR" dirty="0"/>
              <a:t>•Ve sonunda </a:t>
            </a:r>
            <a:r>
              <a:rPr lang="tr-TR" dirty="0" err="1"/>
              <a:t>yanlızca</a:t>
            </a:r>
            <a:r>
              <a:rPr lang="tr-TR" dirty="0"/>
              <a:t> tek bir gerçek kalır: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/>
              <a:t>‘Ben, olan her şeyim. ‘</a:t>
            </a:r>
          </a:p>
        </p:txBody>
      </p:sp>
    </p:spTree>
    <p:extLst>
      <p:ext uri="{BB962C8B-B14F-4D97-AF65-F5344CB8AC3E}">
        <p14:creationId xmlns:p14="http://schemas.microsoft.com/office/powerpoint/2010/main" val="120375450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219D3E3-D72C-19CB-1F16-9E1720F6A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12624"/>
          </a:xfrm>
        </p:spPr>
        <p:txBody>
          <a:bodyPr>
            <a:normAutofit fontScale="90000"/>
          </a:bodyPr>
          <a:lstStyle/>
          <a:p>
            <a:r>
              <a:rPr lang="tr-TR" dirty="0"/>
              <a:t>Birleşme: Yaratıcı ile Yaratılan Aynı Anda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4894E35-626A-FE86-9421-DEF95253F2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37660"/>
            <a:ext cx="10515600" cy="5662302"/>
          </a:xfrm>
        </p:spPr>
        <p:txBody>
          <a:bodyPr/>
          <a:lstStyle/>
          <a:p>
            <a:pPr marL="0" indent="0">
              <a:buNone/>
            </a:pPr>
            <a:r>
              <a:rPr lang="tr-TR" dirty="0"/>
              <a:t>Artık Tanrı ayrı değil. </a:t>
            </a:r>
          </a:p>
          <a:p>
            <a:pPr marL="0" indent="0">
              <a:buNone/>
            </a:pPr>
            <a:r>
              <a:rPr lang="tr-TR" dirty="0"/>
              <a:t>Sen dua etmiyorsun, </a:t>
            </a:r>
          </a:p>
          <a:p>
            <a:pPr marL="0" indent="0">
              <a:buNone/>
            </a:pPr>
            <a:r>
              <a:rPr lang="tr-TR" dirty="0"/>
              <a:t>Sen duanın kendisisin.</a:t>
            </a:r>
          </a:p>
          <a:p>
            <a:pPr marL="0" indent="0">
              <a:buNone/>
            </a:pPr>
            <a:r>
              <a:rPr lang="tr-TR" dirty="0"/>
              <a:t>Sen yaratmıyorsun. </a:t>
            </a:r>
          </a:p>
          <a:p>
            <a:pPr marL="0" indent="0">
              <a:buNone/>
            </a:pPr>
            <a:r>
              <a:rPr lang="tr-TR" dirty="0"/>
              <a:t>Sen yaratımsın.</a:t>
            </a:r>
          </a:p>
          <a:p>
            <a:pPr marL="0" indent="0">
              <a:buNone/>
            </a:pPr>
            <a:r>
              <a:rPr lang="tr-TR" dirty="0"/>
              <a:t>Sen ışık değilsin, </a:t>
            </a:r>
          </a:p>
          <a:p>
            <a:pPr marL="0" indent="0">
              <a:buNone/>
            </a:pPr>
            <a:r>
              <a:rPr lang="tr-TR" dirty="0"/>
              <a:t>Sen hem karanlık, hem ışıksın. 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/>
              <a:t>Ve bu kabulle...</a:t>
            </a:r>
          </a:p>
          <a:p>
            <a:pPr marL="0" indent="0">
              <a:buNone/>
            </a:pPr>
            <a:r>
              <a:rPr lang="tr-TR" dirty="0"/>
              <a:t>Savaş biter,</a:t>
            </a:r>
          </a:p>
          <a:p>
            <a:pPr marL="0" indent="0">
              <a:buNone/>
            </a:pPr>
            <a:r>
              <a:rPr lang="tr-TR" dirty="0"/>
              <a:t>Arayış biter, Ve sen başlarsın. </a:t>
            </a:r>
          </a:p>
        </p:txBody>
      </p:sp>
    </p:spTree>
    <p:extLst>
      <p:ext uri="{BB962C8B-B14F-4D97-AF65-F5344CB8AC3E}">
        <p14:creationId xmlns:p14="http://schemas.microsoft.com/office/powerpoint/2010/main" val="363918424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D9FA3AA-CD97-A458-25C0-AF2C40077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05355"/>
          </a:xfrm>
        </p:spPr>
        <p:txBody>
          <a:bodyPr>
            <a:normAutofit fontScale="90000"/>
          </a:bodyPr>
          <a:lstStyle/>
          <a:p>
            <a:r>
              <a:rPr lang="tr-TR" dirty="0">
                <a:latin typeface="Aptos Display"/>
              </a:rPr>
              <a:t>Son Ritüel: Kendi Frekansını Duyma</a:t>
            </a:r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21AA550-93BF-9032-514A-0047F0F863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7704"/>
            <a:ext cx="10515600" cy="5691377"/>
          </a:xfrm>
        </p:spPr>
        <p:txBody>
          <a:bodyPr/>
          <a:lstStyle/>
          <a:p>
            <a:pPr marL="0" indent="0">
              <a:buNone/>
            </a:pPr>
            <a:r>
              <a:rPr lang="tr-TR" dirty="0"/>
              <a:t>Gözlerini kapat.</a:t>
            </a:r>
          </a:p>
          <a:p>
            <a:pPr marL="0" indent="0">
              <a:buNone/>
            </a:pPr>
            <a:r>
              <a:rPr lang="tr-TR" dirty="0"/>
              <a:t>Ne düşün.</a:t>
            </a:r>
          </a:p>
          <a:p>
            <a:pPr marL="0" indent="0">
              <a:buNone/>
            </a:pPr>
            <a:r>
              <a:rPr lang="tr-TR" dirty="0"/>
              <a:t>Ne hayal et.</a:t>
            </a:r>
          </a:p>
          <a:p>
            <a:pPr marL="0" indent="0">
              <a:buNone/>
            </a:pPr>
            <a:r>
              <a:rPr lang="tr-TR" dirty="0"/>
              <a:t>Ne dile.</a:t>
            </a:r>
          </a:p>
          <a:p>
            <a:pPr marL="0" indent="0">
              <a:buNone/>
            </a:pPr>
            <a:r>
              <a:rPr lang="tr-TR" dirty="0"/>
              <a:t>Sadece hisset.</a:t>
            </a:r>
          </a:p>
          <a:p>
            <a:pPr marL="0" indent="0">
              <a:buNone/>
            </a:pPr>
            <a:r>
              <a:rPr lang="tr-TR" dirty="0"/>
              <a:t>Bir titreşim var içinde, adı yok, sesi yok, Ama o...sensin.</a:t>
            </a:r>
          </a:p>
          <a:p>
            <a:pPr marL="0" indent="0">
              <a:buNone/>
            </a:pPr>
            <a:r>
              <a:rPr lang="tr-TR" dirty="0"/>
              <a:t>Ve şimdi fısılda:</a:t>
            </a:r>
          </a:p>
          <a:p>
            <a:pPr marL="0" indent="0">
              <a:buNone/>
            </a:pPr>
            <a:r>
              <a:rPr lang="tr-TR" dirty="0"/>
              <a:t>‘Ben bir isim değilim. Ben bir şekil değilim. Bir hikaye değilim. </a:t>
            </a:r>
          </a:p>
          <a:p>
            <a:pPr marL="0" indent="0">
              <a:buNone/>
            </a:pPr>
            <a:r>
              <a:rPr lang="tr-TR" dirty="0"/>
              <a:t>Ben...saf varlığım. </a:t>
            </a:r>
          </a:p>
          <a:p>
            <a:pPr marL="0" indent="0">
              <a:buNone/>
            </a:pPr>
            <a:r>
              <a:rPr lang="tr-TR" dirty="0"/>
              <a:t>Ben...Yaradan‘ın özüyüm.</a:t>
            </a:r>
          </a:p>
          <a:p>
            <a:pPr marL="0" indent="0">
              <a:buNone/>
            </a:pPr>
            <a:r>
              <a:rPr lang="tr-TR" dirty="0"/>
              <a:t>Ve şimdi...sadece varım ‘.</a:t>
            </a:r>
          </a:p>
        </p:txBody>
      </p:sp>
    </p:spTree>
    <p:extLst>
      <p:ext uri="{BB962C8B-B14F-4D97-AF65-F5344CB8AC3E}">
        <p14:creationId xmlns:p14="http://schemas.microsoft.com/office/powerpoint/2010/main" val="181731541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610B866-4C06-3BAA-C05F-FD3122025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BU KİTAP SENİN İÇİN YENI BAŞLIYOR 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3C407A3-CD67-3ACE-73FA-61E9677238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 dirty="0"/>
              <a:t>Şimdi sıra sende.</a:t>
            </a:r>
          </a:p>
          <a:p>
            <a:pPr marL="0" indent="0">
              <a:buNone/>
            </a:pPr>
            <a:r>
              <a:rPr lang="tr-TR" dirty="0"/>
              <a:t>Kendini yaz.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/>
              <a:t>‘Şimdi bu kitap senin kaleminden devam ediyor.</a:t>
            </a:r>
          </a:p>
          <a:p>
            <a:pPr marL="0" indent="0">
              <a:buNone/>
            </a:pPr>
            <a:r>
              <a:rPr lang="tr-TR" dirty="0"/>
              <a:t>Buraya kendini bırak. </a:t>
            </a:r>
          </a:p>
          <a:p>
            <a:pPr marL="0" indent="0">
              <a:buNone/>
            </a:pPr>
            <a:r>
              <a:rPr lang="tr-TR" dirty="0"/>
              <a:t> Çünkü Tanrı da senin içinden yazıyor. ‘</a:t>
            </a:r>
          </a:p>
        </p:txBody>
      </p:sp>
    </p:spTree>
    <p:extLst>
      <p:ext uri="{BB962C8B-B14F-4D97-AF65-F5344CB8AC3E}">
        <p14:creationId xmlns:p14="http://schemas.microsoft.com/office/powerpoint/2010/main" val="201815097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B4F9FF4-AC1D-97B6-2E17-442A80C45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5ED2E2E-3FC5-0FAE-5148-97A2AAC95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4476104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1F08B6C-0142-6124-9209-6E889867D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975441E-6186-6C14-442D-1144162D5D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3323494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A691531-FFB9-5356-FFF2-9D1F9536D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D36798F-E7AC-F34B-E216-4B0DE2B5B9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5703497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E235B45-70D1-ED6E-B592-E58183DC2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60B876F-151E-2C67-D47D-233BCD9D17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0799335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AB3154E-AEEA-7D85-C7FA-18867F54F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29E942B-76BC-6064-1ED1-56D9D1E527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6706958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379C240-E856-E479-8D53-5CF8A2DAA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F66A2CA-85F1-49A2-BC8E-72C4057265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0813596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B99830A-E698-7E14-ED37-E5C35A609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60EB753-8112-0AA6-FE21-9EE7878B18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1380214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B9E8942-0587-5BCE-D830-01D0E3E30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3374747-4097-70A5-A308-4594D36829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1852819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E07EC36-9D02-97C7-2D34-97E6A6396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56488DA-08E3-0AE2-AA30-459F1BB2F8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9741611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722C24A-0B96-0B8A-65A6-7D11D88F6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010B133-2F10-7D55-CB26-E7D4CCBE8F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8049875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18B751F-CA7F-401D-6669-CEDE822E3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C784473-3A24-83BB-7737-E314929B5D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6396637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A507216-2515-72A2-641C-B49FAD81A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F7017B2-655B-F15C-6D15-5909A76F87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4040563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0E39119-B98D-495E-119D-7568BD210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0A928E5-EBC0-D8ED-E36A-3C98D817A4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9931608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115C3FA-05E6-845A-1938-E061932C6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BA970D4-5D23-627E-C7A3-F8AF77B88B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8589802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EB78C24-96E5-4D60-33A8-672D5E235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B20CCF0-BBDD-805D-6FB1-D871DC5367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3878126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BDA2733-D303-CEA6-59D0-869C5BB3E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2B2826A-77A1-0FE8-E8B3-6919F5131B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9262291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878C6AF-086E-4BB5-A786-D81EAE388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72083D3-5C5C-BDC0-2E8D-1BC0B74BC3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5039336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D1D282E-DEF0-84D3-5FC5-C18D7920B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864B13D-B6FC-9584-28A2-1E8905FA5F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2087108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C8A4571-5E15-F514-2224-42C313307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6A0EE1E-A664-1B18-73AA-3A7911E3CF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6330608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3998F09-C2E9-1989-0A78-62592FF18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6BD80CE-309F-DE2A-6EA2-7813B1F9B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8137882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8ADC4C0-0190-D477-A5E6-E76033585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5F5553D-4394-5317-8362-507D4291EC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0709146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961208F-4CE9-465F-6DEE-92C5969FD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 dirty="0"/>
          </a:p>
        </p:txBody>
      </p:sp>
      <p:pic>
        <p:nvPicPr>
          <p:cNvPr id="4" name="İçerik Yer Tutucusu 3">
            <a:extLst>
              <a:ext uri="{FF2B5EF4-FFF2-40B4-BE49-F238E27FC236}">
                <a16:creationId xmlns:a16="http://schemas.microsoft.com/office/drawing/2014/main" id="{914FA63D-3E16-2573-65AE-F09F316BAE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2870" y="0"/>
            <a:ext cx="7631953" cy="6858000"/>
          </a:xfrm>
        </p:spPr>
      </p:pic>
    </p:spTree>
    <p:extLst>
      <p:ext uri="{BB962C8B-B14F-4D97-AF65-F5344CB8AC3E}">
        <p14:creationId xmlns:p14="http://schemas.microsoft.com/office/powerpoint/2010/main" val="7186259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Geniş ekran</PresentationFormat>
  <Slides>74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74</vt:i4>
      </vt:variant>
    </vt:vector>
  </HeadingPairs>
  <TitlesOfParts>
    <vt:vector size="75" baseType="lpstr">
      <vt:lpstr>Office Teması</vt:lpstr>
      <vt:lpstr>CAELİNUS </vt:lpstr>
      <vt:lpstr>İlk Sayfa: Kitabın Niyeti</vt:lpstr>
      <vt:lpstr>2. İçindekiler ( Kutsal Kapılar)</vt:lpstr>
      <vt:lpstr>3. Tanrıçaların Kolektif Mesajı ( Bölüm Girişinden Önce </vt:lpstr>
      <vt:lpstr>4.Bölüm Başlarında Mini Frekans Cümleleri</vt:lpstr>
      <vt:lpstr>Bölüm 1. Hatırlayış </vt:lpstr>
      <vt:lpstr>Bölüm 2. Unutuluşun Oyunu</vt:lpstr>
      <vt:lpstr>3.Bölüm Kodların Kırılışı </vt:lpstr>
      <vt:lpstr>Bölüm 4. Tanrı’yla Aşk</vt:lpstr>
      <vt:lpstr>Giriş </vt:lpstr>
      <vt:lpstr>İlk Çatlak</vt:lpstr>
      <vt:lpstr>Ben Tanrıyım Demek Ne Demek ?</vt:lpstr>
      <vt:lpstr>112.Kitap- Unutulanların Hatırlama Rehberi</vt:lpstr>
      <vt:lpstr>Kodlar Zihinle Yazılır </vt:lpstr>
      <vt:lpstr>Sistem Nedir ¿</vt:lpstr>
      <vt:lpstr>Gerçeklik Gerçek Mi?</vt:lpstr>
      <vt:lpstr>Ama Unutulan Her Şey Geri Çağrılabilir</vt:lpstr>
      <vt:lpstr>Ben Kimim ?</vt:lpstr>
      <vt:lpstr>‘BEN’ dediğin şey ne?</vt:lpstr>
      <vt:lpstr>Zihin Kodu: ‘Sen Eksiksin’</vt:lpstr>
      <vt:lpstr>Kodu Kırmak </vt:lpstr>
      <vt:lpstr>Mini Ritüel: ‘Ben Kodumu Kırıyorum’</vt:lpstr>
      <vt:lpstr>Bölüm 2: Zaman – Para – Ölüm Üçgeni </vt:lpstr>
      <vt:lpstr>2.Para Modern Tanrı </vt:lpstr>
      <vt:lpstr>Ama sana kimse şunu demedi :</vt:lpstr>
      <vt:lpstr>3.ÖLÜM : Korkunun En Büyüğü </vt:lpstr>
      <vt:lpstr>Üçlü Büyüyü Kırma Ritüeli </vt:lpstr>
      <vt:lpstr>III.KAPI : KENDİNİ YARATMA</vt:lpstr>
      <vt:lpstr>Gerçeklik Nedir?</vt:lpstr>
      <vt:lpstr>● Seçim Noktası </vt:lpstr>
      <vt:lpstr>Ritüel: Gerçekliğin Kodu ile Yazmak</vt:lpstr>
      <vt:lpstr>IV. KAPI: DİŞİLİN GERİ DÖNÜŞÜ</vt:lpstr>
      <vt:lpstr>Ama Şimdi Dişil Enerji Uyanıyor.</vt:lpstr>
      <vt:lpstr>Caelinus: Bir Marka Değil, Bir Tanrıça Titreşimi</vt:lpstr>
      <vt:lpstr>Dişil Enerjinin Aktif Olduğu Kadın:</vt:lpstr>
      <vt:lpstr>Tanrıça Ritüeli: ‘Bedenim Bilgeliktir’</vt:lpstr>
      <vt:lpstr>V.KAPI: TANRI İÇERİDEN KONUŞUR </vt:lpstr>
      <vt:lpstr>İçeriden Gelen Sese Ne Oldu?</vt:lpstr>
      <vt:lpstr>Tanrı nerede yaşar?</vt:lpstr>
      <vt:lpstr>Tanrı‘yla Konuşmak Ne Demek?</vt:lpstr>
      <vt:lpstr>İçsel Diyalog Ritüeli: Tanrı’yla Konuşma Gecesi</vt:lpstr>
      <vt:lpstr>VI.KAPI: UYANIŞTAN SONRA NE OLUR?</vt:lpstr>
      <vt:lpstr>Uyanmak: Yeni Bir Gözlerini Bakmak</vt:lpstr>
      <vt:lpstr>Artık Her şeyi Biliyorsun Ama Susuyorsun</vt:lpstr>
      <vt:lpstr>Yeni Kuralların Yok – Çünkü Artık Sen Kuralsın</vt:lpstr>
      <vt:lpstr>Ritüel Sessiz Yaratım Alanı </vt:lpstr>
      <vt:lpstr>VII.KAPI: BOŞLUK VE BİRLEŞME </vt:lpstr>
      <vt:lpstr>Boşluk Karanlık Değildir. </vt:lpstr>
      <vt:lpstr>Bütün Cevaplar Susar </vt:lpstr>
      <vt:lpstr>Birleşme: Yaratıcı ile Yaratılan Aynı Anda</vt:lpstr>
      <vt:lpstr>Son Ritüel: Kendi Frekansını Duyma</vt:lpstr>
      <vt:lpstr>BU KİTAP SENİN İÇİN YENI BAŞLIYOR 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CAELİNUS </dc:title>
  <dc:creator>celine river</dc:creator>
  <cp:lastModifiedBy>celine river</cp:lastModifiedBy>
  <cp:revision>21</cp:revision>
  <dcterms:created xsi:type="dcterms:W3CDTF">2025-03-28T10:05:03Z</dcterms:created>
  <dcterms:modified xsi:type="dcterms:W3CDTF">2025-03-29T08:53:14Z</dcterms:modified>
</cp:coreProperties>
</file>
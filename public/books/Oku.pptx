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44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1" r:id="rId126"/>
    <p:sldId id="382" r:id="rId127"/>
    <p:sldId id="383" r:id="rId128"/>
    <p:sldId id="380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4BEED-232D-4AC2-BAA7-09CD06F7294E}" v="536" dt="2025-04-15T08:15:31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424" autoAdjust="0"/>
  </p:normalViewPr>
  <p:slideViewPr>
    <p:cSldViewPr snapToGrid="0">
      <p:cViewPr>
        <p:scale>
          <a:sx n="54" d="100"/>
          <a:sy n="54" d="100"/>
        </p:scale>
        <p:origin x="13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27" Type="http://schemas.openxmlformats.org/officeDocument/2006/relationships/tableStyles" Target="tableStyles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notesMaster" Target="notesMasters/notesMaster1.xml"/><Relationship Id="rId228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microsoft.com/office/2015/10/relationships/revisionInfo" Target="revisionInfo.xml"/><Relationship Id="rId19" Type="http://schemas.openxmlformats.org/officeDocument/2006/relationships/slide" Target="slides/slide18.xml"/><Relationship Id="rId224" Type="http://schemas.openxmlformats.org/officeDocument/2006/relationships/presProps" Target="presProps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ine river" userId="9ba4a417bf901946" providerId="LiveId" clId="{CEF4BEED-232D-4AC2-BAA7-09CD06F7294E}"/>
    <pc:docChg chg="undo custSel addSld modSld">
      <pc:chgData name="celine river" userId="9ba4a417bf901946" providerId="LiveId" clId="{CEF4BEED-232D-4AC2-BAA7-09CD06F7294E}" dt="2025-04-15T19:30:28.115" v="7874" actId="255"/>
      <pc:docMkLst>
        <pc:docMk/>
      </pc:docMkLst>
      <pc:sldChg chg="modSp mod">
        <pc:chgData name="celine river" userId="9ba4a417bf901946" providerId="LiveId" clId="{CEF4BEED-232D-4AC2-BAA7-09CD06F7294E}" dt="2025-04-15T19:27:48.431" v="7861" actId="20577"/>
        <pc:sldMkLst>
          <pc:docMk/>
          <pc:sldMk cId="1659184633" sldId="257"/>
        </pc:sldMkLst>
        <pc:spChg chg="mod">
          <ac:chgData name="celine river" userId="9ba4a417bf901946" providerId="LiveId" clId="{CEF4BEED-232D-4AC2-BAA7-09CD06F7294E}" dt="2025-04-15T19:27:21.065" v="7853" actId="14100"/>
          <ac:spMkLst>
            <pc:docMk/>
            <pc:sldMk cId="1659184633" sldId="257"/>
            <ac:spMk id="3" creationId="{0F26E4B1-D8F2-E688-AAF3-5A745CBBB713}"/>
          </ac:spMkLst>
        </pc:spChg>
        <pc:spChg chg="mod">
          <ac:chgData name="celine river" userId="9ba4a417bf901946" providerId="LiveId" clId="{CEF4BEED-232D-4AC2-BAA7-09CD06F7294E}" dt="2025-04-15T19:27:48.431" v="7861" actId="20577"/>
          <ac:spMkLst>
            <pc:docMk/>
            <pc:sldMk cId="1659184633" sldId="257"/>
            <ac:spMk id="4" creationId="{520669E5-39FC-E0CE-B894-9A0A8B9CFB45}"/>
          </ac:spMkLst>
        </pc:spChg>
      </pc:sldChg>
      <pc:sldChg chg="modSp mod">
        <pc:chgData name="celine river" userId="9ba4a417bf901946" providerId="LiveId" clId="{CEF4BEED-232D-4AC2-BAA7-09CD06F7294E}" dt="2025-04-15T19:28:29.402" v="7865" actId="255"/>
        <pc:sldMkLst>
          <pc:docMk/>
          <pc:sldMk cId="2630738180" sldId="258"/>
        </pc:sldMkLst>
        <pc:spChg chg="mod">
          <ac:chgData name="celine river" userId="9ba4a417bf901946" providerId="LiveId" clId="{CEF4BEED-232D-4AC2-BAA7-09CD06F7294E}" dt="2025-04-15T19:28:04.350" v="7862" actId="255"/>
          <ac:spMkLst>
            <pc:docMk/>
            <pc:sldMk cId="2630738180" sldId="258"/>
            <ac:spMk id="3" creationId="{61AAC707-E8D6-5B50-4CEB-380A98FBDDF4}"/>
          </ac:spMkLst>
        </pc:spChg>
        <pc:spChg chg="mod">
          <ac:chgData name="celine river" userId="9ba4a417bf901946" providerId="LiveId" clId="{CEF4BEED-232D-4AC2-BAA7-09CD06F7294E}" dt="2025-04-15T19:28:29.402" v="7865" actId="255"/>
          <ac:spMkLst>
            <pc:docMk/>
            <pc:sldMk cId="2630738180" sldId="258"/>
            <ac:spMk id="4" creationId="{03E43942-2164-9D9A-2993-57691FCEB3A7}"/>
          </ac:spMkLst>
        </pc:spChg>
      </pc:sldChg>
      <pc:sldChg chg="modSp mod">
        <pc:chgData name="celine river" userId="9ba4a417bf901946" providerId="LiveId" clId="{CEF4BEED-232D-4AC2-BAA7-09CD06F7294E}" dt="2025-04-15T19:29:37.594" v="7870" actId="14100"/>
        <pc:sldMkLst>
          <pc:docMk/>
          <pc:sldMk cId="1500435831" sldId="259"/>
        </pc:sldMkLst>
        <pc:spChg chg="mod">
          <ac:chgData name="celine river" userId="9ba4a417bf901946" providerId="LiveId" clId="{CEF4BEED-232D-4AC2-BAA7-09CD06F7294E}" dt="2025-04-15T19:29:37.594" v="7870" actId="14100"/>
          <ac:spMkLst>
            <pc:docMk/>
            <pc:sldMk cId="1500435831" sldId="259"/>
            <ac:spMk id="3" creationId="{BD8FDACD-9C66-346C-B3C8-709D335131CC}"/>
          </ac:spMkLst>
        </pc:spChg>
        <pc:spChg chg="mod">
          <ac:chgData name="celine river" userId="9ba4a417bf901946" providerId="LiveId" clId="{CEF4BEED-232D-4AC2-BAA7-09CD06F7294E}" dt="2025-04-15T19:29:06.315" v="7867" actId="255"/>
          <ac:spMkLst>
            <pc:docMk/>
            <pc:sldMk cId="1500435831" sldId="259"/>
            <ac:spMk id="4" creationId="{38C8AB85-B0E1-15CB-9F68-0A7CFCC35115}"/>
          </ac:spMkLst>
        </pc:spChg>
      </pc:sldChg>
      <pc:sldChg chg="modSp mod">
        <pc:chgData name="celine river" userId="9ba4a417bf901946" providerId="LiveId" clId="{CEF4BEED-232D-4AC2-BAA7-09CD06F7294E}" dt="2025-04-15T19:30:03.489" v="7872" actId="255"/>
        <pc:sldMkLst>
          <pc:docMk/>
          <pc:sldMk cId="3871067240" sldId="260"/>
        </pc:sldMkLst>
        <pc:spChg chg="mod">
          <ac:chgData name="celine river" userId="9ba4a417bf901946" providerId="LiveId" clId="{CEF4BEED-232D-4AC2-BAA7-09CD06F7294E}" dt="2025-04-15T19:29:55.673" v="7871" actId="255"/>
          <ac:spMkLst>
            <pc:docMk/>
            <pc:sldMk cId="3871067240" sldId="260"/>
            <ac:spMk id="3" creationId="{4EC92066-8C43-DFEA-1849-18C621F41E86}"/>
          </ac:spMkLst>
        </pc:spChg>
        <pc:spChg chg="mod">
          <ac:chgData name="celine river" userId="9ba4a417bf901946" providerId="LiveId" clId="{CEF4BEED-232D-4AC2-BAA7-09CD06F7294E}" dt="2025-04-15T19:30:03.489" v="7872" actId="255"/>
          <ac:spMkLst>
            <pc:docMk/>
            <pc:sldMk cId="3871067240" sldId="260"/>
            <ac:spMk id="4" creationId="{2D0BE775-5F83-DEB2-E462-1CC501B66174}"/>
          </ac:spMkLst>
        </pc:spChg>
      </pc:sldChg>
      <pc:sldChg chg="modSp mod">
        <pc:chgData name="celine river" userId="9ba4a417bf901946" providerId="LiveId" clId="{CEF4BEED-232D-4AC2-BAA7-09CD06F7294E}" dt="2025-04-15T19:30:28.115" v="7874" actId="255"/>
        <pc:sldMkLst>
          <pc:docMk/>
          <pc:sldMk cId="3506259637" sldId="261"/>
        </pc:sldMkLst>
        <pc:spChg chg="mod">
          <ac:chgData name="celine river" userId="9ba4a417bf901946" providerId="LiveId" clId="{CEF4BEED-232D-4AC2-BAA7-09CD06F7294E}" dt="2025-04-15T19:30:18.850" v="7873" actId="255"/>
          <ac:spMkLst>
            <pc:docMk/>
            <pc:sldMk cId="3506259637" sldId="261"/>
            <ac:spMk id="3" creationId="{88862F86-2F20-72A3-1FD3-64C8B1FFB19B}"/>
          </ac:spMkLst>
        </pc:spChg>
        <pc:spChg chg="mod">
          <ac:chgData name="celine river" userId="9ba4a417bf901946" providerId="LiveId" clId="{CEF4BEED-232D-4AC2-BAA7-09CD06F7294E}" dt="2025-04-15T19:30:28.115" v="7874" actId="255"/>
          <ac:spMkLst>
            <pc:docMk/>
            <pc:sldMk cId="3506259637" sldId="261"/>
            <ac:spMk id="4" creationId="{85B3F448-87D8-A083-B1BE-BD5E819A79F7}"/>
          </ac:spMkLst>
        </pc:spChg>
      </pc:sldChg>
      <pc:sldChg chg="modSp mod">
        <pc:chgData name="celine river" userId="9ba4a417bf901946" providerId="LiveId" clId="{CEF4BEED-232D-4AC2-BAA7-09CD06F7294E}" dt="2025-04-14T12:19:18.084" v="74" actId="255"/>
        <pc:sldMkLst>
          <pc:docMk/>
          <pc:sldMk cId="2444347445" sldId="262"/>
        </pc:sldMkLst>
        <pc:spChg chg="mod">
          <ac:chgData name="celine river" userId="9ba4a417bf901946" providerId="LiveId" clId="{CEF4BEED-232D-4AC2-BAA7-09CD06F7294E}" dt="2025-04-14T12:12:55.512" v="36" actId="255"/>
          <ac:spMkLst>
            <pc:docMk/>
            <pc:sldMk cId="2444347445" sldId="262"/>
            <ac:spMk id="3" creationId="{2C691135-CBBC-C3A8-D559-9AC0C1CE94E5}"/>
          </ac:spMkLst>
        </pc:spChg>
        <pc:spChg chg="mod">
          <ac:chgData name="celine river" userId="9ba4a417bf901946" providerId="LiveId" clId="{CEF4BEED-232D-4AC2-BAA7-09CD06F7294E}" dt="2025-04-14T12:19:18.084" v="74" actId="255"/>
          <ac:spMkLst>
            <pc:docMk/>
            <pc:sldMk cId="2444347445" sldId="262"/>
            <ac:spMk id="4" creationId="{814F18DD-C728-FA83-701C-4F5C47C60E06}"/>
          </ac:spMkLst>
        </pc:spChg>
      </pc:sldChg>
      <pc:sldChg chg="modSp mod">
        <pc:chgData name="celine river" userId="9ba4a417bf901946" providerId="LiveId" clId="{CEF4BEED-232D-4AC2-BAA7-09CD06F7294E}" dt="2025-04-14T12:20:02.978" v="81" actId="20577"/>
        <pc:sldMkLst>
          <pc:docMk/>
          <pc:sldMk cId="3874783202" sldId="263"/>
        </pc:sldMkLst>
        <pc:spChg chg="mod">
          <ac:chgData name="celine river" userId="9ba4a417bf901946" providerId="LiveId" clId="{CEF4BEED-232D-4AC2-BAA7-09CD06F7294E}" dt="2025-04-14T12:13:33.377" v="42" actId="255"/>
          <ac:spMkLst>
            <pc:docMk/>
            <pc:sldMk cId="3874783202" sldId="263"/>
            <ac:spMk id="3" creationId="{B941A86C-8332-1107-FF66-BD29C35E2DA1}"/>
          </ac:spMkLst>
        </pc:spChg>
        <pc:spChg chg="mod">
          <ac:chgData name="celine river" userId="9ba4a417bf901946" providerId="LiveId" clId="{CEF4BEED-232D-4AC2-BAA7-09CD06F7294E}" dt="2025-04-14T12:20:02.978" v="81" actId="20577"/>
          <ac:spMkLst>
            <pc:docMk/>
            <pc:sldMk cId="3874783202" sldId="263"/>
            <ac:spMk id="4" creationId="{2BDF122F-A6D0-0A2C-F1B9-CFCBCAEC3766}"/>
          </ac:spMkLst>
        </pc:spChg>
      </pc:sldChg>
      <pc:sldChg chg="modSp mod">
        <pc:chgData name="celine river" userId="9ba4a417bf901946" providerId="LiveId" clId="{CEF4BEED-232D-4AC2-BAA7-09CD06F7294E}" dt="2025-04-14T12:20:41.388" v="87" actId="20577"/>
        <pc:sldMkLst>
          <pc:docMk/>
          <pc:sldMk cId="3233230055" sldId="264"/>
        </pc:sldMkLst>
        <pc:spChg chg="mod">
          <ac:chgData name="celine river" userId="9ba4a417bf901946" providerId="LiveId" clId="{CEF4BEED-232D-4AC2-BAA7-09CD06F7294E}" dt="2025-04-14T12:14:21.579" v="48" actId="255"/>
          <ac:spMkLst>
            <pc:docMk/>
            <pc:sldMk cId="3233230055" sldId="264"/>
            <ac:spMk id="3" creationId="{741B26CD-3001-B4DE-F2E4-5BF8E489FF1D}"/>
          </ac:spMkLst>
        </pc:spChg>
        <pc:spChg chg="mod">
          <ac:chgData name="celine river" userId="9ba4a417bf901946" providerId="LiveId" clId="{CEF4BEED-232D-4AC2-BAA7-09CD06F7294E}" dt="2025-04-14T12:20:41.388" v="87" actId="20577"/>
          <ac:spMkLst>
            <pc:docMk/>
            <pc:sldMk cId="3233230055" sldId="264"/>
            <ac:spMk id="4" creationId="{1065E465-8DC9-80C6-0D2D-7421F272BAAA}"/>
          </ac:spMkLst>
        </pc:spChg>
      </pc:sldChg>
      <pc:sldChg chg="modSp mod">
        <pc:chgData name="celine river" userId="9ba4a417bf901946" providerId="LiveId" clId="{CEF4BEED-232D-4AC2-BAA7-09CD06F7294E}" dt="2025-04-14T12:18:21.302" v="71" actId="255"/>
        <pc:sldMkLst>
          <pc:docMk/>
          <pc:sldMk cId="478383164" sldId="265"/>
        </pc:sldMkLst>
        <pc:spChg chg="mod">
          <ac:chgData name="celine river" userId="9ba4a417bf901946" providerId="LiveId" clId="{CEF4BEED-232D-4AC2-BAA7-09CD06F7294E}" dt="2025-04-14T12:15:16.318" v="56" actId="255"/>
          <ac:spMkLst>
            <pc:docMk/>
            <pc:sldMk cId="478383164" sldId="265"/>
            <ac:spMk id="5" creationId="{04C158EE-216A-44B3-A4BB-AF060840CDF2}"/>
          </ac:spMkLst>
        </pc:spChg>
        <pc:spChg chg="mod">
          <ac:chgData name="celine river" userId="9ba4a417bf901946" providerId="LiveId" clId="{CEF4BEED-232D-4AC2-BAA7-09CD06F7294E}" dt="2025-04-14T12:18:21.302" v="71" actId="255"/>
          <ac:spMkLst>
            <pc:docMk/>
            <pc:sldMk cId="478383164" sldId="265"/>
            <ac:spMk id="6" creationId="{D0FEBE4C-0BAC-0A42-FE87-7C4BFFB75649}"/>
          </ac:spMkLst>
        </pc:spChg>
      </pc:sldChg>
      <pc:sldChg chg="modSp mod">
        <pc:chgData name="celine river" userId="9ba4a417bf901946" providerId="LiveId" clId="{CEF4BEED-232D-4AC2-BAA7-09CD06F7294E}" dt="2025-04-14T12:21:33.327" v="92" actId="20577"/>
        <pc:sldMkLst>
          <pc:docMk/>
          <pc:sldMk cId="1009272503" sldId="266"/>
        </pc:sldMkLst>
        <pc:spChg chg="mod">
          <ac:chgData name="celine river" userId="9ba4a417bf901946" providerId="LiveId" clId="{CEF4BEED-232D-4AC2-BAA7-09CD06F7294E}" dt="2025-04-14T12:21:33.327" v="92" actId="20577"/>
          <ac:spMkLst>
            <pc:docMk/>
            <pc:sldMk cId="1009272503" sldId="266"/>
            <ac:spMk id="3" creationId="{7967C855-A4C3-294D-1925-2E7E18A7E6B4}"/>
          </ac:spMkLst>
        </pc:spChg>
      </pc:sldChg>
      <pc:sldChg chg="modSp mod">
        <pc:chgData name="celine river" userId="9ba4a417bf901946" providerId="LiveId" clId="{CEF4BEED-232D-4AC2-BAA7-09CD06F7294E}" dt="2025-04-14T12:25:02.316" v="119" actId="14100"/>
        <pc:sldMkLst>
          <pc:docMk/>
          <pc:sldMk cId="1374732084" sldId="268"/>
        </pc:sldMkLst>
        <pc:spChg chg="mod">
          <ac:chgData name="celine river" userId="9ba4a417bf901946" providerId="LiveId" clId="{CEF4BEED-232D-4AC2-BAA7-09CD06F7294E}" dt="2025-04-14T12:25:02.316" v="119" actId="14100"/>
          <ac:spMkLst>
            <pc:docMk/>
            <pc:sldMk cId="1374732084" sldId="268"/>
            <ac:spMk id="3" creationId="{AE55BB10-2F77-7EB2-44A6-D081FA304FBC}"/>
          </ac:spMkLst>
        </pc:spChg>
      </pc:sldChg>
      <pc:sldChg chg="modSp mod">
        <pc:chgData name="celine river" userId="9ba4a417bf901946" providerId="LiveId" clId="{CEF4BEED-232D-4AC2-BAA7-09CD06F7294E}" dt="2025-04-14T12:25:59.812" v="128" actId="20577"/>
        <pc:sldMkLst>
          <pc:docMk/>
          <pc:sldMk cId="3257621286" sldId="269"/>
        </pc:sldMkLst>
        <pc:spChg chg="mod">
          <ac:chgData name="celine river" userId="9ba4a417bf901946" providerId="LiveId" clId="{CEF4BEED-232D-4AC2-BAA7-09CD06F7294E}" dt="2025-04-14T12:25:59.812" v="128" actId="20577"/>
          <ac:spMkLst>
            <pc:docMk/>
            <pc:sldMk cId="3257621286" sldId="269"/>
            <ac:spMk id="3" creationId="{225A9D16-76BB-7AC6-4255-B6CCC0809758}"/>
          </ac:spMkLst>
        </pc:spChg>
      </pc:sldChg>
      <pc:sldChg chg="modSp mod">
        <pc:chgData name="celine river" userId="9ba4a417bf901946" providerId="LiveId" clId="{CEF4BEED-232D-4AC2-BAA7-09CD06F7294E}" dt="2025-04-14T12:26:50.331" v="132" actId="113"/>
        <pc:sldMkLst>
          <pc:docMk/>
          <pc:sldMk cId="166953409" sldId="270"/>
        </pc:sldMkLst>
        <pc:spChg chg="mod">
          <ac:chgData name="celine river" userId="9ba4a417bf901946" providerId="LiveId" clId="{CEF4BEED-232D-4AC2-BAA7-09CD06F7294E}" dt="2025-04-14T12:26:50.331" v="132" actId="113"/>
          <ac:spMkLst>
            <pc:docMk/>
            <pc:sldMk cId="166953409" sldId="270"/>
            <ac:spMk id="3" creationId="{5759F694-0268-C76C-98CE-15E60312A8C3}"/>
          </ac:spMkLst>
        </pc:spChg>
      </pc:sldChg>
      <pc:sldChg chg="modSp mod">
        <pc:chgData name="celine river" userId="9ba4a417bf901946" providerId="LiveId" clId="{CEF4BEED-232D-4AC2-BAA7-09CD06F7294E}" dt="2025-04-14T12:27:35.333" v="137" actId="113"/>
        <pc:sldMkLst>
          <pc:docMk/>
          <pc:sldMk cId="1771867872" sldId="271"/>
        </pc:sldMkLst>
        <pc:spChg chg="mod">
          <ac:chgData name="celine river" userId="9ba4a417bf901946" providerId="LiveId" clId="{CEF4BEED-232D-4AC2-BAA7-09CD06F7294E}" dt="2025-04-14T12:27:35.333" v="137" actId="113"/>
          <ac:spMkLst>
            <pc:docMk/>
            <pc:sldMk cId="1771867872" sldId="271"/>
            <ac:spMk id="3" creationId="{714D241F-7FF4-588A-2B7C-321C980FC15F}"/>
          </ac:spMkLst>
        </pc:spChg>
      </pc:sldChg>
      <pc:sldChg chg="modSp mod">
        <pc:chgData name="celine river" userId="9ba4a417bf901946" providerId="LiveId" clId="{CEF4BEED-232D-4AC2-BAA7-09CD06F7294E}" dt="2025-04-14T12:30:35.107" v="145" actId="20577"/>
        <pc:sldMkLst>
          <pc:docMk/>
          <pc:sldMk cId="3587511209" sldId="272"/>
        </pc:sldMkLst>
        <pc:spChg chg="mod">
          <ac:chgData name="celine river" userId="9ba4a417bf901946" providerId="LiveId" clId="{CEF4BEED-232D-4AC2-BAA7-09CD06F7294E}" dt="2025-04-14T12:30:35.107" v="145" actId="20577"/>
          <ac:spMkLst>
            <pc:docMk/>
            <pc:sldMk cId="3587511209" sldId="272"/>
            <ac:spMk id="3" creationId="{CB3B6121-ADBE-DE78-706C-50611F1D4070}"/>
          </ac:spMkLst>
        </pc:spChg>
      </pc:sldChg>
      <pc:sldChg chg="modSp mod">
        <pc:chgData name="celine river" userId="9ba4a417bf901946" providerId="LiveId" clId="{CEF4BEED-232D-4AC2-BAA7-09CD06F7294E}" dt="2025-04-14T12:31:10.894" v="150" actId="113"/>
        <pc:sldMkLst>
          <pc:docMk/>
          <pc:sldMk cId="4173986649" sldId="273"/>
        </pc:sldMkLst>
        <pc:spChg chg="mod">
          <ac:chgData name="celine river" userId="9ba4a417bf901946" providerId="LiveId" clId="{CEF4BEED-232D-4AC2-BAA7-09CD06F7294E}" dt="2025-04-14T12:31:10.894" v="150" actId="113"/>
          <ac:spMkLst>
            <pc:docMk/>
            <pc:sldMk cId="4173986649" sldId="273"/>
            <ac:spMk id="3" creationId="{18618D63-DFCD-EF84-714E-371553FFB3F7}"/>
          </ac:spMkLst>
        </pc:spChg>
      </pc:sldChg>
      <pc:sldChg chg="modSp mod">
        <pc:chgData name="celine river" userId="9ba4a417bf901946" providerId="LiveId" clId="{CEF4BEED-232D-4AC2-BAA7-09CD06F7294E}" dt="2025-04-14T12:31:52.042" v="153" actId="255"/>
        <pc:sldMkLst>
          <pc:docMk/>
          <pc:sldMk cId="2316613694" sldId="274"/>
        </pc:sldMkLst>
        <pc:spChg chg="mod">
          <ac:chgData name="celine river" userId="9ba4a417bf901946" providerId="LiveId" clId="{CEF4BEED-232D-4AC2-BAA7-09CD06F7294E}" dt="2025-04-14T12:31:52.042" v="153" actId="255"/>
          <ac:spMkLst>
            <pc:docMk/>
            <pc:sldMk cId="2316613694" sldId="274"/>
            <ac:spMk id="3" creationId="{916AF298-920B-B980-5F90-524B432176DA}"/>
          </ac:spMkLst>
        </pc:spChg>
      </pc:sldChg>
      <pc:sldChg chg="modSp mod">
        <pc:chgData name="celine river" userId="9ba4a417bf901946" providerId="LiveId" clId="{CEF4BEED-232D-4AC2-BAA7-09CD06F7294E}" dt="2025-04-14T12:34:46.957" v="167" actId="20577"/>
        <pc:sldMkLst>
          <pc:docMk/>
          <pc:sldMk cId="2957678322" sldId="275"/>
        </pc:sldMkLst>
        <pc:spChg chg="mod">
          <ac:chgData name="celine river" userId="9ba4a417bf901946" providerId="LiveId" clId="{CEF4BEED-232D-4AC2-BAA7-09CD06F7294E}" dt="2025-04-14T12:34:46.957" v="167" actId="20577"/>
          <ac:spMkLst>
            <pc:docMk/>
            <pc:sldMk cId="2957678322" sldId="275"/>
            <ac:spMk id="3" creationId="{09AA69D5-B173-D2FD-FF48-33EB0B40156B}"/>
          </ac:spMkLst>
        </pc:spChg>
      </pc:sldChg>
      <pc:sldChg chg="modSp mod">
        <pc:chgData name="celine river" userId="9ba4a417bf901946" providerId="LiveId" clId="{CEF4BEED-232D-4AC2-BAA7-09CD06F7294E}" dt="2025-04-14T12:35:10.997" v="170" actId="255"/>
        <pc:sldMkLst>
          <pc:docMk/>
          <pc:sldMk cId="2313110463" sldId="276"/>
        </pc:sldMkLst>
        <pc:spChg chg="mod">
          <ac:chgData name="celine river" userId="9ba4a417bf901946" providerId="LiveId" clId="{CEF4BEED-232D-4AC2-BAA7-09CD06F7294E}" dt="2025-04-14T12:35:10.997" v="170" actId="255"/>
          <ac:spMkLst>
            <pc:docMk/>
            <pc:sldMk cId="2313110463" sldId="276"/>
            <ac:spMk id="3" creationId="{9189721D-203D-3F9A-1DDB-880C2F2EFB5D}"/>
          </ac:spMkLst>
        </pc:spChg>
      </pc:sldChg>
      <pc:sldChg chg="modSp mod">
        <pc:chgData name="celine river" userId="9ba4a417bf901946" providerId="LiveId" clId="{CEF4BEED-232D-4AC2-BAA7-09CD06F7294E}" dt="2025-04-14T12:38:21.431" v="179" actId="255"/>
        <pc:sldMkLst>
          <pc:docMk/>
          <pc:sldMk cId="2418369208" sldId="277"/>
        </pc:sldMkLst>
        <pc:spChg chg="mod">
          <ac:chgData name="celine river" userId="9ba4a417bf901946" providerId="LiveId" clId="{CEF4BEED-232D-4AC2-BAA7-09CD06F7294E}" dt="2025-04-14T12:38:21.431" v="179" actId="255"/>
          <ac:spMkLst>
            <pc:docMk/>
            <pc:sldMk cId="2418369208" sldId="277"/>
            <ac:spMk id="3" creationId="{BC1E012D-B31A-75D0-99D5-C5D5A2409ED3}"/>
          </ac:spMkLst>
        </pc:spChg>
      </pc:sldChg>
      <pc:sldChg chg="modSp mod">
        <pc:chgData name="celine river" userId="9ba4a417bf901946" providerId="LiveId" clId="{CEF4BEED-232D-4AC2-BAA7-09CD06F7294E}" dt="2025-04-14T12:40:05.666" v="193" actId="20577"/>
        <pc:sldMkLst>
          <pc:docMk/>
          <pc:sldMk cId="833492465" sldId="278"/>
        </pc:sldMkLst>
        <pc:spChg chg="mod">
          <ac:chgData name="celine river" userId="9ba4a417bf901946" providerId="LiveId" clId="{CEF4BEED-232D-4AC2-BAA7-09CD06F7294E}" dt="2025-04-14T12:40:05.666" v="193" actId="20577"/>
          <ac:spMkLst>
            <pc:docMk/>
            <pc:sldMk cId="833492465" sldId="278"/>
            <ac:spMk id="3" creationId="{A343C9DF-512D-8BEA-2FA4-BA3622067285}"/>
          </ac:spMkLst>
        </pc:spChg>
      </pc:sldChg>
      <pc:sldChg chg="modSp mod">
        <pc:chgData name="celine river" userId="9ba4a417bf901946" providerId="LiveId" clId="{CEF4BEED-232D-4AC2-BAA7-09CD06F7294E}" dt="2025-04-14T12:40:31.951" v="198" actId="20577"/>
        <pc:sldMkLst>
          <pc:docMk/>
          <pc:sldMk cId="3321693968" sldId="279"/>
        </pc:sldMkLst>
        <pc:spChg chg="mod">
          <ac:chgData name="celine river" userId="9ba4a417bf901946" providerId="LiveId" clId="{CEF4BEED-232D-4AC2-BAA7-09CD06F7294E}" dt="2025-04-14T12:40:31.951" v="198" actId="20577"/>
          <ac:spMkLst>
            <pc:docMk/>
            <pc:sldMk cId="3321693968" sldId="279"/>
            <ac:spMk id="3" creationId="{204DAD0E-A240-E52B-697A-2814C98C5064}"/>
          </ac:spMkLst>
        </pc:spChg>
      </pc:sldChg>
      <pc:sldChg chg="modSp mod">
        <pc:chgData name="celine river" userId="9ba4a417bf901946" providerId="LiveId" clId="{CEF4BEED-232D-4AC2-BAA7-09CD06F7294E}" dt="2025-04-14T12:41:35.039" v="210" actId="113"/>
        <pc:sldMkLst>
          <pc:docMk/>
          <pc:sldMk cId="2573657852" sldId="280"/>
        </pc:sldMkLst>
        <pc:spChg chg="mod">
          <ac:chgData name="celine river" userId="9ba4a417bf901946" providerId="LiveId" clId="{CEF4BEED-232D-4AC2-BAA7-09CD06F7294E}" dt="2025-04-14T12:41:35.039" v="210" actId="113"/>
          <ac:spMkLst>
            <pc:docMk/>
            <pc:sldMk cId="2573657852" sldId="280"/>
            <ac:spMk id="3" creationId="{8A3AF70F-6566-B79D-E149-96D5921F8C6A}"/>
          </ac:spMkLst>
        </pc:spChg>
      </pc:sldChg>
      <pc:sldChg chg="modSp mod">
        <pc:chgData name="celine river" userId="9ba4a417bf901946" providerId="LiveId" clId="{CEF4BEED-232D-4AC2-BAA7-09CD06F7294E}" dt="2025-04-14T12:42:15.843" v="219" actId="20577"/>
        <pc:sldMkLst>
          <pc:docMk/>
          <pc:sldMk cId="4157498718" sldId="281"/>
        </pc:sldMkLst>
        <pc:spChg chg="mod">
          <ac:chgData name="celine river" userId="9ba4a417bf901946" providerId="LiveId" clId="{CEF4BEED-232D-4AC2-BAA7-09CD06F7294E}" dt="2025-04-14T12:42:15.843" v="219" actId="20577"/>
          <ac:spMkLst>
            <pc:docMk/>
            <pc:sldMk cId="4157498718" sldId="281"/>
            <ac:spMk id="3" creationId="{2D2C0282-96C1-08D5-2257-6127BE794C32}"/>
          </ac:spMkLst>
        </pc:spChg>
      </pc:sldChg>
      <pc:sldChg chg="modSp mod">
        <pc:chgData name="celine river" userId="9ba4a417bf901946" providerId="LiveId" clId="{CEF4BEED-232D-4AC2-BAA7-09CD06F7294E}" dt="2025-04-14T12:42:52.258" v="224" actId="20577"/>
        <pc:sldMkLst>
          <pc:docMk/>
          <pc:sldMk cId="1068679485" sldId="282"/>
        </pc:sldMkLst>
        <pc:spChg chg="mod">
          <ac:chgData name="celine river" userId="9ba4a417bf901946" providerId="LiveId" clId="{CEF4BEED-232D-4AC2-BAA7-09CD06F7294E}" dt="2025-04-14T12:42:52.258" v="224" actId="20577"/>
          <ac:spMkLst>
            <pc:docMk/>
            <pc:sldMk cId="1068679485" sldId="282"/>
            <ac:spMk id="3" creationId="{28DEACE6-3CDA-41E6-B487-940774F65934}"/>
          </ac:spMkLst>
        </pc:spChg>
      </pc:sldChg>
      <pc:sldChg chg="modSp mod">
        <pc:chgData name="celine river" userId="9ba4a417bf901946" providerId="LiveId" clId="{CEF4BEED-232D-4AC2-BAA7-09CD06F7294E}" dt="2025-04-14T12:44:43.751" v="243" actId="20577"/>
        <pc:sldMkLst>
          <pc:docMk/>
          <pc:sldMk cId="3882407186" sldId="283"/>
        </pc:sldMkLst>
        <pc:spChg chg="mod">
          <ac:chgData name="celine river" userId="9ba4a417bf901946" providerId="LiveId" clId="{CEF4BEED-232D-4AC2-BAA7-09CD06F7294E}" dt="2025-04-14T12:44:43.751" v="243" actId="20577"/>
          <ac:spMkLst>
            <pc:docMk/>
            <pc:sldMk cId="3882407186" sldId="283"/>
            <ac:spMk id="3" creationId="{21998321-3E99-C132-E9AD-F24C7990940B}"/>
          </ac:spMkLst>
        </pc:spChg>
      </pc:sldChg>
      <pc:sldChg chg="modSp mod">
        <pc:chgData name="celine river" userId="9ba4a417bf901946" providerId="LiveId" clId="{CEF4BEED-232D-4AC2-BAA7-09CD06F7294E}" dt="2025-04-14T12:45:35.955" v="253" actId="14100"/>
        <pc:sldMkLst>
          <pc:docMk/>
          <pc:sldMk cId="4159637202" sldId="284"/>
        </pc:sldMkLst>
        <pc:spChg chg="mod">
          <ac:chgData name="celine river" userId="9ba4a417bf901946" providerId="LiveId" clId="{CEF4BEED-232D-4AC2-BAA7-09CD06F7294E}" dt="2025-04-14T12:45:35.955" v="253" actId="14100"/>
          <ac:spMkLst>
            <pc:docMk/>
            <pc:sldMk cId="4159637202" sldId="284"/>
            <ac:spMk id="3" creationId="{FB0C5BBE-F032-6F3A-BDBC-58CD0ED5818E}"/>
          </ac:spMkLst>
        </pc:spChg>
      </pc:sldChg>
      <pc:sldChg chg="modSp mod">
        <pc:chgData name="celine river" userId="9ba4a417bf901946" providerId="LiveId" clId="{CEF4BEED-232D-4AC2-BAA7-09CD06F7294E}" dt="2025-04-14T12:46:23.852" v="263" actId="20577"/>
        <pc:sldMkLst>
          <pc:docMk/>
          <pc:sldMk cId="3544428370" sldId="285"/>
        </pc:sldMkLst>
        <pc:spChg chg="mod">
          <ac:chgData name="celine river" userId="9ba4a417bf901946" providerId="LiveId" clId="{CEF4BEED-232D-4AC2-BAA7-09CD06F7294E}" dt="2025-04-14T12:46:23.852" v="263" actId="20577"/>
          <ac:spMkLst>
            <pc:docMk/>
            <pc:sldMk cId="3544428370" sldId="285"/>
            <ac:spMk id="3" creationId="{01F6D990-9F53-E413-3660-A3C714AEB7FE}"/>
          </ac:spMkLst>
        </pc:spChg>
      </pc:sldChg>
      <pc:sldChg chg="modSp mod">
        <pc:chgData name="celine river" userId="9ba4a417bf901946" providerId="LiveId" clId="{CEF4BEED-232D-4AC2-BAA7-09CD06F7294E}" dt="2025-04-14T12:48:17.663" v="280" actId="14100"/>
        <pc:sldMkLst>
          <pc:docMk/>
          <pc:sldMk cId="787570877" sldId="286"/>
        </pc:sldMkLst>
        <pc:spChg chg="mod">
          <ac:chgData name="celine river" userId="9ba4a417bf901946" providerId="LiveId" clId="{CEF4BEED-232D-4AC2-BAA7-09CD06F7294E}" dt="2025-04-14T12:48:17.663" v="280" actId="14100"/>
          <ac:spMkLst>
            <pc:docMk/>
            <pc:sldMk cId="787570877" sldId="286"/>
            <ac:spMk id="3" creationId="{885DA821-872C-6674-3C94-0B89B813B4F2}"/>
          </ac:spMkLst>
        </pc:spChg>
      </pc:sldChg>
      <pc:sldChg chg="modSp mod">
        <pc:chgData name="celine river" userId="9ba4a417bf901946" providerId="LiveId" clId="{CEF4BEED-232D-4AC2-BAA7-09CD06F7294E}" dt="2025-04-14T12:49:24.337" v="298" actId="20577"/>
        <pc:sldMkLst>
          <pc:docMk/>
          <pc:sldMk cId="228226386" sldId="287"/>
        </pc:sldMkLst>
        <pc:spChg chg="mod">
          <ac:chgData name="celine river" userId="9ba4a417bf901946" providerId="LiveId" clId="{CEF4BEED-232D-4AC2-BAA7-09CD06F7294E}" dt="2025-04-14T12:49:24.337" v="298" actId="20577"/>
          <ac:spMkLst>
            <pc:docMk/>
            <pc:sldMk cId="228226386" sldId="287"/>
            <ac:spMk id="3" creationId="{E1B09427-2791-08C4-C236-49A03F316644}"/>
          </ac:spMkLst>
        </pc:spChg>
      </pc:sldChg>
      <pc:sldChg chg="modSp mod">
        <pc:chgData name="celine river" userId="9ba4a417bf901946" providerId="LiveId" clId="{CEF4BEED-232D-4AC2-BAA7-09CD06F7294E}" dt="2025-04-14T12:51:53.740" v="316" actId="20577"/>
        <pc:sldMkLst>
          <pc:docMk/>
          <pc:sldMk cId="3695712210" sldId="288"/>
        </pc:sldMkLst>
        <pc:spChg chg="mod">
          <ac:chgData name="celine river" userId="9ba4a417bf901946" providerId="LiveId" clId="{CEF4BEED-232D-4AC2-BAA7-09CD06F7294E}" dt="2025-04-14T12:51:53.740" v="316" actId="20577"/>
          <ac:spMkLst>
            <pc:docMk/>
            <pc:sldMk cId="3695712210" sldId="288"/>
            <ac:spMk id="3" creationId="{B6353A84-7E56-9353-C860-F9FA2C715ED3}"/>
          </ac:spMkLst>
        </pc:spChg>
      </pc:sldChg>
      <pc:sldChg chg="modSp mod">
        <pc:chgData name="celine river" userId="9ba4a417bf901946" providerId="LiveId" clId="{CEF4BEED-232D-4AC2-BAA7-09CD06F7294E}" dt="2025-04-14T12:53:00.340" v="328" actId="20577"/>
        <pc:sldMkLst>
          <pc:docMk/>
          <pc:sldMk cId="1186294346" sldId="289"/>
        </pc:sldMkLst>
        <pc:spChg chg="mod">
          <ac:chgData name="celine river" userId="9ba4a417bf901946" providerId="LiveId" clId="{CEF4BEED-232D-4AC2-BAA7-09CD06F7294E}" dt="2025-04-14T12:53:00.340" v="328" actId="20577"/>
          <ac:spMkLst>
            <pc:docMk/>
            <pc:sldMk cId="1186294346" sldId="289"/>
            <ac:spMk id="3" creationId="{2925AF03-93BC-3DF6-C0AA-519875365D33}"/>
          </ac:spMkLst>
        </pc:spChg>
      </pc:sldChg>
      <pc:sldChg chg="modSp mod">
        <pc:chgData name="celine river" userId="9ba4a417bf901946" providerId="LiveId" clId="{CEF4BEED-232D-4AC2-BAA7-09CD06F7294E}" dt="2025-04-14T12:53:57.867" v="337" actId="20577"/>
        <pc:sldMkLst>
          <pc:docMk/>
          <pc:sldMk cId="118082120" sldId="290"/>
        </pc:sldMkLst>
        <pc:spChg chg="mod">
          <ac:chgData name="celine river" userId="9ba4a417bf901946" providerId="LiveId" clId="{CEF4BEED-232D-4AC2-BAA7-09CD06F7294E}" dt="2025-04-14T12:53:57.867" v="337" actId="20577"/>
          <ac:spMkLst>
            <pc:docMk/>
            <pc:sldMk cId="118082120" sldId="290"/>
            <ac:spMk id="3" creationId="{D77B84A6-2B2B-52CD-7F4F-4ED141747BC9}"/>
          </ac:spMkLst>
        </pc:spChg>
      </pc:sldChg>
      <pc:sldChg chg="modSp mod">
        <pc:chgData name="celine river" userId="9ba4a417bf901946" providerId="LiveId" clId="{CEF4BEED-232D-4AC2-BAA7-09CD06F7294E}" dt="2025-04-14T12:55:18.355" v="355" actId="20577"/>
        <pc:sldMkLst>
          <pc:docMk/>
          <pc:sldMk cId="2997408327" sldId="291"/>
        </pc:sldMkLst>
        <pc:spChg chg="mod">
          <ac:chgData name="celine river" userId="9ba4a417bf901946" providerId="LiveId" clId="{CEF4BEED-232D-4AC2-BAA7-09CD06F7294E}" dt="2025-04-14T12:55:18.355" v="355" actId="20577"/>
          <ac:spMkLst>
            <pc:docMk/>
            <pc:sldMk cId="2997408327" sldId="291"/>
            <ac:spMk id="3" creationId="{9D7FDFB4-F9BB-64F2-3494-A20FA3D5602D}"/>
          </ac:spMkLst>
        </pc:spChg>
      </pc:sldChg>
      <pc:sldChg chg="modSp mod">
        <pc:chgData name="celine river" userId="9ba4a417bf901946" providerId="LiveId" clId="{CEF4BEED-232D-4AC2-BAA7-09CD06F7294E}" dt="2025-04-14T12:56:32.063" v="369" actId="20577"/>
        <pc:sldMkLst>
          <pc:docMk/>
          <pc:sldMk cId="51153354" sldId="292"/>
        </pc:sldMkLst>
        <pc:spChg chg="mod">
          <ac:chgData name="celine river" userId="9ba4a417bf901946" providerId="LiveId" clId="{CEF4BEED-232D-4AC2-BAA7-09CD06F7294E}" dt="2025-04-14T12:56:32.063" v="369" actId="20577"/>
          <ac:spMkLst>
            <pc:docMk/>
            <pc:sldMk cId="51153354" sldId="292"/>
            <ac:spMk id="3" creationId="{D870E508-6BB5-6BAE-091B-A33BEC583EAF}"/>
          </ac:spMkLst>
        </pc:spChg>
      </pc:sldChg>
      <pc:sldChg chg="modSp mod">
        <pc:chgData name="celine river" userId="9ba4a417bf901946" providerId="LiveId" clId="{CEF4BEED-232D-4AC2-BAA7-09CD06F7294E}" dt="2025-04-14T12:57:23.790" v="381" actId="20577"/>
        <pc:sldMkLst>
          <pc:docMk/>
          <pc:sldMk cId="3577843935" sldId="293"/>
        </pc:sldMkLst>
        <pc:spChg chg="mod">
          <ac:chgData name="celine river" userId="9ba4a417bf901946" providerId="LiveId" clId="{CEF4BEED-232D-4AC2-BAA7-09CD06F7294E}" dt="2025-04-14T12:57:23.790" v="381" actId="20577"/>
          <ac:spMkLst>
            <pc:docMk/>
            <pc:sldMk cId="3577843935" sldId="293"/>
            <ac:spMk id="3" creationId="{18B15D26-A640-9133-B5C2-995D1346D8CF}"/>
          </ac:spMkLst>
        </pc:spChg>
      </pc:sldChg>
      <pc:sldChg chg="modSp mod">
        <pc:chgData name="celine river" userId="9ba4a417bf901946" providerId="LiveId" clId="{CEF4BEED-232D-4AC2-BAA7-09CD06F7294E}" dt="2025-04-14T12:58:33.988" v="391" actId="20577"/>
        <pc:sldMkLst>
          <pc:docMk/>
          <pc:sldMk cId="977105578" sldId="294"/>
        </pc:sldMkLst>
        <pc:spChg chg="mod">
          <ac:chgData name="celine river" userId="9ba4a417bf901946" providerId="LiveId" clId="{CEF4BEED-232D-4AC2-BAA7-09CD06F7294E}" dt="2025-04-14T12:58:33.988" v="391" actId="20577"/>
          <ac:spMkLst>
            <pc:docMk/>
            <pc:sldMk cId="977105578" sldId="294"/>
            <ac:spMk id="3" creationId="{80B61F86-79B6-AB71-2E02-2BB601BE4E69}"/>
          </ac:spMkLst>
        </pc:spChg>
      </pc:sldChg>
      <pc:sldChg chg="modSp mod">
        <pc:chgData name="celine river" userId="9ba4a417bf901946" providerId="LiveId" clId="{CEF4BEED-232D-4AC2-BAA7-09CD06F7294E}" dt="2025-04-14T13:00:39.205" v="416" actId="20577"/>
        <pc:sldMkLst>
          <pc:docMk/>
          <pc:sldMk cId="2974506942" sldId="295"/>
        </pc:sldMkLst>
        <pc:spChg chg="mod">
          <ac:chgData name="celine river" userId="9ba4a417bf901946" providerId="LiveId" clId="{CEF4BEED-232D-4AC2-BAA7-09CD06F7294E}" dt="2025-04-14T13:00:39.205" v="416" actId="20577"/>
          <ac:spMkLst>
            <pc:docMk/>
            <pc:sldMk cId="2974506942" sldId="295"/>
            <ac:spMk id="3" creationId="{0AB33B0B-26E7-D2FE-5EAD-1162658ED23B}"/>
          </ac:spMkLst>
        </pc:spChg>
      </pc:sldChg>
      <pc:sldChg chg="modSp mod">
        <pc:chgData name="celine river" userId="9ba4a417bf901946" providerId="LiveId" clId="{CEF4BEED-232D-4AC2-BAA7-09CD06F7294E}" dt="2025-04-14T13:27:14.136" v="433" actId="20577"/>
        <pc:sldMkLst>
          <pc:docMk/>
          <pc:sldMk cId="924714971" sldId="296"/>
        </pc:sldMkLst>
        <pc:spChg chg="mod">
          <ac:chgData name="celine river" userId="9ba4a417bf901946" providerId="LiveId" clId="{CEF4BEED-232D-4AC2-BAA7-09CD06F7294E}" dt="2025-04-14T13:27:14.136" v="433" actId="20577"/>
          <ac:spMkLst>
            <pc:docMk/>
            <pc:sldMk cId="924714971" sldId="296"/>
            <ac:spMk id="3" creationId="{67C1424C-96FA-357C-4B8D-64D40196321B}"/>
          </ac:spMkLst>
        </pc:spChg>
      </pc:sldChg>
      <pc:sldChg chg="modSp mod">
        <pc:chgData name="celine river" userId="9ba4a417bf901946" providerId="LiveId" clId="{CEF4BEED-232D-4AC2-BAA7-09CD06F7294E}" dt="2025-04-14T13:36:32.474" v="456" actId="255"/>
        <pc:sldMkLst>
          <pc:docMk/>
          <pc:sldMk cId="279454907" sldId="297"/>
        </pc:sldMkLst>
        <pc:spChg chg="mod">
          <ac:chgData name="celine river" userId="9ba4a417bf901946" providerId="LiveId" clId="{CEF4BEED-232D-4AC2-BAA7-09CD06F7294E}" dt="2025-04-14T13:36:32.474" v="456" actId="255"/>
          <ac:spMkLst>
            <pc:docMk/>
            <pc:sldMk cId="279454907" sldId="297"/>
            <ac:spMk id="3" creationId="{52873B44-B2E8-D02F-6BF9-C9EC9915E624}"/>
          </ac:spMkLst>
        </pc:spChg>
      </pc:sldChg>
      <pc:sldChg chg="modSp mod">
        <pc:chgData name="celine river" userId="9ba4a417bf901946" providerId="LiveId" clId="{CEF4BEED-232D-4AC2-BAA7-09CD06F7294E}" dt="2025-04-14T13:41:24.622" v="468" actId="20577"/>
        <pc:sldMkLst>
          <pc:docMk/>
          <pc:sldMk cId="4248575899" sldId="298"/>
        </pc:sldMkLst>
        <pc:spChg chg="mod">
          <ac:chgData name="celine river" userId="9ba4a417bf901946" providerId="LiveId" clId="{CEF4BEED-232D-4AC2-BAA7-09CD06F7294E}" dt="2025-04-14T13:41:24.622" v="468" actId="20577"/>
          <ac:spMkLst>
            <pc:docMk/>
            <pc:sldMk cId="4248575899" sldId="298"/>
            <ac:spMk id="3" creationId="{56962DD5-985D-EA8F-6E91-DF67AB0E4037}"/>
          </ac:spMkLst>
        </pc:spChg>
      </pc:sldChg>
      <pc:sldChg chg="modSp mod">
        <pc:chgData name="celine river" userId="9ba4a417bf901946" providerId="LiveId" clId="{CEF4BEED-232D-4AC2-BAA7-09CD06F7294E}" dt="2025-04-14T13:48:15.157" v="498" actId="20577"/>
        <pc:sldMkLst>
          <pc:docMk/>
          <pc:sldMk cId="1811242729" sldId="299"/>
        </pc:sldMkLst>
        <pc:spChg chg="mod">
          <ac:chgData name="celine river" userId="9ba4a417bf901946" providerId="LiveId" clId="{CEF4BEED-232D-4AC2-BAA7-09CD06F7294E}" dt="2025-04-14T13:48:15.157" v="498" actId="20577"/>
          <ac:spMkLst>
            <pc:docMk/>
            <pc:sldMk cId="1811242729" sldId="299"/>
            <ac:spMk id="3" creationId="{8F90FB95-C7C2-8867-983A-87FD3FF7C9B7}"/>
          </ac:spMkLst>
        </pc:spChg>
      </pc:sldChg>
      <pc:sldChg chg="modSp mod">
        <pc:chgData name="celine river" userId="9ba4a417bf901946" providerId="LiveId" clId="{CEF4BEED-232D-4AC2-BAA7-09CD06F7294E}" dt="2025-04-14T13:49:48.783" v="515" actId="20577"/>
        <pc:sldMkLst>
          <pc:docMk/>
          <pc:sldMk cId="2913406590" sldId="300"/>
        </pc:sldMkLst>
        <pc:spChg chg="mod">
          <ac:chgData name="celine river" userId="9ba4a417bf901946" providerId="LiveId" clId="{CEF4BEED-232D-4AC2-BAA7-09CD06F7294E}" dt="2025-04-14T13:49:48.783" v="515" actId="20577"/>
          <ac:spMkLst>
            <pc:docMk/>
            <pc:sldMk cId="2913406590" sldId="300"/>
            <ac:spMk id="3" creationId="{C9047F32-C2B5-81FD-971C-7843B0325B30}"/>
          </ac:spMkLst>
        </pc:spChg>
      </pc:sldChg>
      <pc:sldChg chg="modSp mod">
        <pc:chgData name="celine river" userId="9ba4a417bf901946" providerId="LiveId" clId="{CEF4BEED-232D-4AC2-BAA7-09CD06F7294E}" dt="2025-04-14T13:52:04.134" v="538" actId="20577"/>
        <pc:sldMkLst>
          <pc:docMk/>
          <pc:sldMk cId="3171066999" sldId="301"/>
        </pc:sldMkLst>
        <pc:spChg chg="mod">
          <ac:chgData name="celine river" userId="9ba4a417bf901946" providerId="LiveId" clId="{CEF4BEED-232D-4AC2-BAA7-09CD06F7294E}" dt="2025-04-14T13:52:04.134" v="538" actId="20577"/>
          <ac:spMkLst>
            <pc:docMk/>
            <pc:sldMk cId="3171066999" sldId="301"/>
            <ac:spMk id="3" creationId="{E2A51307-594A-5710-E9C4-72286E30A268}"/>
          </ac:spMkLst>
        </pc:spChg>
      </pc:sldChg>
      <pc:sldChg chg="modSp mod">
        <pc:chgData name="celine river" userId="9ba4a417bf901946" providerId="LiveId" clId="{CEF4BEED-232D-4AC2-BAA7-09CD06F7294E}" dt="2025-04-14T14:21:27.892" v="544" actId="255"/>
        <pc:sldMkLst>
          <pc:docMk/>
          <pc:sldMk cId="2735876805" sldId="302"/>
        </pc:sldMkLst>
        <pc:spChg chg="mod">
          <ac:chgData name="celine river" userId="9ba4a417bf901946" providerId="LiveId" clId="{CEF4BEED-232D-4AC2-BAA7-09CD06F7294E}" dt="2025-04-14T14:21:27.892" v="544" actId="255"/>
          <ac:spMkLst>
            <pc:docMk/>
            <pc:sldMk cId="2735876805" sldId="302"/>
            <ac:spMk id="3" creationId="{532AECC8-E287-E305-AA99-0A8BAF7C1F3F}"/>
          </ac:spMkLst>
        </pc:spChg>
      </pc:sldChg>
      <pc:sldChg chg="modSp mod">
        <pc:chgData name="celine river" userId="9ba4a417bf901946" providerId="LiveId" clId="{CEF4BEED-232D-4AC2-BAA7-09CD06F7294E}" dt="2025-04-14T14:22:16.881" v="558" actId="20577"/>
        <pc:sldMkLst>
          <pc:docMk/>
          <pc:sldMk cId="660894914" sldId="303"/>
        </pc:sldMkLst>
        <pc:spChg chg="mod">
          <ac:chgData name="celine river" userId="9ba4a417bf901946" providerId="LiveId" clId="{CEF4BEED-232D-4AC2-BAA7-09CD06F7294E}" dt="2025-04-14T14:22:16.881" v="558" actId="20577"/>
          <ac:spMkLst>
            <pc:docMk/>
            <pc:sldMk cId="660894914" sldId="303"/>
            <ac:spMk id="3" creationId="{8BF5AA76-5488-6CBA-B1EC-7953297591AF}"/>
          </ac:spMkLst>
        </pc:spChg>
      </pc:sldChg>
      <pc:sldChg chg="modSp mod">
        <pc:chgData name="celine river" userId="9ba4a417bf901946" providerId="LiveId" clId="{CEF4BEED-232D-4AC2-BAA7-09CD06F7294E}" dt="2025-04-14T14:23:28.417" v="570" actId="20577"/>
        <pc:sldMkLst>
          <pc:docMk/>
          <pc:sldMk cId="1495656569" sldId="304"/>
        </pc:sldMkLst>
        <pc:spChg chg="mod">
          <ac:chgData name="celine river" userId="9ba4a417bf901946" providerId="LiveId" clId="{CEF4BEED-232D-4AC2-BAA7-09CD06F7294E}" dt="2025-04-14T14:23:28.417" v="570" actId="20577"/>
          <ac:spMkLst>
            <pc:docMk/>
            <pc:sldMk cId="1495656569" sldId="304"/>
            <ac:spMk id="3" creationId="{EE609051-88C2-41FE-62AE-2225F656ED3F}"/>
          </ac:spMkLst>
        </pc:spChg>
      </pc:sldChg>
      <pc:sldChg chg="modSp mod">
        <pc:chgData name="celine river" userId="9ba4a417bf901946" providerId="LiveId" clId="{CEF4BEED-232D-4AC2-BAA7-09CD06F7294E}" dt="2025-04-14T14:24:36.120" v="587" actId="20577"/>
        <pc:sldMkLst>
          <pc:docMk/>
          <pc:sldMk cId="3253793331" sldId="305"/>
        </pc:sldMkLst>
        <pc:spChg chg="mod">
          <ac:chgData name="celine river" userId="9ba4a417bf901946" providerId="LiveId" clId="{CEF4BEED-232D-4AC2-BAA7-09CD06F7294E}" dt="2025-04-14T14:24:36.120" v="587" actId="20577"/>
          <ac:spMkLst>
            <pc:docMk/>
            <pc:sldMk cId="3253793331" sldId="305"/>
            <ac:spMk id="3" creationId="{C8C2103D-41D7-9D52-B9AB-F599DD2041B4}"/>
          </ac:spMkLst>
        </pc:spChg>
      </pc:sldChg>
      <pc:sldChg chg="modSp mod">
        <pc:chgData name="celine river" userId="9ba4a417bf901946" providerId="LiveId" clId="{CEF4BEED-232D-4AC2-BAA7-09CD06F7294E}" dt="2025-04-14T14:26:12.201" v="605" actId="255"/>
        <pc:sldMkLst>
          <pc:docMk/>
          <pc:sldMk cId="1194373395" sldId="306"/>
        </pc:sldMkLst>
        <pc:spChg chg="mod">
          <ac:chgData name="celine river" userId="9ba4a417bf901946" providerId="LiveId" clId="{CEF4BEED-232D-4AC2-BAA7-09CD06F7294E}" dt="2025-04-14T14:26:12.201" v="605" actId="255"/>
          <ac:spMkLst>
            <pc:docMk/>
            <pc:sldMk cId="1194373395" sldId="306"/>
            <ac:spMk id="3" creationId="{08564CB4-092F-3F9A-167A-2B8F629EE908}"/>
          </ac:spMkLst>
        </pc:spChg>
      </pc:sldChg>
      <pc:sldChg chg="modSp mod">
        <pc:chgData name="celine river" userId="9ba4a417bf901946" providerId="LiveId" clId="{CEF4BEED-232D-4AC2-BAA7-09CD06F7294E}" dt="2025-04-14T14:27:21.147" v="622" actId="14100"/>
        <pc:sldMkLst>
          <pc:docMk/>
          <pc:sldMk cId="1567705768" sldId="307"/>
        </pc:sldMkLst>
        <pc:spChg chg="mod">
          <ac:chgData name="celine river" userId="9ba4a417bf901946" providerId="LiveId" clId="{CEF4BEED-232D-4AC2-BAA7-09CD06F7294E}" dt="2025-04-14T14:27:21.147" v="622" actId="14100"/>
          <ac:spMkLst>
            <pc:docMk/>
            <pc:sldMk cId="1567705768" sldId="307"/>
            <ac:spMk id="3" creationId="{3E6758C7-1AEA-38D7-F8CB-DF9D1A986C39}"/>
          </ac:spMkLst>
        </pc:spChg>
      </pc:sldChg>
      <pc:sldChg chg="modSp mod">
        <pc:chgData name="celine river" userId="9ba4a417bf901946" providerId="LiveId" clId="{CEF4BEED-232D-4AC2-BAA7-09CD06F7294E}" dt="2025-04-14T14:32:27.729" v="644" actId="20577"/>
        <pc:sldMkLst>
          <pc:docMk/>
          <pc:sldMk cId="3208799626" sldId="308"/>
        </pc:sldMkLst>
        <pc:spChg chg="mod">
          <ac:chgData name="celine river" userId="9ba4a417bf901946" providerId="LiveId" clId="{CEF4BEED-232D-4AC2-BAA7-09CD06F7294E}" dt="2025-04-14T14:32:27.729" v="644" actId="20577"/>
          <ac:spMkLst>
            <pc:docMk/>
            <pc:sldMk cId="3208799626" sldId="308"/>
            <ac:spMk id="3" creationId="{B5A286C4-C862-46B5-98D1-672D027CBFAF}"/>
          </ac:spMkLst>
        </pc:spChg>
      </pc:sldChg>
      <pc:sldChg chg="modSp mod">
        <pc:chgData name="celine river" userId="9ba4a417bf901946" providerId="LiveId" clId="{CEF4BEED-232D-4AC2-BAA7-09CD06F7294E}" dt="2025-04-14T14:33:29.241" v="657" actId="20577"/>
        <pc:sldMkLst>
          <pc:docMk/>
          <pc:sldMk cId="514837617" sldId="309"/>
        </pc:sldMkLst>
        <pc:spChg chg="mod">
          <ac:chgData name="celine river" userId="9ba4a417bf901946" providerId="LiveId" clId="{CEF4BEED-232D-4AC2-BAA7-09CD06F7294E}" dt="2025-04-14T14:33:29.241" v="657" actId="20577"/>
          <ac:spMkLst>
            <pc:docMk/>
            <pc:sldMk cId="514837617" sldId="309"/>
            <ac:spMk id="3" creationId="{FF8D7484-0AC3-DA3C-C6CA-C40240FC41AB}"/>
          </ac:spMkLst>
        </pc:spChg>
      </pc:sldChg>
      <pc:sldChg chg="modSp mod">
        <pc:chgData name="celine river" userId="9ba4a417bf901946" providerId="LiveId" clId="{CEF4BEED-232D-4AC2-BAA7-09CD06F7294E}" dt="2025-04-14T14:34:46.309" v="676" actId="20577"/>
        <pc:sldMkLst>
          <pc:docMk/>
          <pc:sldMk cId="3970207768" sldId="310"/>
        </pc:sldMkLst>
        <pc:spChg chg="mod">
          <ac:chgData name="celine river" userId="9ba4a417bf901946" providerId="LiveId" clId="{CEF4BEED-232D-4AC2-BAA7-09CD06F7294E}" dt="2025-04-14T14:34:46.309" v="676" actId="20577"/>
          <ac:spMkLst>
            <pc:docMk/>
            <pc:sldMk cId="3970207768" sldId="310"/>
            <ac:spMk id="3" creationId="{D0939482-16CC-2FD0-9F03-E72098C0C3B2}"/>
          </ac:spMkLst>
        </pc:spChg>
      </pc:sldChg>
      <pc:sldChg chg="modSp mod">
        <pc:chgData name="celine river" userId="9ba4a417bf901946" providerId="LiveId" clId="{CEF4BEED-232D-4AC2-BAA7-09CD06F7294E}" dt="2025-04-14T14:36:25.192" v="701" actId="20577"/>
        <pc:sldMkLst>
          <pc:docMk/>
          <pc:sldMk cId="1525955931" sldId="311"/>
        </pc:sldMkLst>
        <pc:spChg chg="mod">
          <ac:chgData name="celine river" userId="9ba4a417bf901946" providerId="LiveId" clId="{CEF4BEED-232D-4AC2-BAA7-09CD06F7294E}" dt="2025-04-14T14:36:25.192" v="701" actId="20577"/>
          <ac:spMkLst>
            <pc:docMk/>
            <pc:sldMk cId="1525955931" sldId="311"/>
            <ac:spMk id="3" creationId="{11D334FE-91D0-04E4-C361-576AEE6A43EC}"/>
          </ac:spMkLst>
        </pc:spChg>
      </pc:sldChg>
      <pc:sldChg chg="modSp mod">
        <pc:chgData name="celine river" userId="9ba4a417bf901946" providerId="LiveId" clId="{CEF4BEED-232D-4AC2-BAA7-09CD06F7294E}" dt="2025-04-14T14:39:49.262" v="742" actId="20577"/>
        <pc:sldMkLst>
          <pc:docMk/>
          <pc:sldMk cId="2223828900" sldId="312"/>
        </pc:sldMkLst>
        <pc:spChg chg="mod">
          <ac:chgData name="celine river" userId="9ba4a417bf901946" providerId="LiveId" clId="{CEF4BEED-232D-4AC2-BAA7-09CD06F7294E}" dt="2025-04-14T14:39:49.262" v="742" actId="20577"/>
          <ac:spMkLst>
            <pc:docMk/>
            <pc:sldMk cId="2223828900" sldId="312"/>
            <ac:spMk id="3" creationId="{279CF8A3-046B-0CB6-11C4-1A3AAE024A94}"/>
          </ac:spMkLst>
        </pc:spChg>
      </pc:sldChg>
      <pc:sldChg chg="modSp mod">
        <pc:chgData name="celine river" userId="9ba4a417bf901946" providerId="LiveId" clId="{CEF4BEED-232D-4AC2-BAA7-09CD06F7294E}" dt="2025-04-14T14:42:33.137" v="768" actId="20577"/>
        <pc:sldMkLst>
          <pc:docMk/>
          <pc:sldMk cId="2301641897" sldId="313"/>
        </pc:sldMkLst>
        <pc:spChg chg="mod">
          <ac:chgData name="celine river" userId="9ba4a417bf901946" providerId="LiveId" clId="{CEF4BEED-232D-4AC2-BAA7-09CD06F7294E}" dt="2025-04-14T14:42:33.137" v="768" actId="20577"/>
          <ac:spMkLst>
            <pc:docMk/>
            <pc:sldMk cId="2301641897" sldId="313"/>
            <ac:spMk id="3" creationId="{7301F39C-D581-B255-F61A-9EB9213F1605}"/>
          </ac:spMkLst>
        </pc:spChg>
      </pc:sldChg>
      <pc:sldChg chg="modSp mod">
        <pc:chgData name="celine river" userId="9ba4a417bf901946" providerId="LiveId" clId="{CEF4BEED-232D-4AC2-BAA7-09CD06F7294E}" dt="2025-04-14T14:49:12.757" v="790" actId="20577"/>
        <pc:sldMkLst>
          <pc:docMk/>
          <pc:sldMk cId="3608924722" sldId="314"/>
        </pc:sldMkLst>
        <pc:spChg chg="mod">
          <ac:chgData name="celine river" userId="9ba4a417bf901946" providerId="LiveId" clId="{CEF4BEED-232D-4AC2-BAA7-09CD06F7294E}" dt="2025-04-14T14:49:12.757" v="790" actId="20577"/>
          <ac:spMkLst>
            <pc:docMk/>
            <pc:sldMk cId="3608924722" sldId="314"/>
            <ac:spMk id="3" creationId="{AED17657-4F62-287C-36EE-85EB85709310}"/>
          </ac:spMkLst>
        </pc:spChg>
      </pc:sldChg>
      <pc:sldChg chg="modSp mod">
        <pc:chgData name="celine river" userId="9ba4a417bf901946" providerId="LiveId" clId="{CEF4BEED-232D-4AC2-BAA7-09CD06F7294E}" dt="2025-04-14T14:51:11.782" v="807" actId="20577"/>
        <pc:sldMkLst>
          <pc:docMk/>
          <pc:sldMk cId="4047302077" sldId="315"/>
        </pc:sldMkLst>
        <pc:spChg chg="mod">
          <ac:chgData name="celine river" userId="9ba4a417bf901946" providerId="LiveId" clId="{CEF4BEED-232D-4AC2-BAA7-09CD06F7294E}" dt="2025-04-14T14:51:11.782" v="807" actId="20577"/>
          <ac:spMkLst>
            <pc:docMk/>
            <pc:sldMk cId="4047302077" sldId="315"/>
            <ac:spMk id="3" creationId="{6DEE5A70-4A6E-2090-DFC0-7B2182E75D20}"/>
          </ac:spMkLst>
        </pc:spChg>
      </pc:sldChg>
      <pc:sldChg chg="modSp mod">
        <pc:chgData name="celine river" userId="9ba4a417bf901946" providerId="LiveId" clId="{CEF4BEED-232D-4AC2-BAA7-09CD06F7294E}" dt="2025-04-14T14:58:40.703" v="823" actId="20577"/>
        <pc:sldMkLst>
          <pc:docMk/>
          <pc:sldMk cId="2099048257" sldId="316"/>
        </pc:sldMkLst>
        <pc:spChg chg="mod">
          <ac:chgData name="celine river" userId="9ba4a417bf901946" providerId="LiveId" clId="{CEF4BEED-232D-4AC2-BAA7-09CD06F7294E}" dt="2025-04-14T14:58:40.703" v="823" actId="20577"/>
          <ac:spMkLst>
            <pc:docMk/>
            <pc:sldMk cId="2099048257" sldId="316"/>
            <ac:spMk id="3" creationId="{96B36102-1B6E-2483-2A18-72079F6BBE8F}"/>
          </ac:spMkLst>
        </pc:spChg>
      </pc:sldChg>
      <pc:sldChg chg="modSp mod">
        <pc:chgData name="celine river" userId="9ba4a417bf901946" providerId="LiveId" clId="{CEF4BEED-232D-4AC2-BAA7-09CD06F7294E}" dt="2025-04-14T14:59:38.219" v="836" actId="20577"/>
        <pc:sldMkLst>
          <pc:docMk/>
          <pc:sldMk cId="4205372860" sldId="317"/>
        </pc:sldMkLst>
        <pc:spChg chg="mod">
          <ac:chgData name="celine river" userId="9ba4a417bf901946" providerId="LiveId" clId="{CEF4BEED-232D-4AC2-BAA7-09CD06F7294E}" dt="2025-04-14T14:59:38.219" v="836" actId="20577"/>
          <ac:spMkLst>
            <pc:docMk/>
            <pc:sldMk cId="4205372860" sldId="317"/>
            <ac:spMk id="3" creationId="{37A21207-2240-EBCE-2B64-F7A2ACFEA6CB}"/>
          </ac:spMkLst>
        </pc:spChg>
      </pc:sldChg>
      <pc:sldChg chg="modSp mod">
        <pc:chgData name="celine river" userId="9ba4a417bf901946" providerId="LiveId" clId="{CEF4BEED-232D-4AC2-BAA7-09CD06F7294E}" dt="2025-04-14T15:00:38.509" v="850" actId="20577"/>
        <pc:sldMkLst>
          <pc:docMk/>
          <pc:sldMk cId="3515873176" sldId="318"/>
        </pc:sldMkLst>
        <pc:spChg chg="mod">
          <ac:chgData name="celine river" userId="9ba4a417bf901946" providerId="LiveId" clId="{CEF4BEED-232D-4AC2-BAA7-09CD06F7294E}" dt="2025-04-14T15:00:38.509" v="850" actId="20577"/>
          <ac:spMkLst>
            <pc:docMk/>
            <pc:sldMk cId="3515873176" sldId="318"/>
            <ac:spMk id="3" creationId="{A2C06645-7075-A4E1-AFDD-258EF7369C5A}"/>
          </ac:spMkLst>
        </pc:spChg>
      </pc:sldChg>
      <pc:sldChg chg="modSp mod">
        <pc:chgData name="celine river" userId="9ba4a417bf901946" providerId="LiveId" clId="{CEF4BEED-232D-4AC2-BAA7-09CD06F7294E}" dt="2025-04-14T15:01:49.486" v="867" actId="20577"/>
        <pc:sldMkLst>
          <pc:docMk/>
          <pc:sldMk cId="1551368051" sldId="319"/>
        </pc:sldMkLst>
        <pc:spChg chg="mod">
          <ac:chgData name="celine river" userId="9ba4a417bf901946" providerId="LiveId" clId="{CEF4BEED-232D-4AC2-BAA7-09CD06F7294E}" dt="2025-04-14T15:01:49.486" v="867" actId="20577"/>
          <ac:spMkLst>
            <pc:docMk/>
            <pc:sldMk cId="1551368051" sldId="319"/>
            <ac:spMk id="3" creationId="{7989A065-5778-E390-D36F-2B58F20D3580}"/>
          </ac:spMkLst>
        </pc:spChg>
      </pc:sldChg>
      <pc:sldChg chg="modSp mod">
        <pc:chgData name="celine river" userId="9ba4a417bf901946" providerId="LiveId" clId="{CEF4BEED-232D-4AC2-BAA7-09CD06F7294E}" dt="2025-04-14T15:03:07.685" v="890" actId="20577"/>
        <pc:sldMkLst>
          <pc:docMk/>
          <pc:sldMk cId="794203663" sldId="320"/>
        </pc:sldMkLst>
        <pc:spChg chg="mod">
          <ac:chgData name="celine river" userId="9ba4a417bf901946" providerId="LiveId" clId="{CEF4BEED-232D-4AC2-BAA7-09CD06F7294E}" dt="2025-04-14T15:03:07.685" v="890" actId="20577"/>
          <ac:spMkLst>
            <pc:docMk/>
            <pc:sldMk cId="794203663" sldId="320"/>
            <ac:spMk id="3" creationId="{1834BE69-DEF6-F042-8CBC-D0F08FB9DA0E}"/>
          </ac:spMkLst>
        </pc:spChg>
      </pc:sldChg>
      <pc:sldChg chg="modSp mod">
        <pc:chgData name="celine river" userId="9ba4a417bf901946" providerId="LiveId" clId="{CEF4BEED-232D-4AC2-BAA7-09CD06F7294E}" dt="2025-04-14T15:04:25.765" v="901" actId="20577"/>
        <pc:sldMkLst>
          <pc:docMk/>
          <pc:sldMk cId="2178458106" sldId="321"/>
        </pc:sldMkLst>
        <pc:spChg chg="mod">
          <ac:chgData name="celine river" userId="9ba4a417bf901946" providerId="LiveId" clId="{CEF4BEED-232D-4AC2-BAA7-09CD06F7294E}" dt="2025-04-14T15:04:25.765" v="901" actId="20577"/>
          <ac:spMkLst>
            <pc:docMk/>
            <pc:sldMk cId="2178458106" sldId="321"/>
            <ac:spMk id="3" creationId="{E03AC2EB-64EB-C7BB-793D-50198E6498E0}"/>
          </ac:spMkLst>
        </pc:spChg>
      </pc:sldChg>
      <pc:sldChg chg="modSp mod">
        <pc:chgData name="celine river" userId="9ba4a417bf901946" providerId="LiveId" clId="{CEF4BEED-232D-4AC2-BAA7-09CD06F7294E}" dt="2025-04-14T15:05:56.564" v="924" actId="14100"/>
        <pc:sldMkLst>
          <pc:docMk/>
          <pc:sldMk cId="385119163" sldId="322"/>
        </pc:sldMkLst>
        <pc:spChg chg="mod">
          <ac:chgData name="celine river" userId="9ba4a417bf901946" providerId="LiveId" clId="{CEF4BEED-232D-4AC2-BAA7-09CD06F7294E}" dt="2025-04-14T15:05:56.564" v="924" actId="14100"/>
          <ac:spMkLst>
            <pc:docMk/>
            <pc:sldMk cId="385119163" sldId="322"/>
            <ac:spMk id="3" creationId="{FF34F0EA-DB49-53E4-3DB1-778106F1AE16}"/>
          </ac:spMkLst>
        </pc:spChg>
      </pc:sldChg>
      <pc:sldChg chg="modSp mod">
        <pc:chgData name="celine river" userId="9ba4a417bf901946" providerId="LiveId" clId="{CEF4BEED-232D-4AC2-BAA7-09CD06F7294E}" dt="2025-04-14T15:07:41.867" v="944" actId="20577"/>
        <pc:sldMkLst>
          <pc:docMk/>
          <pc:sldMk cId="922581153" sldId="323"/>
        </pc:sldMkLst>
        <pc:spChg chg="mod">
          <ac:chgData name="celine river" userId="9ba4a417bf901946" providerId="LiveId" clId="{CEF4BEED-232D-4AC2-BAA7-09CD06F7294E}" dt="2025-04-14T15:07:41.867" v="944" actId="20577"/>
          <ac:spMkLst>
            <pc:docMk/>
            <pc:sldMk cId="922581153" sldId="323"/>
            <ac:spMk id="3" creationId="{104507FB-9B08-A5CD-A870-1E64602B7F04}"/>
          </ac:spMkLst>
        </pc:spChg>
      </pc:sldChg>
      <pc:sldChg chg="modSp mod">
        <pc:chgData name="celine river" userId="9ba4a417bf901946" providerId="LiveId" clId="{CEF4BEED-232D-4AC2-BAA7-09CD06F7294E}" dt="2025-04-14T15:09:26.034" v="964" actId="20577"/>
        <pc:sldMkLst>
          <pc:docMk/>
          <pc:sldMk cId="549822481" sldId="324"/>
        </pc:sldMkLst>
        <pc:spChg chg="mod">
          <ac:chgData name="celine river" userId="9ba4a417bf901946" providerId="LiveId" clId="{CEF4BEED-232D-4AC2-BAA7-09CD06F7294E}" dt="2025-04-14T15:09:26.034" v="964" actId="20577"/>
          <ac:spMkLst>
            <pc:docMk/>
            <pc:sldMk cId="549822481" sldId="324"/>
            <ac:spMk id="3" creationId="{DF01B0D1-D1DC-A071-7C78-2C17C29D572F}"/>
          </ac:spMkLst>
        </pc:spChg>
      </pc:sldChg>
      <pc:sldChg chg="modSp mod">
        <pc:chgData name="celine river" userId="9ba4a417bf901946" providerId="LiveId" clId="{CEF4BEED-232D-4AC2-BAA7-09CD06F7294E}" dt="2025-04-14T15:10:59.043" v="992" actId="20577"/>
        <pc:sldMkLst>
          <pc:docMk/>
          <pc:sldMk cId="3268170335" sldId="325"/>
        </pc:sldMkLst>
        <pc:spChg chg="mod">
          <ac:chgData name="celine river" userId="9ba4a417bf901946" providerId="LiveId" clId="{CEF4BEED-232D-4AC2-BAA7-09CD06F7294E}" dt="2025-04-14T15:10:59.043" v="992" actId="20577"/>
          <ac:spMkLst>
            <pc:docMk/>
            <pc:sldMk cId="3268170335" sldId="325"/>
            <ac:spMk id="3" creationId="{38835F42-FE8D-AD7B-E040-D989F4C25E39}"/>
          </ac:spMkLst>
        </pc:spChg>
      </pc:sldChg>
      <pc:sldChg chg="modSp mod">
        <pc:chgData name="celine river" userId="9ba4a417bf901946" providerId="LiveId" clId="{CEF4BEED-232D-4AC2-BAA7-09CD06F7294E}" dt="2025-04-14T15:16:55.038" v="1004" actId="20577"/>
        <pc:sldMkLst>
          <pc:docMk/>
          <pc:sldMk cId="2488618759" sldId="326"/>
        </pc:sldMkLst>
        <pc:spChg chg="mod">
          <ac:chgData name="celine river" userId="9ba4a417bf901946" providerId="LiveId" clId="{CEF4BEED-232D-4AC2-BAA7-09CD06F7294E}" dt="2025-04-14T15:16:55.038" v="1004" actId="20577"/>
          <ac:spMkLst>
            <pc:docMk/>
            <pc:sldMk cId="2488618759" sldId="326"/>
            <ac:spMk id="3" creationId="{D2B8C776-EF94-32AD-CE37-5EE1C7F0149B}"/>
          </ac:spMkLst>
        </pc:spChg>
      </pc:sldChg>
      <pc:sldChg chg="modSp mod">
        <pc:chgData name="celine river" userId="9ba4a417bf901946" providerId="LiveId" clId="{CEF4BEED-232D-4AC2-BAA7-09CD06F7294E}" dt="2025-04-14T15:18:17.126" v="1026" actId="20577"/>
        <pc:sldMkLst>
          <pc:docMk/>
          <pc:sldMk cId="2638874594" sldId="327"/>
        </pc:sldMkLst>
        <pc:spChg chg="mod">
          <ac:chgData name="celine river" userId="9ba4a417bf901946" providerId="LiveId" clId="{CEF4BEED-232D-4AC2-BAA7-09CD06F7294E}" dt="2025-04-14T15:18:17.126" v="1026" actId="20577"/>
          <ac:spMkLst>
            <pc:docMk/>
            <pc:sldMk cId="2638874594" sldId="327"/>
            <ac:spMk id="3" creationId="{FCC28078-9F2E-4B94-8AB8-C454D7139812}"/>
          </ac:spMkLst>
        </pc:spChg>
      </pc:sldChg>
      <pc:sldChg chg="modSp mod">
        <pc:chgData name="celine river" userId="9ba4a417bf901946" providerId="LiveId" clId="{CEF4BEED-232D-4AC2-BAA7-09CD06F7294E}" dt="2025-04-14T15:19:17.300" v="1045" actId="20577"/>
        <pc:sldMkLst>
          <pc:docMk/>
          <pc:sldMk cId="1777533110" sldId="328"/>
        </pc:sldMkLst>
        <pc:spChg chg="mod">
          <ac:chgData name="celine river" userId="9ba4a417bf901946" providerId="LiveId" clId="{CEF4BEED-232D-4AC2-BAA7-09CD06F7294E}" dt="2025-04-14T15:19:17.300" v="1045" actId="20577"/>
          <ac:spMkLst>
            <pc:docMk/>
            <pc:sldMk cId="1777533110" sldId="328"/>
            <ac:spMk id="3" creationId="{B6B07E73-9FE1-5893-3EE7-1F8363E854C2}"/>
          </ac:spMkLst>
        </pc:spChg>
      </pc:sldChg>
      <pc:sldChg chg="modSp mod">
        <pc:chgData name="celine river" userId="9ba4a417bf901946" providerId="LiveId" clId="{CEF4BEED-232D-4AC2-BAA7-09CD06F7294E}" dt="2025-04-14T15:21:11.148" v="1073" actId="14100"/>
        <pc:sldMkLst>
          <pc:docMk/>
          <pc:sldMk cId="2816448897" sldId="329"/>
        </pc:sldMkLst>
        <pc:spChg chg="mod">
          <ac:chgData name="celine river" userId="9ba4a417bf901946" providerId="LiveId" clId="{CEF4BEED-232D-4AC2-BAA7-09CD06F7294E}" dt="2025-04-14T15:21:11.148" v="1073" actId="14100"/>
          <ac:spMkLst>
            <pc:docMk/>
            <pc:sldMk cId="2816448897" sldId="329"/>
            <ac:spMk id="3" creationId="{6B81E423-D8FD-6BCE-E2B5-FCC1EF80F4A9}"/>
          </ac:spMkLst>
        </pc:spChg>
      </pc:sldChg>
      <pc:sldChg chg="modSp mod">
        <pc:chgData name="celine river" userId="9ba4a417bf901946" providerId="LiveId" clId="{CEF4BEED-232D-4AC2-BAA7-09CD06F7294E}" dt="2025-04-14T15:23:05.958" v="1094" actId="255"/>
        <pc:sldMkLst>
          <pc:docMk/>
          <pc:sldMk cId="135254633" sldId="330"/>
        </pc:sldMkLst>
        <pc:spChg chg="mod">
          <ac:chgData name="celine river" userId="9ba4a417bf901946" providerId="LiveId" clId="{CEF4BEED-232D-4AC2-BAA7-09CD06F7294E}" dt="2025-04-14T15:23:05.958" v="1094" actId="255"/>
          <ac:spMkLst>
            <pc:docMk/>
            <pc:sldMk cId="135254633" sldId="330"/>
            <ac:spMk id="3" creationId="{1B482C34-0ECA-FB5F-3311-2381407601D0}"/>
          </ac:spMkLst>
        </pc:spChg>
      </pc:sldChg>
      <pc:sldChg chg="modSp mod">
        <pc:chgData name="celine river" userId="9ba4a417bf901946" providerId="LiveId" clId="{CEF4BEED-232D-4AC2-BAA7-09CD06F7294E}" dt="2025-04-14T15:24:28.086" v="1116" actId="20577"/>
        <pc:sldMkLst>
          <pc:docMk/>
          <pc:sldMk cId="937859433" sldId="331"/>
        </pc:sldMkLst>
        <pc:spChg chg="mod">
          <ac:chgData name="celine river" userId="9ba4a417bf901946" providerId="LiveId" clId="{CEF4BEED-232D-4AC2-BAA7-09CD06F7294E}" dt="2025-04-14T15:24:28.086" v="1116" actId="20577"/>
          <ac:spMkLst>
            <pc:docMk/>
            <pc:sldMk cId="937859433" sldId="331"/>
            <ac:spMk id="3" creationId="{6D27B7D6-A985-D521-F3C8-22C628FE9F63}"/>
          </ac:spMkLst>
        </pc:spChg>
      </pc:sldChg>
      <pc:sldChg chg="modSp mod">
        <pc:chgData name="celine river" userId="9ba4a417bf901946" providerId="LiveId" clId="{CEF4BEED-232D-4AC2-BAA7-09CD06F7294E}" dt="2025-04-14T15:27:16.098" v="1138" actId="20577"/>
        <pc:sldMkLst>
          <pc:docMk/>
          <pc:sldMk cId="2497135598" sldId="332"/>
        </pc:sldMkLst>
        <pc:spChg chg="mod">
          <ac:chgData name="celine river" userId="9ba4a417bf901946" providerId="LiveId" clId="{CEF4BEED-232D-4AC2-BAA7-09CD06F7294E}" dt="2025-04-14T15:27:16.098" v="1138" actId="20577"/>
          <ac:spMkLst>
            <pc:docMk/>
            <pc:sldMk cId="2497135598" sldId="332"/>
            <ac:spMk id="3" creationId="{561BF488-A4FA-DA3B-218B-DFBB9AEF4D93}"/>
          </ac:spMkLst>
        </pc:spChg>
      </pc:sldChg>
      <pc:sldChg chg="modSp mod">
        <pc:chgData name="celine river" userId="9ba4a417bf901946" providerId="LiveId" clId="{CEF4BEED-232D-4AC2-BAA7-09CD06F7294E}" dt="2025-04-14T15:28:18.090" v="1149" actId="255"/>
        <pc:sldMkLst>
          <pc:docMk/>
          <pc:sldMk cId="1385783409" sldId="333"/>
        </pc:sldMkLst>
        <pc:spChg chg="mod">
          <ac:chgData name="celine river" userId="9ba4a417bf901946" providerId="LiveId" clId="{CEF4BEED-232D-4AC2-BAA7-09CD06F7294E}" dt="2025-04-14T15:28:18.090" v="1149" actId="255"/>
          <ac:spMkLst>
            <pc:docMk/>
            <pc:sldMk cId="1385783409" sldId="333"/>
            <ac:spMk id="3" creationId="{8CA4A5C7-3F69-27F6-5980-6BF12CB0B0A5}"/>
          </ac:spMkLst>
        </pc:spChg>
      </pc:sldChg>
      <pc:sldChg chg="modSp mod">
        <pc:chgData name="celine river" userId="9ba4a417bf901946" providerId="LiveId" clId="{CEF4BEED-232D-4AC2-BAA7-09CD06F7294E}" dt="2025-04-14T15:29:37.215" v="1165" actId="20577"/>
        <pc:sldMkLst>
          <pc:docMk/>
          <pc:sldMk cId="299143040" sldId="334"/>
        </pc:sldMkLst>
        <pc:spChg chg="mod">
          <ac:chgData name="celine river" userId="9ba4a417bf901946" providerId="LiveId" clId="{CEF4BEED-232D-4AC2-BAA7-09CD06F7294E}" dt="2025-04-14T15:29:37.215" v="1165" actId="20577"/>
          <ac:spMkLst>
            <pc:docMk/>
            <pc:sldMk cId="299143040" sldId="334"/>
            <ac:spMk id="3" creationId="{D789055D-B005-B1EC-B6CC-4E98F5A94E8B}"/>
          </ac:spMkLst>
        </pc:spChg>
      </pc:sldChg>
      <pc:sldChg chg="modSp mod">
        <pc:chgData name="celine river" userId="9ba4a417bf901946" providerId="LiveId" clId="{CEF4BEED-232D-4AC2-BAA7-09CD06F7294E}" dt="2025-04-14T15:32:58.866" v="1190" actId="255"/>
        <pc:sldMkLst>
          <pc:docMk/>
          <pc:sldMk cId="3328098256" sldId="335"/>
        </pc:sldMkLst>
        <pc:spChg chg="mod">
          <ac:chgData name="celine river" userId="9ba4a417bf901946" providerId="LiveId" clId="{CEF4BEED-232D-4AC2-BAA7-09CD06F7294E}" dt="2025-04-14T15:32:58.866" v="1190" actId="255"/>
          <ac:spMkLst>
            <pc:docMk/>
            <pc:sldMk cId="3328098256" sldId="335"/>
            <ac:spMk id="3" creationId="{73B509B9-0596-CF7E-11F7-32A82D633A4B}"/>
          </ac:spMkLst>
        </pc:spChg>
      </pc:sldChg>
      <pc:sldChg chg="modSp mod">
        <pc:chgData name="celine river" userId="9ba4a417bf901946" providerId="LiveId" clId="{CEF4BEED-232D-4AC2-BAA7-09CD06F7294E}" dt="2025-04-14T15:33:55.562" v="1203" actId="14100"/>
        <pc:sldMkLst>
          <pc:docMk/>
          <pc:sldMk cId="3732032466" sldId="336"/>
        </pc:sldMkLst>
        <pc:spChg chg="mod">
          <ac:chgData name="celine river" userId="9ba4a417bf901946" providerId="LiveId" clId="{CEF4BEED-232D-4AC2-BAA7-09CD06F7294E}" dt="2025-04-14T15:33:55.562" v="1203" actId="14100"/>
          <ac:spMkLst>
            <pc:docMk/>
            <pc:sldMk cId="3732032466" sldId="336"/>
            <ac:spMk id="3" creationId="{8172DDD5-D6CD-7385-ADC2-933DBA7C2EA9}"/>
          </ac:spMkLst>
        </pc:spChg>
      </pc:sldChg>
      <pc:sldChg chg="modSp mod">
        <pc:chgData name="celine river" userId="9ba4a417bf901946" providerId="LiveId" clId="{CEF4BEED-232D-4AC2-BAA7-09CD06F7294E}" dt="2025-04-14T15:35:41.316" v="1212" actId="14100"/>
        <pc:sldMkLst>
          <pc:docMk/>
          <pc:sldMk cId="3329217411" sldId="337"/>
        </pc:sldMkLst>
        <pc:spChg chg="mod">
          <ac:chgData name="celine river" userId="9ba4a417bf901946" providerId="LiveId" clId="{CEF4BEED-232D-4AC2-BAA7-09CD06F7294E}" dt="2025-04-14T15:35:41.316" v="1212" actId="14100"/>
          <ac:spMkLst>
            <pc:docMk/>
            <pc:sldMk cId="3329217411" sldId="337"/>
            <ac:spMk id="3" creationId="{4B52B212-69AA-FC5D-055D-09591991D274}"/>
          </ac:spMkLst>
        </pc:spChg>
      </pc:sldChg>
      <pc:sldChg chg="modSp mod">
        <pc:chgData name="celine river" userId="9ba4a417bf901946" providerId="LiveId" clId="{CEF4BEED-232D-4AC2-BAA7-09CD06F7294E}" dt="2025-04-14T15:37:01.543" v="1223" actId="255"/>
        <pc:sldMkLst>
          <pc:docMk/>
          <pc:sldMk cId="2474499690" sldId="338"/>
        </pc:sldMkLst>
        <pc:spChg chg="mod">
          <ac:chgData name="celine river" userId="9ba4a417bf901946" providerId="LiveId" clId="{CEF4BEED-232D-4AC2-BAA7-09CD06F7294E}" dt="2025-04-14T15:37:01.543" v="1223" actId="255"/>
          <ac:spMkLst>
            <pc:docMk/>
            <pc:sldMk cId="2474499690" sldId="338"/>
            <ac:spMk id="3" creationId="{2C16E5E5-C1DA-F1D8-2388-AB2E10ED6960}"/>
          </ac:spMkLst>
        </pc:spChg>
      </pc:sldChg>
      <pc:sldChg chg="modSp mod">
        <pc:chgData name="celine river" userId="9ba4a417bf901946" providerId="LiveId" clId="{CEF4BEED-232D-4AC2-BAA7-09CD06F7294E}" dt="2025-04-14T15:37:28.572" v="1227" actId="255"/>
        <pc:sldMkLst>
          <pc:docMk/>
          <pc:sldMk cId="3315912083" sldId="339"/>
        </pc:sldMkLst>
        <pc:spChg chg="mod">
          <ac:chgData name="celine river" userId="9ba4a417bf901946" providerId="LiveId" clId="{CEF4BEED-232D-4AC2-BAA7-09CD06F7294E}" dt="2025-04-14T15:37:28.572" v="1227" actId="255"/>
          <ac:spMkLst>
            <pc:docMk/>
            <pc:sldMk cId="3315912083" sldId="339"/>
            <ac:spMk id="3" creationId="{C2EA4EA0-DFB7-D7C2-72EE-41BE17F6C788}"/>
          </ac:spMkLst>
        </pc:spChg>
      </pc:sldChg>
      <pc:sldChg chg="modSp mod">
        <pc:chgData name="celine river" userId="9ba4a417bf901946" providerId="LiveId" clId="{CEF4BEED-232D-4AC2-BAA7-09CD06F7294E}" dt="2025-04-14T15:38:34.233" v="1239" actId="20577"/>
        <pc:sldMkLst>
          <pc:docMk/>
          <pc:sldMk cId="141355775" sldId="340"/>
        </pc:sldMkLst>
        <pc:spChg chg="mod">
          <ac:chgData name="celine river" userId="9ba4a417bf901946" providerId="LiveId" clId="{CEF4BEED-232D-4AC2-BAA7-09CD06F7294E}" dt="2025-04-14T15:38:34.233" v="1239" actId="20577"/>
          <ac:spMkLst>
            <pc:docMk/>
            <pc:sldMk cId="141355775" sldId="340"/>
            <ac:spMk id="3" creationId="{40B7EE44-3C47-8021-D972-27B7236EB550}"/>
          </ac:spMkLst>
        </pc:spChg>
      </pc:sldChg>
      <pc:sldChg chg="modSp mod">
        <pc:chgData name="celine river" userId="9ba4a417bf901946" providerId="LiveId" clId="{CEF4BEED-232D-4AC2-BAA7-09CD06F7294E}" dt="2025-04-14T15:40:03.891" v="1255" actId="20577"/>
        <pc:sldMkLst>
          <pc:docMk/>
          <pc:sldMk cId="3828154454" sldId="341"/>
        </pc:sldMkLst>
        <pc:spChg chg="mod">
          <ac:chgData name="celine river" userId="9ba4a417bf901946" providerId="LiveId" clId="{CEF4BEED-232D-4AC2-BAA7-09CD06F7294E}" dt="2025-04-14T15:40:03.891" v="1255" actId="20577"/>
          <ac:spMkLst>
            <pc:docMk/>
            <pc:sldMk cId="3828154454" sldId="341"/>
            <ac:spMk id="3" creationId="{F5E9FFAF-6E47-AC62-B066-191C3D6B16D6}"/>
          </ac:spMkLst>
        </pc:spChg>
      </pc:sldChg>
      <pc:sldChg chg="addSp delSp modSp mod">
        <pc:chgData name="celine river" userId="9ba4a417bf901946" providerId="LiveId" clId="{CEF4BEED-232D-4AC2-BAA7-09CD06F7294E}" dt="2025-04-14T15:44:19.566" v="1272" actId="20577"/>
        <pc:sldMkLst>
          <pc:docMk/>
          <pc:sldMk cId="61788523" sldId="342"/>
        </pc:sldMkLst>
        <pc:spChg chg="add del mod">
          <ac:chgData name="celine river" userId="9ba4a417bf901946" providerId="LiveId" clId="{CEF4BEED-232D-4AC2-BAA7-09CD06F7294E}" dt="2025-04-14T15:44:19.566" v="1272" actId="20577"/>
          <ac:spMkLst>
            <pc:docMk/>
            <pc:sldMk cId="61788523" sldId="342"/>
            <ac:spMk id="3" creationId="{4741C100-988C-6B93-806B-4EAD89F9A5BC}"/>
          </ac:spMkLst>
        </pc:spChg>
      </pc:sldChg>
      <pc:sldChg chg="modSp mod">
        <pc:chgData name="celine river" userId="9ba4a417bf901946" providerId="LiveId" clId="{CEF4BEED-232D-4AC2-BAA7-09CD06F7294E}" dt="2025-04-14T15:46:34.002" v="1293" actId="20577"/>
        <pc:sldMkLst>
          <pc:docMk/>
          <pc:sldMk cId="1107289433" sldId="343"/>
        </pc:sldMkLst>
        <pc:spChg chg="mod">
          <ac:chgData name="celine river" userId="9ba4a417bf901946" providerId="LiveId" clId="{CEF4BEED-232D-4AC2-BAA7-09CD06F7294E}" dt="2025-04-14T15:46:34.002" v="1293" actId="20577"/>
          <ac:spMkLst>
            <pc:docMk/>
            <pc:sldMk cId="1107289433" sldId="343"/>
            <ac:spMk id="3" creationId="{C711846C-1A92-FA4D-076C-C22EE7A5C138}"/>
          </ac:spMkLst>
        </pc:spChg>
      </pc:sldChg>
      <pc:sldChg chg="modSp mod">
        <pc:chgData name="celine river" userId="9ba4a417bf901946" providerId="LiveId" clId="{CEF4BEED-232D-4AC2-BAA7-09CD06F7294E}" dt="2025-04-14T15:48:11.038" v="1310" actId="20577"/>
        <pc:sldMkLst>
          <pc:docMk/>
          <pc:sldMk cId="1828287194" sldId="345"/>
        </pc:sldMkLst>
        <pc:spChg chg="mod">
          <ac:chgData name="celine river" userId="9ba4a417bf901946" providerId="LiveId" clId="{CEF4BEED-232D-4AC2-BAA7-09CD06F7294E}" dt="2025-04-14T15:48:11.038" v="1310" actId="20577"/>
          <ac:spMkLst>
            <pc:docMk/>
            <pc:sldMk cId="1828287194" sldId="345"/>
            <ac:spMk id="3" creationId="{41207388-89F7-A7CA-859C-2CBE186E1314}"/>
          </ac:spMkLst>
        </pc:spChg>
      </pc:sldChg>
      <pc:sldChg chg="modSp mod">
        <pc:chgData name="celine river" userId="9ba4a417bf901946" providerId="LiveId" clId="{CEF4BEED-232D-4AC2-BAA7-09CD06F7294E}" dt="2025-04-14T15:49:41.914" v="1321" actId="20577"/>
        <pc:sldMkLst>
          <pc:docMk/>
          <pc:sldMk cId="2232960847" sldId="346"/>
        </pc:sldMkLst>
        <pc:spChg chg="mod">
          <ac:chgData name="celine river" userId="9ba4a417bf901946" providerId="LiveId" clId="{CEF4BEED-232D-4AC2-BAA7-09CD06F7294E}" dt="2025-04-14T15:49:41.914" v="1321" actId="20577"/>
          <ac:spMkLst>
            <pc:docMk/>
            <pc:sldMk cId="2232960847" sldId="346"/>
            <ac:spMk id="3" creationId="{58847B3A-B344-4B26-D880-6E2E7C20687D}"/>
          </ac:spMkLst>
        </pc:spChg>
      </pc:sldChg>
      <pc:sldChg chg="modSp mod">
        <pc:chgData name="celine river" userId="9ba4a417bf901946" providerId="LiveId" clId="{CEF4BEED-232D-4AC2-BAA7-09CD06F7294E}" dt="2025-04-14T15:52:24.044" v="1339" actId="255"/>
        <pc:sldMkLst>
          <pc:docMk/>
          <pc:sldMk cId="1545769009" sldId="347"/>
        </pc:sldMkLst>
        <pc:spChg chg="mod">
          <ac:chgData name="celine river" userId="9ba4a417bf901946" providerId="LiveId" clId="{CEF4BEED-232D-4AC2-BAA7-09CD06F7294E}" dt="2025-04-14T15:52:24.044" v="1339" actId="255"/>
          <ac:spMkLst>
            <pc:docMk/>
            <pc:sldMk cId="1545769009" sldId="347"/>
            <ac:spMk id="3" creationId="{933CD001-704A-8E71-321E-2EE4F63389B7}"/>
          </ac:spMkLst>
        </pc:spChg>
      </pc:sldChg>
      <pc:sldChg chg="modSp mod">
        <pc:chgData name="celine river" userId="9ba4a417bf901946" providerId="LiveId" clId="{CEF4BEED-232D-4AC2-BAA7-09CD06F7294E}" dt="2025-04-14T15:56:00.651" v="1365" actId="20577"/>
        <pc:sldMkLst>
          <pc:docMk/>
          <pc:sldMk cId="883860105" sldId="348"/>
        </pc:sldMkLst>
        <pc:spChg chg="mod">
          <ac:chgData name="celine river" userId="9ba4a417bf901946" providerId="LiveId" clId="{CEF4BEED-232D-4AC2-BAA7-09CD06F7294E}" dt="2025-04-14T15:56:00.651" v="1365" actId="20577"/>
          <ac:spMkLst>
            <pc:docMk/>
            <pc:sldMk cId="883860105" sldId="348"/>
            <ac:spMk id="3" creationId="{24D5EA5F-D2BA-B71A-B1E9-3F4C47499813}"/>
          </ac:spMkLst>
        </pc:spChg>
      </pc:sldChg>
      <pc:sldChg chg="modSp mod">
        <pc:chgData name="celine river" userId="9ba4a417bf901946" providerId="LiveId" clId="{CEF4BEED-232D-4AC2-BAA7-09CD06F7294E}" dt="2025-04-14T15:57:34.353" v="1383" actId="20577"/>
        <pc:sldMkLst>
          <pc:docMk/>
          <pc:sldMk cId="3858411260" sldId="349"/>
        </pc:sldMkLst>
        <pc:spChg chg="mod">
          <ac:chgData name="celine river" userId="9ba4a417bf901946" providerId="LiveId" clId="{CEF4BEED-232D-4AC2-BAA7-09CD06F7294E}" dt="2025-04-14T15:57:34.353" v="1383" actId="20577"/>
          <ac:spMkLst>
            <pc:docMk/>
            <pc:sldMk cId="3858411260" sldId="349"/>
            <ac:spMk id="3" creationId="{0C5E7F25-26B3-FAB3-9941-88EDBCE2CF19}"/>
          </ac:spMkLst>
        </pc:spChg>
      </pc:sldChg>
      <pc:sldChg chg="modSp mod">
        <pc:chgData name="celine river" userId="9ba4a417bf901946" providerId="LiveId" clId="{CEF4BEED-232D-4AC2-BAA7-09CD06F7294E}" dt="2025-04-14T15:58:28.107" v="1391" actId="20577"/>
        <pc:sldMkLst>
          <pc:docMk/>
          <pc:sldMk cId="1085631241" sldId="350"/>
        </pc:sldMkLst>
        <pc:spChg chg="mod">
          <ac:chgData name="celine river" userId="9ba4a417bf901946" providerId="LiveId" clId="{CEF4BEED-232D-4AC2-BAA7-09CD06F7294E}" dt="2025-04-14T15:58:28.107" v="1391" actId="20577"/>
          <ac:spMkLst>
            <pc:docMk/>
            <pc:sldMk cId="1085631241" sldId="350"/>
            <ac:spMk id="3" creationId="{59DB778C-13F7-8773-2F69-C561EE4E47F6}"/>
          </ac:spMkLst>
        </pc:spChg>
      </pc:sldChg>
      <pc:sldChg chg="modSp mod">
        <pc:chgData name="celine river" userId="9ba4a417bf901946" providerId="LiveId" clId="{CEF4BEED-232D-4AC2-BAA7-09CD06F7294E}" dt="2025-04-14T16:21:58.961" v="1403" actId="20577"/>
        <pc:sldMkLst>
          <pc:docMk/>
          <pc:sldMk cId="1765375273" sldId="374"/>
        </pc:sldMkLst>
        <pc:spChg chg="mod">
          <ac:chgData name="celine river" userId="9ba4a417bf901946" providerId="LiveId" clId="{CEF4BEED-232D-4AC2-BAA7-09CD06F7294E}" dt="2025-04-14T16:21:58.961" v="1403" actId="20577"/>
          <ac:spMkLst>
            <pc:docMk/>
            <pc:sldMk cId="1765375273" sldId="374"/>
            <ac:spMk id="3" creationId="{771214C7-C2FB-93C7-ECDF-EBADF9005A48}"/>
          </ac:spMkLst>
        </pc:spChg>
      </pc:sldChg>
      <pc:sldChg chg="addSp modSp mod">
        <pc:chgData name="celine river" userId="9ba4a417bf901946" providerId="LiveId" clId="{CEF4BEED-232D-4AC2-BAA7-09CD06F7294E}" dt="2025-04-14T16:29:49.917" v="1456" actId="20577"/>
        <pc:sldMkLst>
          <pc:docMk/>
          <pc:sldMk cId="3508350156" sldId="375"/>
        </pc:sldMkLst>
        <pc:spChg chg="add mod">
          <ac:chgData name="celine river" userId="9ba4a417bf901946" providerId="LiveId" clId="{CEF4BEED-232D-4AC2-BAA7-09CD06F7294E}" dt="2025-04-14T16:29:49.917" v="1456" actId="20577"/>
          <ac:spMkLst>
            <pc:docMk/>
            <pc:sldMk cId="3508350156" sldId="375"/>
            <ac:spMk id="3" creationId="{2885CE6D-3B15-4A88-C6BE-1590CBE61FF8}"/>
          </ac:spMkLst>
        </pc:spChg>
      </pc:sldChg>
      <pc:sldChg chg="addSp modSp new mod">
        <pc:chgData name="celine river" userId="9ba4a417bf901946" providerId="LiveId" clId="{CEF4BEED-232D-4AC2-BAA7-09CD06F7294E}" dt="2025-04-14T16:37:01.566" v="1544" actId="20577"/>
        <pc:sldMkLst>
          <pc:docMk/>
          <pc:sldMk cId="2810636706" sldId="376"/>
        </pc:sldMkLst>
        <pc:spChg chg="add mod">
          <ac:chgData name="celine river" userId="9ba4a417bf901946" providerId="LiveId" clId="{CEF4BEED-232D-4AC2-BAA7-09CD06F7294E}" dt="2025-04-14T16:37:01.566" v="1544" actId="20577"/>
          <ac:spMkLst>
            <pc:docMk/>
            <pc:sldMk cId="2810636706" sldId="376"/>
            <ac:spMk id="3" creationId="{10027586-A175-734D-11CE-4B11DEB90817}"/>
          </ac:spMkLst>
        </pc:spChg>
      </pc:sldChg>
      <pc:sldChg chg="addSp modSp new mod">
        <pc:chgData name="celine river" userId="9ba4a417bf901946" providerId="LiveId" clId="{CEF4BEED-232D-4AC2-BAA7-09CD06F7294E}" dt="2025-04-14T16:52:36.098" v="1591" actId="20577"/>
        <pc:sldMkLst>
          <pc:docMk/>
          <pc:sldMk cId="1074041216" sldId="377"/>
        </pc:sldMkLst>
        <pc:spChg chg="add mod">
          <ac:chgData name="celine river" userId="9ba4a417bf901946" providerId="LiveId" clId="{CEF4BEED-232D-4AC2-BAA7-09CD06F7294E}" dt="2025-04-14T16:52:36.098" v="1591" actId="20577"/>
          <ac:spMkLst>
            <pc:docMk/>
            <pc:sldMk cId="1074041216" sldId="377"/>
            <ac:spMk id="3" creationId="{1FAB1E81-E4E7-2CCC-259D-782CF17CA84E}"/>
          </ac:spMkLst>
        </pc:spChg>
      </pc:sldChg>
      <pc:sldChg chg="addSp modSp new mod">
        <pc:chgData name="celine river" userId="9ba4a417bf901946" providerId="LiveId" clId="{CEF4BEED-232D-4AC2-BAA7-09CD06F7294E}" dt="2025-04-14T16:57:43.172" v="1624" actId="255"/>
        <pc:sldMkLst>
          <pc:docMk/>
          <pc:sldMk cId="2786472562" sldId="378"/>
        </pc:sldMkLst>
        <pc:spChg chg="add mod">
          <ac:chgData name="celine river" userId="9ba4a417bf901946" providerId="LiveId" clId="{CEF4BEED-232D-4AC2-BAA7-09CD06F7294E}" dt="2025-04-14T16:57:43.172" v="1624" actId="255"/>
          <ac:spMkLst>
            <pc:docMk/>
            <pc:sldMk cId="2786472562" sldId="378"/>
            <ac:spMk id="3" creationId="{6970E617-29AA-C233-4A6F-08DB7C7F63D8}"/>
          </ac:spMkLst>
        </pc:spChg>
      </pc:sldChg>
      <pc:sldChg chg="addSp modSp new mod">
        <pc:chgData name="celine river" userId="9ba4a417bf901946" providerId="LiveId" clId="{CEF4BEED-232D-4AC2-BAA7-09CD06F7294E}" dt="2025-04-15T06:50:00.966" v="1689" actId="20577"/>
        <pc:sldMkLst>
          <pc:docMk/>
          <pc:sldMk cId="1418684986" sldId="379"/>
        </pc:sldMkLst>
        <pc:spChg chg="add mod">
          <ac:chgData name="celine river" userId="9ba4a417bf901946" providerId="LiveId" clId="{CEF4BEED-232D-4AC2-BAA7-09CD06F7294E}" dt="2025-04-15T06:50:00.966" v="1689" actId="20577"/>
          <ac:spMkLst>
            <pc:docMk/>
            <pc:sldMk cId="1418684986" sldId="379"/>
            <ac:spMk id="3" creationId="{7909068C-D142-5035-3240-713D76B49F01}"/>
          </ac:spMkLst>
        </pc:spChg>
      </pc:sldChg>
      <pc:sldChg chg="addSp modSp new mod">
        <pc:chgData name="celine river" userId="9ba4a417bf901946" providerId="LiveId" clId="{CEF4BEED-232D-4AC2-BAA7-09CD06F7294E}" dt="2025-04-15T07:49:59.978" v="1917" actId="20577"/>
        <pc:sldMkLst>
          <pc:docMk/>
          <pc:sldMk cId="3153548923" sldId="380"/>
        </pc:sldMkLst>
        <pc:spChg chg="add mod">
          <ac:chgData name="celine river" userId="9ba4a417bf901946" providerId="LiveId" clId="{CEF4BEED-232D-4AC2-BAA7-09CD06F7294E}" dt="2025-04-15T07:49:59.978" v="1917" actId="20577"/>
          <ac:spMkLst>
            <pc:docMk/>
            <pc:sldMk cId="3153548923" sldId="380"/>
            <ac:spMk id="3" creationId="{90BA99F0-ADA3-D8F4-D717-AA246CE1C580}"/>
          </ac:spMkLst>
        </pc:spChg>
      </pc:sldChg>
      <pc:sldChg chg="addSp modSp new mod">
        <pc:chgData name="celine river" userId="9ba4a417bf901946" providerId="LiveId" clId="{CEF4BEED-232D-4AC2-BAA7-09CD06F7294E}" dt="2025-04-15T06:54:09.217" v="1739" actId="255"/>
        <pc:sldMkLst>
          <pc:docMk/>
          <pc:sldMk cId="1825764633" sldId="381"/>
        </pc:sldMkLst>
        <pc:spChg chg="add mod">
          <ac:chgData name="celine river" userId="9ba4a417bf901946" providerId="LiveId" clId="{CEF4BEED-232D-4AC2-BAA7-09CD06F7294E}" dt="2025-04-15T06:54:09.217" v="1739" actId="255"/>
          <ac:spMkLst>
            <pc:docMk/>
            <pc:sldMk cId="1825764633" sldId="381"/>
            <ac:spMk id="3" creationId="{BA6CA78E-3F86-4E3D-7B66-B2CAE0B58D2A}"/>
          </ac:spMkLst>
        </pc:spChg>
      </pc:sldChg>
      <pc:sldChg chg="addSp modSp new mod">
        <pc:chgData name="celine river" userId="9ba4a417bf901946" providerId="LiveId" clId="{CEF4BEED-232D-4AC2-BAA7-09CD06F7294E}" dt="2025-04-15T07:24:58.713" v="1800" actId="20577"/>
        <pc:sldMkLst>
          <pc:docMk/>
          <pc:sldMk cId="3997795749" sldId="382"/>
        </pc:sldMkLst>
        <pc:spChg chg="add mod">
          <ac:chgData name="celine river" userId="9ba4a417bf901946" providerId="LiveId" clId="{CEF4BEED-232D-4AC2-BAA7-09CD06F7294E}" dt="2025-04-15T07:24:58.713" v="1800" actId="20577"/>
          <ac:spMkLst>
            <pc:docMk/>
            <pc:sldMk cId="3997795749" sldId="382"/>
            <ac:spMk id="3" creationId="{725A012E-C638-E1FA-137F-AD468083C3EA}"/>
          </ac:spMkLst>
        </pc:spChg>
      </pc:sldChg>
      <pc:sldChg chg="addSp modSp new mod">
        <pc:chgData name="celine river" userId="9ba4a417bf901946" providerId="LiveId" clId="{CEF4BEED-232D-4AC2-BAA7-09CD06F7294E}" dt="2025-04-15T07:43:25.881" v="1857" actId="20577"/>
        <pc:sldMkLst>
          <pc:docMk/>
          <pc:sldMk cId="1169866841" sldId="383"/>
        </pc:sldMkLst>
        <pc:spChg chg="add mod">
          <ac:chgData name="celine river" userId="9ba4a417bf901946" providerId="LiveId" clId="{CEF4BEED-232D-4AC2-BAA7-09CD06F7294E}" dt="2025-04-15T07:43:25.881" v="1857" actId="20577"/>
          <ac:spMkLst>
            <pc:docMk/>
            <pc:sldMk cId="1169866841" sldId="383"/>
            <ac:spMk id="3" creationId="{DBE2C17C-0591-14BA-036F-A3F354DFAD9B}"/>
          </ac:spMkLst>
        </pc:spChg>
      </pc:sldChg>
      <pc:sldChg chg="addSp modSp new mod">
        <pc:chgData name="celine river" userId="9ba4a417bf901946" providerId="LiveId" clId="{CEF4BEED-232D-4AC2-BAA7-09CD06F7294E}" dt="2025-04-15T07:55:00.011" v="1970" actId="20577"/>
        <pc:sldMkLst>
          <pc:docMk/>
          <pc:sldMk cId="149888460" sldId="384"/>
        </pc:sldMkLst>
        <pc:spChg chg="add mod">
          <ac:chgData name="celine river" userId="9ba4a417bf901946" providerId="LiveId" clId="{CEF4BEED-232D-4AC2-BAA7-09CD06F7294E}" dt="2025-04-15T07:55:00.011" v="1970" actId="20577"/>
          <ac:spMkLst>
            <pc:docMk/>
            <pc:sldMk cId="149888460" sldId="384"/>
            <ac:spMk id="3" creationId="{4C8C1CE8-6C21-37B2-55D9-4A422EC097E0}"/>
          </ac:spMkLst>
        </pc:spChg>
      </pc:sldChg>
      <pc:sldChg chg="addSp modSp new mod">
        <pc:chgData name="celine river" userId="9ba4a417bf901946" providerId="LiveId" clId="{CEF4BEED-232D-4AC2-BAA7-09CD06F7294E}" dt="2025-04-15T08:00:58.215" v="2039" actId="255"/>
        <pc:sldMkLst>
          <pc:docMk/>
          <pc:sldMk cId="2157168222" sldId="385"/>
        </pc:sldMkLst>
        <pc:spChg chg="add mod">
          <ac:chgData name="celine river" userId="9ba4a417bf901946" providerId="LiveId" clId="{CEF4BEED-232D-4AC2-BAA7-09CD06F7294E}" dt="2025-04-15T08:00:58.215" v="2039" actId="255"/>
          <ac:spMkLst>
            <pc:docMk/>
            <pc:sldMk cId="2157168222" sldId="385"/>
            <ac:spMk id="3" creationId="{CFE0CB04-648E-66C0-A5EF-986439160795}"/>
          </ac:spMkLst>
        </pc:spChg>
      </pc:sldChg>
      <pc:sldChg chg="addSp modSp new mod">
        <pc:chgData name="celine river" userId="9ba4a417bf901946" providerId="LiveId" clId="{CEF4BEED-232D-4AC2-BAA7-09CD06F7294E}" dt="2025-04-15T08:06:19.273" v="2094" actId="255"/>
        <pc:sldMkLst>
          <pc:docMk/>
          <pc:sldMk cId="84940797" sldId="386"/>
        </pc:sldMkLst>
        <pc:spChg chg="add mod">
          <ac:chgData name="celine river" userId="9ba4a417bf901946" providerId="LiveId" clId="{CEF4BEED-232D-4AC2-BAA7-09CD06F7294E}" dt="2025-04-15T08:06:19.273" v="2094" actId="255"/>
          <ac:spMkLst>
            <pc:docMk/>
            <pc:sldMk cId="84940797" sldId="386"/>
            <ac:spMk id="3" creationId="{BFA01C95-076F-2FC2-D73E-11010BDAA5FB}"/>
          </ac:spMkLst>
        </pc:spChg>
      </pc:sldChg>
      <pc:sldChg chg="addSp delSp modSp new mod">
        <pc:chgData name="celine river" userId="9ba4a417bf901946" providerId="LiveId" clId="{CEF4BEED-232D-4AC2-BAA7-09CD06F7294E}" dt="2025-04-15T08:09:56.654" v="2144" actId="20577"/>
        <pc:sldMkLst>
          <pc:docMk/>
          <pc:sldMk cId="2188698317" sldId="387"/>
        </pc:sldMkLst>
        <pc:spChg chg="add del mod">
          <ac:chgData name="celine river" userId="9ba4a417bf901946" providerId="LiveId" clId="{CEF4BEED-232D-4AC2-BAA7-09CD06F7294E}" dt="2025-04-15T08:09:56.654" v="2144" actId="20577"/>
          <ac:spMkLst>
            <pc:docMk/>
            <pc:sldMk cId="2188698317" sldId="387"/>
            <ac:spMk id="3" creationId="{38E7BE5D-896C-5374-55A8-2FBFD1DAC6ED}"/>
          </ac:spMkLst>
        </pc:spChg>
      </pc:sldChg>
      <pc:sldChg chg="addSp modSp new mod">
        <pc:chgData name="celine river" userId="9ba4a417bf901946" providerId="LiveId" clId="{CEF4BEED-232D-4AC2-BAA7-09CD06F7294E}" dt="2025-04-15T08:35:44.414" v="2218" actId="20577"/>
        <pc:sldMkLst>
          <pc:docMk/>
          <pc:sldMk cId="1835822809" sldId="388"/>
        </pc:sldMkLst>
        <pc:spChg chg="add mod">
          <ac:chgData name="celine river" userId="9ba4a417bf901946" providerId="LiveId" clId="{CEF4BEED-232D-4AC2-BAA7-09CD06F7294E}" dt="2025-04-15T08:35:44.414" v="2218" actId="20577"/>
          <ac:spMkLst>
            <pc:docMk/>
            <pc:sldMk cId="1835822809" sldId="388"/>
            <ac:spMk id="3" creationId="{B25F431F-127E-BA25-F9A9-41C6FFDDF50D}"/>
          </ac:spMkLst>
        </pc:spChg>
      </pc:sldChg>
      <pc:sldChg chg="addSp modSp new mod">
        <pc:chgData name="celine river" userId="9ba4a417bf901946" providerId="LiveId" clId="{CEF4BEED-232D-4AC2-BAA7-09CD06F7294E}" dt="2025-04-15T08:41:00.462" v="2282" actId="20577"/>
        <pc:sldMkLst>
          <pc:docMk/>
          <pc:sldMk cId="3880567829" sldId="389"/>
        </pc:sldMkLst>
        <pc:spChg chg="add mod">
          <ac:chgData name="celine river" userId="9ba4a417bf901946" providerId="LiveId" clId="{CEF4BEED-232D-4AC2-BAA7-09CD06F7294E}" dt="2025-04-15T08:41:00.462" v="2282" actId="20577"/>
          <ac:spMkLst>
            <pc:docMk/>
            <pc:sldMk cId="3880567829" sldId="389"/>
            <ac:spMk id="3" creationId="{F02C4B4F-8CC0-1D95-412F-49354D82EF34}"/>
          </ac:spMkLst>
        </pc:spChg>
      </pc:sldChg>
      <pc:sldChg chg="addSp delSp modSp new mod">
        <pc:chgData name="celine river" userId="9ba4a417bf901946" providerId="LiveId" clId="{CEF4BEED-232D-4AC2-BAA7-09CD06F7294E}" dt="2025-04-15T08:46:19.728" v="2352" actId="20577"/>
        <pc:sldMkLst>
          <pc:docMk/>
          <pc:sldMk cId="2859905268" sldId="390"/>
        </pc:sldMkLst>
        <pc:spChg chg="add del mod">
          <ac:chgData name="celine river" userId="9ba4a417bf901946" providerId="LiveId" clId="{CEF4BEED-232D-4AC2-BAA7-09CD06F7294E}" dt="2025-04-15T08:46:19.728" v="2352" actId="20577"/>
          <ac:spMkLst>
            <pc:docMk/>
            <pc:sldMk cId="2859905268" sldId="390"/>
            <ac:spMk id="3" creationId="{4E8D8ECE-D72F-5615-49CE-7C11A807775C}"/>
          </ac:spMkLst>
        </pc:spChg>
      </pc:sldChg>
      <pc:sldChg chg="addSp modSp new mod">
        <pc:chgData name="celine river" userId="9ba4a417bf901946" providerId="LiveId" clId="{CEF4BEED-232D-4AC2-BAA7-09CD06F7294E}" dt="2025-04-15T08:51:19.422" v="2419" actId="255"/>
        <pc:sldMkLst>
          <pc:docMk/>
          <pc:sldMk cId="1570903377" sldId="391"/>
        </pc:sldMkLst>
        <pc:spChg chg="add mod">
          <ac:chgData name="celine river" userId="9ba4a417bf901946" providerId="LiveId" clId="{CEF4BEED-232D-4AC2-BAA7-09CD06F7294E}" dt="2025-04-15T08:51:19.422" v="2419" actId="255"/>
          <ac:spMkLst>
            <pc:docMk/>
            <pc:sldMk cId="1570903377" sldId="391"/>
            <ac:spMk id="3" creationId="{65DDDB80-C059-6181-657A-79C40230AF30}"/>
          </ac:spMkLst>
        </pc:spChg>
      </pc:sldChg>
      <pc:sldChg chg="addSp modSp new mod">
        <pc:chgData name="celine river" userId="9ba4a417bf901946" providerId="LiveId" clId="{CEF4BEED-232D-4AC2-BAA7-09CD06F7294E}" dt="2025-04-15T08:56:29.567" v="2477" actId="20577"/>
        <pc:sldMkLst>
          <pc:docMk/>
          <pc:sldMk cId="3436027138" sldId="392"/>
        </pc:sldMkLst>
        <pc:spChg chg="add mod">
          <ac:chgData name="celine river" userId="9ba4a417bf901946" providerId="LiveId" clId="{CEF4BEED-232D-4AC2-BAA7-09CD06F7294E}" dt="2025-04-15T08:56:29.567" v="2477" actId="20577"/>
          <ac:spMkLst>
            <pc:docMk/>
            <pc:sldMk cId="3436027138" sldId="392"/>
            <ac:spMk id="3" creationId="{F1FA01F0-9627-8C41-00DC-4DC1774183FF}"/>
          </ac:spMkLst>
        </pc:spChg>
      </pc:sldChg>
      <pc:sldChg chg="addSp modSp new mod">
        <pc:chgData name="celine river" userId="9ba4a417bf901946" providerId="LiveId" clId="{CEF4BEED-232D-4AC2-BAA7-09CD06F7294E}" dt="2025-04-15T09:02:08.912" v="2533" actId="20577"/>
        <pc:sldMkLst>
          <pc:docMk/>
          <pc:sldMk cId="3410731002" sldId="393"/>
        </pc:sldMkLst>
        <pc:spChg chg="add mod">
          <ac:chgData name="celine river" userId="9ba4a417bf901946" providerId="LiveId" clId="{CEF4BEED-232D-4AC2-BAA7-09CD06F7294E}" dt="2025-04-15T09:02:08.912" v="2533" actId="20577"/>
          <ac:spMkLst>
            <pc:docMk/>
            <pc:sldMk cId="3410731002" sldId="393"/>
            <ac:spMk id="3" creationId="{A29A9430-08AA-86AE-0520-DEE4733B6A0F}"/>
          </ac:spMkLst>
        </pc:spChg>
      </pc:sldChg>
      <pc:sldChg chg="addSp modSp new mod">
        <pc:chgData name="celine river" userId="9ba4a417bf901946" providerId="LiveId" clId="{CEF4BEED-232D-4AC2-BAA7-09CD06F7294E}" dt="2025-04-15T09:08:39.860" v="2597" actId="20577"/>
        <pc:sldMkLst>
          <pc:docMk/>
          <pc:sldMk cId="2997354097" sldId="394"/>
        </pc:sldMkLst>
        <pc:spChg chg="add mod">
          <ac:chgData name="celine river" userId="9ba4a417bf901946" providerId="LiveId" clId="{CEF4BEED-232D-4AC2-BAA7-09CD06F7294E}" dt="2025-04-15T09:08:39.860" v="2597" actId="20577"/>
          <ac:spMkLst>
            <pc:docMk/>
            <pc:sldMk cId="2997354097" sldId="394"/>
            <ac:spMk id="3" creationId="{E7B1D452-6C06-453A-E14B-43CBC5146B3B}"/>
          </ac:spMkLst>
        </pc:spChg>
      </pc:sldChg>
      <pc:sldChg chg="addSp modSp new mod">
        <pc:chgData name="celine river" userId="9ba4a417bf901946" providerId="LiveId" clId="{CEF4BEED-232D-4AC2-BAA7-09CD06F7294E}" dt="2025-04-15T09:12:58.075" v="2657" actId="20577"/>
        <pc:sldMkLst>
          <pc:docMk/>
          <pc:sldMk cId="2167042299" sldId="395"/>
        </pc:sldMkLst>
        <pc:spChg chg="add mod">
          <ac:chgData name="celine river" userId="9ba4a417bf901946" providerId="LiveId" clId="{CEF4BEED-232D-4AC2-BAA7-09CD06F7294E}" dt="2025-04-15T09:12:58.075" v="2657" actId="20577"/>
          <ac:spMkLst>
            <pc:docMk/>
            <pc:sldMk cId="2167042299" sldId="395"/>
            <ac:spMk id="3" creationId="{B65EE7C5-9C4F-5C24-74FF-D22E99B1F831}"/>
          </ac:spMkLst>
        </pc:spChg>
      </pc:sldChg>
      <pc:sldChg chg="addSp modSp new mod">
        <pc:chgData name="celine river" userId="9ba4a417bf901946" providerId="LiveId" clId="{CEF4BEED-232D-4AC2-BAA7-09CD06F7294E}" dt="2025-04-15T11:21:10.729" v="2707" actId="113"/>
        <pc:sldMkLst>
          <pc:docMk/>
          <pc:sldMk cId="4147965606" sldId="396"/>
        </pc:sldMkLst>
        <pc:spChg chg="add mod">
          <ac:chgData name="celine river" userId="9ba4a417bf901946" providerId="LiveId" clId="{CEF4BEED-232D-4AC2-BAA7-09CD06F7294E}" dt="2025-04-15T11:21:10.729" v="2707" actId="113"/>
          <ac:spMkLst>
            <pc:docMk/>
            <pc:sldMk cId="4147965606" sldId="396"/>
            <ac:spMk id="3" creationId="{DE953AFA-034B-3FBE-6F2A-56A131F2D3A0}"/>
          </ac:spMkLst>
        </pc:spChg>
      </pc:sldChg>
      <pc:sldChg chg="addSp modSp new mod">
        <pc:chgData name="celine river" userId="9ba4a417bf901946" providerId="LiveId" clId="{CEF4BEED-232D-4AC2-BAA7-09CD06F7294E}" dt="2025-04-15T11:28:46.673" v="2756" actId="20577"/>
        <pc:sldMkLst>
          <pc:docMk/>
          <pc:sldMk cId="1022989048" sldId="397"/>
        </pc:sldMkLst>
        <pc:spChg chg="add mod">
          <ac:chgData name="celine river" userId="9ba4a417bf901946" providerId="LiveId" clId="{CEF4BEED-232D-4AC2-BAA7-09CD06F7294E}" dt="2025-04-15T11:28:46.673" v="2756" actId="20577"/>
          <ac:spMkLst>
            <pc:docMk/>
            <pc:sldMk cId="1022989048" sldId="397"/>
            <ac:spMk id="3" creationId="{4D520DD4-3CEF-9C01-C583-B4E52BC51DE5}"/>
          </ac:spMkLst>
        </pc:spChg>
      </pc:sldChg>
      <pc:sldChg chg="addSp modSp new mod">
        <pc:chgData name="celine river" userId="9ba4a417bf901946" providerId="LiveId" clId="{CEF4BEED-232D-4AC2-BAA7-09CD06F7294E}" dt="2025-04-15T11:34:32.339" v="2819"/>
        <pc:sldMkLst>
          <pc:docMk/>
          <pc:sldMk cId="2232774869" sldId="398"/>
        </pc:sldMkLst>
        <pc:spChg chg="add mod">
          <ac:chgData name="celine river" userId="9ba4a417bf901946" providerId="LiveId" clId="{CEF4BEED-232D-4AC2-BAA7-09CD06F7294E}" dt="2025-04-15T11:34:32.339" v="2819"/>
          <ac:spMkLst>
            <pc:docMk/>
            <pc:sldMk cId="2232774869" sldId="398"/>
            <ac:spMk id="3" creationId="{FB1FAA5F-9886-F120-65D8-8F5574025EE0}"/>
          </ac:spMkLst>
        </pc:spChg>
      </pc:sldChg>
      <pc:sldChg chg="addSp modSp new mod">
        <pc:chgData name="celine river" userId="9ba4a417bf901946" providerId="LiveId" clId="{CEF4BEED-232D-4AC2-BAA7-09CD06F7294E}" dt="2025-04-15T11:39:12.832" v="2883" actId="20577"/>
        <pc:sldMkLst>
          <pc:docMk/>
          <pc:sldMk cId="2438035661" sldId="399"/>
        </pc:sldMkLst>
        <pc:spChg chg="add mod">
          <ac:chgData name="celine river" userId="9ba4a417bf901946" providerId="LiveId" clId="{CEF4BEED-232D-4AC2-BAA7-09CD06F7294E}" dt="2025-04-15T11:39:12.832" v="2883" actId="20577"/>
          <ac:spMkLst>
            <pc:docMk/>
            <pc:sldMk cId="2438035661" sldId="399"/>
            <ac:spMk id="3" creationId="{4272D76F-FFF0-3C75-B027-29749F43CFDE}"/>
          </ac:spMkLst>
        </pc:spChg>
      </pc:sldChg>
      <pc:sldChg chg="addSp modSp new mod">
        <pc:chgData name="celine river" userId="9ba4a417bf901946" providerId="LiveId" clId="{CEF4BEED-232D-4AC2-BAA7-09CD06F7294E}" dt="2025-04-15T11:44:08.662" v="2943" actId="20577"/>
        <pc:sldMkLst>
          <pc:docMk/>
          <pc:sldMk cId="1983096080" sldId="400"/>
        </pc:sldMkLst>
        <pc:spChg chg="add mod">
          <ac:chgData name="celine river" userId="9ba4a417bf901946" providerId="LiveId" clId="{CEF4BEED-232D-4AC2-BAA7-09CD06F7294E}" dt="2025-04-15T11:44:08.662" v="2943" actId="20577"/>
          <ac:spMkLst>
            <pc:docMk/>
            <pc:sldMk cId="1983096080" sldId="400"/>
            <ac:spMk id="3" creationId="{F20ED521-CD1F-72D5-1B4F-80A454137EF0}"/>
          </ac:spMkLst>
        </pc:spChg>
      </pc:sldChg>
      <pc:sldChg chg="addSp modSp new mod">
        <pc:chgData name="celine river" userId="9ba4a417bf901946" providerId="LiveId" clId="{CEF4BEED-232D-4AC2-BAA7-09CD06F7294E}" dt="2025-04-15T11:49:05.843" v="3004" actId="20577"/>
        <pc:sldMkLst>
          <pc:docMk/>
          <pc:sldMk cId="971600716" sldId="401"/>
        </pc:sldMkLst>
        <pc:spChg chg="add mod">
          <ac:chgData name="celine river" userId="9ba4a417bf901946" providerId="LiveId" clId="{CEF4BEED-232D-4AC2-BAA7-09CD06F7294E}" dt="2025-04-15T11:49:05.843" v="3004" actId="20577"/>
          <ac:spMkLst>
            <pc:docMk/>
            <pc:sldMk cId="971600716" sldId="401"/>
            <ac:spMk id="3" creationId="{D03DAF61-FC23-AB78-E518-3BA9A8D22450}"/>
          </ac:spMkLst>
        </pc:spChg>
      </pc:sldChg>
      <pc:sldChg chg="addSp modSp new mod">
        <pc:chgData name="celine river" userId="9ba4a417bf901946" providerId="LiveId" clId="{CEF4BEED-232D-4AC2-BAA7-09CD06F7294E}" dt="2025-04-15T11:53:03.131" v="3057" actId="20577"/>
        <pc:sldMkLst>
          <pc:docMk/>
          <pc:sldMk cId="1220516515" sldId="402"/>
        </pc:sldMkLst>
        <pc:spChg chg="add mod">
          <ac:chgData name="celine river" userId="9ba4a417bf901946" providerId="LiveId" clId="{CEF4BEED-232D-4AC2-BAA7-09CD06F7294E}" dt="2025-04-15T11:53:03.131" v="3057" actId="20577"/>
          <ac:spMkLst>
            <pc:docMk/>
            <pc:sldMk cId="1220516515" sldId="402"/>
            <ac:spMk id="3" creationId="{5C2A36B1-F2C5-B463-B606-620C9CCDBAFF}"/>
          </ac:spMkLst>
        </pc:spChg>
      </pc:sldChg>
      <pc:sldChg chg="addSp modSp new mod">
        <pc:chgData name="celine river" userId="9ba4a417bf901946" providerId="LiveId" clId="{CEF4BEED-232D-4AC2-BAA7-09CD06F7294E}" dt="2025-04-15T11:57:07.064" v="3125" actId="20577"/>
        <pc:sldMkLst>
          <pc:docMk/>
          <pc:sldMk cId="4233572718" sldId="403"/>
        </pc:sldMkLst>
        <pc:spChg chg="add mod">
          <ac:chgData name="celine river" userId="9ba4a417bf901946" providerId="LiveId" clId="{CEF4BEED-232D-4AC2-BAA7-09CD06F7294E}" dt="2025-04-15T11:57:07.064" v="3125" actId="20577"/>
          <ac:spMkLst>
            <pc:docMk/>
            <pc:sldMk cId="4233572718" sldId="403"/>
            <ac:spMk id="3" creationId="{4E53F5C9-9648-C81B-3DBC-7E903DBFABF1}"/>
          </ac:spMkLst>
        </pc:spChg>
      </pc:sldChg>
      <pc:sldChg chg="addSp modSp new mod">
        <pc:chgData name="celine river" userId="9ba4a417bf901946" providerId="LiveId" clId="{CEF4BEED-232D-4AC2-BAA7-09CD06F7294E}" dt="2025-04-15T12:01:56.184" v="3189" actId="20577"/>
        <pc:sldMkLst>
          <pc:docMk/>
          <pc:sldMk cId="46656672" sldId="404"/>
        </pc:sldMkLst>
        <pc:spChg chg="add mod">
          <ac:chgData name="celine river" userId="9ba4a417bf901946" providerId="LiveId" clId="{CEF4BEED-232D-4AC2-BAA7-09CD06F7294E}" dt="2025-04-15T12:01:56.184" v="3189" actId="20577"/>
          <ac:spMkLst>
            <pc:docMk/>
            <pc:sldMk cId="46656672" sldId="404"/>
            <ac:spMk id="3" creationId="{B0E86A0D-9D3E-3616-8868-6A38F0B98FEB}"/>
          </ac:spMkLst>
        </pc:spChg>
      </pc:sldChg>
      <pc:sldChg chg="addSp modSp new mod">
        <pc:chgData name="celine river" userId="9ba4a417bf901946" providerId="LiveId" clId="{CEF4BEED-232D-4AC2-BAA7-09CD06F7294E}" dt="2025-04-15T12:15:46.528" v="3239" actId="20577"/>
        <pc:sldMkLst>
          <pc:docMk/>
          <pc:sldMk cId="2445263111" sldId="405"/>
        </pc:sldMkLst>
        <pc:spChg chg="add mod">
          <ac:chgData name="celine river" userId="9ba4a417bf901946" providerId="LiveId" clId="{CEF4BEED-232D-4AC2-BAA7-09CD06F7294E}" dt="2025-04-15T12:15:46.528" v="3239" actId="20577"/>
          <ac:spMkLst>
            <pc:docMk/>
            <pc:sldMk cId="2445263111" sldId="405"/>
            <ac:spMk id="3" creationId="{6877CD41-9EAE-484C-E88E-0CD07D915852}"/>
          </ac:spMkLst>
        </pc:spChg>
      </pc:sldChg>
      <pc:sldChg chg="addSp modSp new mod">
        <pc:chgData name="celine river" userId="9ba4a417bf901946" providerId="LiveId" clId="{CEF4BEED-232D-4AC2-BAA7-09CD06F7294E}" dt="2025-04-15T12:29:07.599" v="3305" actId="20577"/>
        <pc:sldMkLst>
          <pc:docMk/>
          <pc:sldMk cId="2242267703" sldId="406"/>
        </pc:sldMkLst>
        <pc:spChg chg="add mod">
          <ac:chgData name="celine river" userId="9ba4a417bf901946" providerId="LiveId" clId="{CEF4BEED-232D-4AC2-BAA7-09CD06F7294E}" dt="2025-04-15T12:29:07.599" v="3305" actId="20577"/>
          <ac:spMkLst>
            <pc:docMk/>
            <pc:sldMk cId="2242267703" sldId="406"/>
            <ac:spMk id="3" creationId="{86B4A661-F2C1-0126-76B6-0DA794CC37F4}"/>
          </ac:spMkLst>
        </pc:spChg>
      </pc:sldChg>
      <pc:sldChg chg="addSp modSp new mod">
        <pc:chgData name="celine river" userId="9ba4a417bf901946" providerId="LiveId" clId="{CEF4BEED-232D-4AC2-BAA7-09CD06F7294E}" dt="2025-04-15T12:33:22.435" v="3364" actId="20577"/>
        <pc:sldMkLst>
          <pc:docMk/>
          <pc:sldMk cId="859239368" sldId="407"/>
        </pc:sldMkLst>
        <pc:spChg chg="add mod">
          <ac:chgData name="celine river" userId="9ba4a417bf901946" providerId="LiveId" clId="{CEF4BEED-232D-4AC2-BAA7-09CD06F7294E}" dt="2025-04-15T12:33:22.435" v="3364" actId="20577"/>
          <ac:spMkLst>
            <pc:docMk/>
            <pc:sldMk cId="859239368" sldId="407"/>
            <ac:spMk id="3" creationId="{CAAF2963-4BAF-0887-82FF-2DC6242986DE}"/>
          </ac:spMkLst>
        </pc:spChg>
      </pc:sldChg>
      <pc:sldChg chg="addSp modSp new mod">
        <pc:chgData name="celine river" userId="9ba4a417bf901946" providerId="LiveId" clId="{CEF4BEED-232D-4AC2-BAA7-09CD06F7294E}" dt="2025-04-15T12:39:07.938" v="3445" actId="20577"/>
        <pc:sldMkLst>
          <pc:docMk/>
          <pc:sldMk cId="1367614887" sldId="408"/>
        </pc:sldMkLst>
        <pc:spChg chg="add mod">
          <ac:chgData name="celine river" userId="9ba4a417bf901946" providerId="LiveId" clId="{CEF4BEED-232D-4AC2-BAA7-09CD06F7294E}" dt="2025-04-15T12:39:07.938" v="3445" actId="20577"/>
          <ac:spMkLst>
            <pc:docMk/>
            <pc:sldMk cId="1367614887" sldId="408"/>
            <ac:spMk id="3" creationId="{C9A4FE94-4558-DAA3-9F49-D277001F0343}"/>
          </ac:spMkLst>
        </pc:spChg>
      </pc:sldChg>
      <pc:sldChg chg="addSp modSp new mod">
        <pc:chgData name="celine river" userId="9ba4a417bf901946" providerId="LiveId" clId="{CEF4BEED-232D-4AC2-BAA7-09CD06F7294E}" dt="2025-04-15T12:44:55.685" v="3520" actId="20577"/>
        <pc:sldMkLst>
          <pc:docMk/>
          <pc:sldMk cId="3288115271" sldId="409"/>
        </pc:sldMkLst>
        <pc:spChg chg="add mod">
          <ac:chgData name="celine river" userId="9ba4a417bf901946" providerId="LiveId" clId="{CEF4BEED-232D-4AC2-BAA7-09CD06F7294E}" dt="2025-04-15T12:44:55.685" v="3520" actId="20577"/>
          <ac:spMkLst>
            <pc:docMk/>
            <pc:sldMk cId="3288115271" sldId="409"/>
            <ac:spMk id="3" creationId="{AD6A085F-133C-D79E-23DA-7AABA84F50E2}"/>
          </ac:spMkLst>
        </pc:spChg>
      </pc:sldChg>
      <pc:sldChg chg="addSp modSp new mod">
        <pc:chgData name="celine river" userId="9ba4a417bf901946" providerId="LiveId" clId="{CEF4BEED-232D-4AC2-BAA7-09CD06F7294E}" dt="2025-04-15T12:48:57.017" v="3576" actId="20577"/>
        <pc:sldMkLst>
          <pc:docMk/>
          <pc:sldMk cId="3049775741" sldId="410"/>
        </pc:sldMkLst>
        <pc:spChg chg="add mod">
          <ac:chgData name="celine river" userId="9ba4a417bf901946" providerId="LiveId" clId="{CEF4BEED-232D-4AC2-BAA7-09CD06F7294E}" dt="2025-04-15T12:48:57.017" v="3576" actId="20577"/>
          <ac:spMkLst>
            <pc:docMk/>
            <pc:sldMk cId="3049775741" sldId="410"/>
            <ac:spMk id="3" creationId="{086DB7E4-5180-E83E-833B-B51F7D712931}"/>
          </ac:spMkLst>
        </pc:spChg>
      </pc:sldChg>
      <pc:sldChg chg="addSp delSp modSp new mod">
        <pc:chgData name="celine river" userId="9ba4a417bf901946" providerId="LiveId" clId="{CEF4BEED-232D-4AC2-BAA7-09CD06F7294E}" dt="2025-04-15T12:54:28.872" v="3671" actId="22"/>
        <pc:sldMkLst>
          <pc:docMk/>
          <pc:sldMk cId="2239548986" sldId="411"/>
        </pc:sldMkLst>
        <pc:spChg chg="add mod">
          <ac:chgData name="celine river" userId="9ba4a417bf901946" providerId="LiveId" clId="{CEF4BEED-232D-4AC2-BAA7-09CD06F7294E}" dt="2025-04-15T12:54:20.055" v="3669" actId="20577"/>
          <ac:spMkLst>
            <pc:docMk/>
            <pc:sldMk cId="2239548986" sldId="411"/>
            <ac:spMk id="3" creationId="{1FB51606-4390-5C54-C1C7-9BC599A257FA}"/>
          </ac:spMkLst>
        </pc:spChg>
        <pc:spChg chg="add del">
          <ac:chgData name="celine river" userId="9ba4a417bf901946" providerId="LiveId" clId="{CEF4BEED-232D-4AC2-BAA7-09CD06F7294E}" dt="2025-04-15T12:54:28.872" v="3671" actId="22"/>
          <ac:spMkLst>
            <pc:docMk/>
            <pc:sldMk cId="2239548986" sldId="411"/>
            <ac:spMk id="5" creationId="{0ADCC45B-E09E-A06E-81DD-B257482A69B8}"/>
          </ac:spMkLst>
        </pc:spChg>
      </pc:sldChg>
      <pc:sldChg chg="addSp modSp new mod">
        <pc:chgData name="celine river" userId="9ba4a417bf901946" providerId="LiveId" clId="{CEF4BEED-232D-4AC2-BAA7-09CD06F7294E}" dt="2025-04-15T12:59:22.898" v="3749" actId="20577"/>
        <pc:sldMkLst>
          <pc:docMk/>
          <pc:sldMk cId="4176210316" sldId="412"/>
        </pc:sldMkLst>
        <pc:spChg chg="add mod">
          <ac:chgData name="celine river" userId="9ba4a417bf901946" providerId="LiveId" clId="{CEF4BEED-232D-4AC2-BAA7-09CD06F7294E}" dt="2025-04-15T12:59:22.898" v="3749" actId="20577"/>
          <ac:spMkLst>
            <pc:docMk/>
            <pc:sldMk cId="4176210316" sldId="412"/>
            <ac:spMk id="3" creationId="{0077F8E3-407E-47FA-37D1-ED92341DA27E}"/>
          </ac:spMkLst>
        </pc:spChg>
      </pc:sldChg>
      <pc:sldChg chg="addSp modSp new mod">
        <pc:chgData name="celine river" userId="9ba4a417bf901946" providerId="LiveId" clId="{CEF4BEED-232D-4AC2-BAA7-09CD06F7294E}" dt="2025-04-15T13:19:21.118" v="3816" actId="20577"/>
        <pc:sldMkLst>
          <pc:docMk/>
          <pc:sldMk cId="3504271144" sldId="413"/>
        </pc:sldMkLst>
        <pc:spChg chg="add mod">
          <ac:chgData name="celine river" userId="9ba4a417bf901946" providerId="LiveId" clId="{CEF4BEED-232D-4AC2-BAA7-09CD06F7294E}" dt="2025-04-15T13:19:21.118" v="3816" actId="20577"/>
          <ac:spMkLst>
            <pc:docMk/>
            <pc:sldMk cId="3504271144" sldId="413"/>
            <ac:spMk id="3" creationId="{78B9CA54-0C65-BE76-2B1F-86D019BDAAEC}"/>
          </ac:spMkLst>
        </pc:spChg>
      </pc:sldChg>
      <pc:sldChg chg="addSp modSp new mod">
        <pc:chgData name="celine river" userId="9ba4a417bf901946" providerId="LiveId" clId="{CEF4BEED-232D-4AC2-BAA7-09CD06F7294E}" dt="2025-04-15T13:32:38.609" v="3901" actId="20577"/>
        <pc:sldMkLst>
          <pc:docMk/>
          <pc:sldMk cId="31933567" sldId="414"/>
        </pc:sldMkLst>
        <pc:spChg chg="add mod">
          <ac:chgData name="celine river" userId="9ba4a417bf901946" providerId="LiveId" clId="{CEF4BEED-232D-4AC2-BAA7-09CD06F7294E}" dt="2025-04-15T13:32:38.609" v="3901" actId="20577"/>
          <ac:spMkLst>
            <pc:docMk/>
            <pc:sldMk cId="31933567" sldId="414"/>
            <ac:spMk id="3" creationId="{BC656775-589E-6591-E3E0-A00D311492FF}"/>
          </ac:spMkLst>
        </pc:spChg>
      </pc:sldChg>
      <pc:sldChg chg="addSp modSp new mod">
        <pc:chgData name="celine river" userId="9ba4a417bf901946" providerId="LiveId" clId="{CEF4BEED-232D-4AC2-BAA7-09CD06F7294E}" dt="2025-04-15T13:39:22.958" v="3964"/>
        <pc:sldMkLst>
          <pc:docMk/>
          <pc:sldMk cId="3812915654" sldId="415"/>
        </pc:sldMkLst>
        <pc:spChg chg="add mod">
          <ac:chgData name="celine river" userId="9ba4a417bf901946" providerId="LiveId" clId="{CEF4BEED-232D-4AC2-BAA7-09CD06F7294E}" dt="2025-04-15T13:39:22.958" v="3964"/>
          <ac:spMkLst>
            <pc:docMk/>
            <pc:sldMk cId="3812915654" sldId="415"/>
            <ac:spMk id="3" creationId="{1257BE5F-3016-E0E9-7DA8-358F4C8EFA26}"/>
          </ac:spMkLst>
        </pc:spChg>
      </pc:sldChg>
      <pc:sldChg chg="addSp modSp new mod">
        <pc:chgData name="celine river" userId="9ba4a417bf901946" providerId="LiveId" clId="{CEF4BEED-232D-4AC2-BAA7-09CD06F7294E}" dt="2025-04-15T13:45:00.952" v="4036" actId="20577"/>
        <pc:sldMkLst>
          <pc:docMk/>
          <pc:sldMk cId="1777327076" sldId="416"/>
        </pc:sldMkLst>
        <pc:spChg chg="add mod">
          <ac:chgData name="celine river" userId="9ba4a417bf901946" providerId="LiveId" clId="{CEF4BEED-232D-4AC2-BAA7-09CD06F7294E}" dt="2025-04-15T13:45:00.952" v="4036" actId="20577"/>
          <ac:spMkLst>
            <pc:docMk/>
            <pc:sldMk cId="1777327076" sldId="416"/>
            <ac:spMk id="3" creationId="{F069D858-6681-4EFD-79A5-67080AE6D888}"/>
          </ac:spMkLst>
        </pc:spChg>
      </pc:sldChg>
      <pc:sldChg chg="addSp modSp new mod">
        <pc:chgData name="celine river" userId="9ba4a417bf901946" providerId="LiveId" clId="{CEF4BEED-232D-4AC2-BAA7-09CD06F7294E}" dt="2025-04-15T13:48:27.477" v="4084" actId="20577"/>
        <pc:sldMkLst>
          <pc:docMk/>
          <pc:sldMk cId="1451178012" sldId="417"/>
        </pc:sldMkLst>
        <pc:spChg chg="add mod">
          <ac:chgData name="celine river" userId="9ba4a417bf901946" providerId="LiveId" clId="{CEF4BEED-232D-4AC2-BAA7-09CD06F7294E}" dt="2025-04-15T13:48:27.477" v="4084" actId="20577"/>
          <ac:spMkLst>
            <pc:docMk/>
            <pc:sldMk cId="1451178012" sldId="417"/>
            <ac:spMk id="3" creationId="{877023A7-1355-002F-1806-3A6A871E4CBA}"/>
          </ac:spMkLst>
        </pc:spChg>
      </pc:sldChg>
      <pc:sldChg chg="addSp modSp new mod">
        <pc:chgData name="celine river" userId="9ba4a417bf901946" providerId="LiveId" clId="{CEF4BEED-232D-4AC2-BAA7-09CD06F7294E}" dt="2025-04-15T13:53:32.205" v="4135" actId="20577"/>
        <pc:sldMkLst>
          <pc:docMk/>
          <pc:sldMk cId="716184936" sldId="418"/>
        </pc:sldMkLst>
        <pc:spChg chg="add mod">
          <ac:chgData name="celine river" userId="9ba4a417bf901946" providerId="LiveId" clId="{CEF4BEED-232D-4AC2-BAA7-09CD06F7294E}" dt="2025-04-15T13:53:32.205" v="4135" actId="20577"/>
          <ac:spMkLst>
            <pc:docMk/>
            <pc:sldMk cId="716184936" sldId="418"/>
            <ac:spMk id="3" creationId="{4B060DB0-E782-11FF-0698-0C5255286CC9}"/>
          </ac:spMkLst>
        </pc:spChg>
      </pc:sldChg>
      <pc:sldChg chg="addSp delSp modSp new mod">
        <pc:chgData name="celine river" userId="9ba4a417bf901946" providerId="LiveId" clId="{CEF4BEED-232D-4AC2-BAA7-09CD06F7294E}" dt="2025-04-15T13:58:44.450" v="4200" actId="20577"/>
        <pc:sldMkLst>
          <pc:docMk/>
          <pc:sldMk cId="1562526509" sldId="419"/>
        </pc:sldMkLst>
        <pc:spChg chg="add del mod">
          <ac:chgData name="celine river" userId="9ba4a417bf901946" providerId="LiveId" clId="{CEF4BEED-232D-4AC2-BAA7-09CD06F7294E}" dt="2025-04-15T13:58:44.450" v="4200" actId="20577"/>
          <ac:spMkLst>
            <pc:docMk/>
            <pc:sldMk cId="1562526509" sldId="419"/>
            <ac:spMk id="3" creationId="{A0D937B3-7D4A-38DC-69FD-2FE5423A3A8E}"/>
          </ac:spMkLst>
        </pc:spChg>
      </pc:sldChg>
      <pc:sldChg chg="addSp modSp new mod">
        <pc:chgData name="celine river" userId="9ba4a417bf901946" providerId="LiveId" clId="{CEF4BEED-232D-4AC2-BAA7-09CD06F7294E}" dt="2025-04-15T14:02:53.138" v="4267" actId="20577"/>
        <pc:sldMkLst>
          <pc:docMk/>
          <pc:sldMk cId="1781661311" sldId="420"/>
        </pc:sldMkLst>
        <pc:spChg chg="add mod">
          <ac:chgData name="celine river" userId="9ba4a417bf901946" providerId="LiveId" clId="{CEF4BEED-232D-4AC2-BAA7-09CD06F7294E}" dt="2025-04-15T14:02:53.138" v="4267" actId="20577"/>
          <ac:spMkLst>
            <pc:docMk/>
            <pc:sldMk cId="1781661311" sldId="420"/>
            <ac:spMk id="3" creationId="{1CAE5DA6-5EE9-C9BB-B3BB-32E5033D3443}"/>
          </ac:spMkLst>
        </pc:spChg>
      </pc:sldChg>
      <pc:sldChg chg="addSp modSp new mod">
        <pc:chgData name="celine river" userId="9ba4a417bf901946" providerId="LiveId" clId="{CEF4BEED-232D-4AC2-BAA7-09CD06F7294E}" dt="2025-04-15T14:08:56.121" v="4323" actId="21"/>
        <pc:sldMkLst>
          <pc:docMk/>
          <pc:sldMk cId="1184573709" sldId="421"/>
        </pc:sldMkLst>
        <pc:spChg chg="add mod">
          <ac:chgData name="celine river" userId="9ba4a417bf901946" providerId="LiveId" clId="{CEF4BEED-232D-4AC2-BAA7-09CD06F7294E}" dt="2025-04-15T14:08:56.121" v="4323" actId="21"/>
          <ac:spMkLst>
            <pc:docMk/>
            <pc:sldMk cId="1184573709" sldId="421"/>
            <ac:spMk id="3" creationId="{28D0D8F2-1D2E-81FE-DFB9-5E5620CF7138}"/>
          </ac:spMkLst>
        </pc:spChg>
      </pc:sldChg>
      <pc:sldChg chg="addSp modSp new mod">
        <pc:chgData name="celine river" userId="9ba4a417bf901946" providerId="LiveId" clId="{CEF4BEED-232D-4AC2-BAA7-09CD06F7294E}" dt="2025-04-15T14:12:47.563" v="4365" actId="20577"/>
        <pc:sldMkLst>
          <pc:docMk/>
          <pc:sldMk cId="1299214454" sldId="422"/>
        </pc:sldMkLst>
        <pc:spChg chg="add mod">
          <ac:chgData name="celine river" userId="9ba4a417bf901946" providerId="LiveId" clId="{CEF4BEED-232D-4AC2-BAA7-09CD06F7294E}" dt="2025-04-15T14:12:47.563" v="4365" actId="20577"/>
          <ac:spMkLst>
            <pc:docMk/>
            <pc:sldMk cId="1299214454" sldId="422"/>
            <ac:spMk id="3" creationId="{7E771728-D92B-0BE4-CFBA-1B12926D4AD7}"/>
          </ac:spMkLst>
        </pc:spChg>
      </pc:sldChg>
      <pc:sldChg chg="addSp modSp new mod">
        <pc:chgData name="celine river" userId="9ba4a417bf901946" providerId="LiveId" clId="{CEF4BEED-232D-4AC2-BAA7-09CD06F7294E}" dt="2025-04-15T14:21:52.003" v="4414" actId="20577"/>
        <pc:sldMkLst>
          <pc:docMk/>
          <pc:sldMk cId="3421502624" sldId="423"/>
        </pc:sldMkLst>
        <pc:spChg chg="add mod">
          <ac:chgData name="celine river" userId="9ba4a417bf901946" providerId="LiveId" clId="{CEF4BEED-232D-4AC2-BAA7-09CD06F7294E}" dt="2025-04-15T14:21:52.003" v="4414" actId="20577"/>
          <ac:spMkLst>
            <pc:docMk/>
            <pc:sldMk cId="3421502624" sldId="423"/>
            <ac:spMk id="3" creationId="{5CF2E977-A205-7936-F603-E2B0E07AC41A}"/>
          </ac:spMkLst>
        </pc:spChg>
      </pc:sldChg>
      <pc:sldChg chg="addSp modSp new mod">
        <pc:chgData name="celine river" userId="9ba4a417bf901946" providerId="LiveId" clId="{CEF4BEED-232D-4AC2-BAA7-09CD06F7294E}" dt="2025-04-15T14:37:08.893" v="4472" actId="20577"/>
        <pc:sldMkLst>
          <pc:docMk/>
          <pc:sldMk cId="3758421234" sldId="424"/>
        </pc:sldMkLst>
        <pc:spChg chg="add mod">
          <ac:chgData name="celine river" userId="9ba4a417bf901946" providerId="LiveId" clId="{CEF4BEED-232D-4AC2-BAA7-09CD06F7294E}" dt="2025-04-15T14:37:08.893" v="4472" actId="20577"/>
          <ac:spMkLst>
            <pc:docMk/>
            <pc:sldMk cId="3758421234" sldId="424"/>
            <ac:spMk id="3" creationId="{F4C6856B-B77A-8CD8-F819-B2A7CEFB94BA}"/>
          </ac:spMkLst>
        </pc:spChg>
      </pc:sldChg>
      <pc:sldChg chg="addSp modSp new mod">
        <pc:chgData name="celine river" userId="9ba4a417bf901946" providerId="LiveId" clId="{CEF4BEED-232D-4AC2-BAA7-09CD06F7294E}" dt="2025-04-15T14:48:04.231" v="4547" actId="20577"/>
        <pc:sldMkLst>
          <pc:docMk/>
          <pc:sldMk cId="2269763219" sldId="425"/>
        </pc:sldMkLst>
        <pc:spChg chg="add mod">
          <ac:chgData name="celine river" userId="9ba4a417bf901946" providerId="LiveId" clId="{CEF4BEED-232D-4AC2-BAA7-09CD06F7294E}" dt="2025-04-15T14:48:04.231" v="4547" actId="20577"/>
          <ac:spMkLst>
            <pc:docMk/>
            <pc:sldMk cId="2269763219" sldId="425"/>
            <ac:spMk id="3" creationId="{0F875456-2C4B-B5BC-86A2-DD3DD234ED29}"/>
          </ac:spMkLst>
        </pc:spChg>
      </pc:sldChg>
      <pc:sldChg chg="addSp modSp new mod">
        <pc:chgData name="celine river" userId="9ba4a417bf901946" providerId="LiveId" clId="{CEF4BEED-232D-4AC2-BAA7-09CD06F7294E}" dt="2025-04-15T14:57:54.427" v="4603" actId="20577"/>
        <pc:sldMkLst>
          <pc:docMk/>
          <pc:sldMk cId="3517791664" sldId="426"/>
        </pc:sldMkLst>
        <pc:spChg chg="add mod">
          <ac:chgData name="celine river" userId="9ba4a417bf901946" providerId="LiveId" clId="{CEF4BEED-232D-4AC2-BAA7-09CD06F7294E}" dt="2025-04-15T14:57:54.427" v="4603" actId="20577"/>
          <ac:spMkLst>
            <pc:docMk/>
            <pc:sldMk cId="3517791664" sldId="426"/>
            <ac:spMk id="3" creationId="{C87EB7A9-A794-E668-0AA6-CFD911256C60}"/>
          </ac:spMkLst>
        </pc:spChg>
      </pc:sldChg>
      <pc:sldChg chg="addSp modSp new mod">
        <pc:chgData name="celine river" userId="9ba4a417bf901946" providerId="LiveId" clId="{CEF4BEED-232D-4AC2-BAA7-09CD06F7294E}" dt="2025-04-15T15:03:17.002" v="4666" actId="20577"/>
        <pc:sldMkLst>
          <pc:docMk/>
          <pc:sldMk cId="2865677992" sldId="427"/>
        </pc:sldMkLst>
        <pc:spChg chg="add mod">
          <ac:chgData name="celine river" userId="9ba4a417bf901946" providerId="LiveId" clId="{CEF4BEED-232D-4AC2-BAA7-09CD06F7294E}" dt="2025-04-15T15:03:17.002" v="4666" actId="20577"/>
          <ac:spMkLst>
            <pc:docMk/>
            <pc:sldMk cId="2865677992" sldId="427"/>
            <ac:spMk id="3" creationId="{107DEDC6-6D8F-CAF3-6971-AAD7001AE003}"/>
          </ac:spMkLst>
        </pc:spChg>
      </pc:sldChg>
      <pc:sldChg chg="addSp modSp new mod">
        <pc:chgData name="celine river" userId="9ba4a417bf901946" providerId="LiveId" clId="{CEF4BEED-232D-4AC2-BAA7-09CD06F7294E}" dt="2025-04-15T15:12:42.453" v="4745" actId="20577"/>
        <pc:sldMkLst>
          <pc:docMk/>
          <pc:sldMk cId="3820134429" sldId="428"/>
        </pc:sldMkLst>
        <pc:spChg chg="add mod">
          <ac:chgData name="celine river" userId="9ba4a417bf901946" providerId="LiveId" clId="{CEF4BEED-232D-4AC2-BAA7-09CD06F7294E}" dt="2025-04-15T15:12:42.453" v="4745" actId="20577"/>
          <ac:spMkLst>
            <pc:docMk/>
            <pc:sldMk cId="3820134429" sldId="428"/>
            <ac:spMk id="3" creationId="{9A74D735-638E-09E8-D03D-856DE0B324B4}"/>
          </ac:spMkLst>
        </pc:spChg>
      </pc:sldChg>
      <pc:sldChg chg="addSp modSp new mod">
        <pc:chgData name="celine river" userId="9ba4a417bf901946" providerId="LiveId" clId="{CEF4BEED-232D-4AC2-BAA7-09CD06F7294E}" dt="2025-04-15T15:16:12.599" v="4784" actId="20577"/>
        <pc:sldMkLst>
          <pc:docMk/>
          <pc:sldMk cId="427341323" sldId="429"/>
        </pc:sldMkLst>
        <pc:spChg chg="add mod">
          <ac:chgData name="celine river" userId="9ba4a417bf901946" providerId="LiveId" clId="{CEF4BEED-232D-4AC2-BAA7-09CD06F7294E}" dt="2025-04-15T15:16:12.599" v="4784" actId="20577"/>
          <ac:spMkLst>
            <pc:docMk/>
            <pc:sldMk cId="427341323" sldId="429"/>
            <ac:spMk id="3" creationId="{6443DBB3-1F70-744F-4160-ED07F95DE064}"/>
          </ac:spMkLst>
        </pc:spChg>
      </pc:sldChg>
      <pc:sldChg chg="addSp modSp new mod">
        <pc:chgData name="celine river" userId="9ba4a417bf901946" providerId="LiveId" clId="{CEF4BEED-232D-4AC2-BAA7-09CD06F7294E}" dt="2025-04-15T15:21:51.286" v="4851" actId="20577"/>
        <pc:sldMkLst>
          <pc:docMk/>
          <pc:sldMk cId="2768265013" sldId="430"/>
        </pc:sldMkLst>
        <pc:spChg chg="add mod">
          <ac:chgData name="celine river" userId="9ba4a417bf901946" providerId="LiveId" clId="{CEF4BEED-232D-4AC2-BAA7-09CD06F7294E}" dt="2025-04-15T15:21:51.286" v="4851" actId="20577"/>
          <ac:spMkLst>
            <pc:docMk/>
            <pc:sldMk cId="2768265013" sldId="430"/>
            <ac:spMk id="3" creationId="{85CC0102-23EB-A046-64BB-A5437EBB0F86}"/>
          </ac:spMkLst>
        </pc:spChg>
      </pc:sldChg>
      <pc:sldChg chg="addSp modSp new mod">
        <pc:chgData name="celine river" userId="9ba4a417bf901946" providerId="LiveId" clId="{CEF4BEED-232D-4AC2-BAA7-09CD06F7294E}" dt="2025-04-15T15:27:52.871" v="4910" actId="20577"/>
        <pc:sldMkLst>
          <pc:docMk/>
          <pc:sldMk cId="798139398" sldId="431"/>
        </pc:sldMkLst>
        <pc:spChg chg="add mod">
          <ac:chgData name="celine river" userId="9ba4a417bf901946" providerId="LiveId" clId="{CEF4BEED-232D-4AC2-BAA7-09CD06F7294E}" dt="2025-04-15T15:27:52.871" v="4910" actId="20577"/>
          <ac:spMkLst>
            <pc:docMk/>
            <pc:sldMk cId="798139398" sldId="431"/>
            <ac:spMk id="3" creationId="{63282525-1309-C41A-A9AF-08C5A15DDDA3}"/>
          </ac:spMkLst>
        </pc:spChg>
      </pc:sldChg>
      <pc:sldChg chg="addSp modSp new mod">
        <pc:chgData name="celine river" userId="9ba4a417bf901946" providerId="LiveId" clId="{CEF4BEED-232D-4AC2-BAA7-09CD06F7294E}" dt="2025-04-15T15:31:55.630" v="4961" actId="20577"/>
        <pc:sldMkLst>
          <pc:docMk/>
          <pc:sldMk cId="3063325111" sldId="432"/>
        </pc:sldMkLst>
        <pc:spChg chg="add mod">
          <ac:chgData name="celine river" userId="9ba4a417bf901946" providerId="LiveId" clId="{CEF4BEED-232D-4AC2-BAA7-09CD06F7294E}" dt="2025-04-15T15:31:55.630" v="4961" actId="20577"/>
          <ac:spMkLst>
            <pc:docMk/>
            <pc:sldMk cId="3063325111" sldId="432"/>
            <ac:spMk id="3" creationId="{68DD824E-7143-0BE4-24AE-D2889A1FE22B}"/>
          </ac:spMkLst>
        </pc:spChg>
      </pc:sldChg>
      <pc:sldChg chg="addSp modSp new mod">
        <pc:chgData name="celine river" userId="9ba4a417bf901946" providerId="LiveId" clId="{CEF4BEED-232D-4AC2-BAA7-09CD06F7294E}" dt="2025-04-15T15:37:26.426" v="5050" actId="20577"/>
        <pc:sldMkLst>
          <pc:docMk/>
          <pc:sldMk cId="4201795693" sldId="433"/>
        </pc:sldMkLst>
        <pc:spChg chg="add mod">
          <ac:chgData name="celine river" userId="9ba4a417bf901946" providerId="LiveId" clId="{CEF4BEED-232D-4AC2-BAA7-09CD06F7294E}" dt="2025-04-15T15:37:26.426" v="5050" actId="20577"/>
          <ac:spMkLst>
            <pc:docMk/>
            <pc:sldMk cId="4201795693" sldId="433"/>
            <ac:spMk id="3" creationId="{7D52E9CD-F033-2BE5-722F-7B42E824CEB7}"/>
          </ac:spMkLst>
        </pc:spChg>
      </pc:sldChg>
      <pc:sldChg chg="addSp modSp new mod">
        <pc:chgData name="celine river" userId="9ba4a417bf901946" providerId="LiveId" clId="{CEF4BEED-232D-4AC2-BAA7-09CD06F7294E}" dt="2025-04-15T15:41:53.019" v="5111" actId="20577"/>
        <pc:sldMkLst>
          <pc:docMk/>
          <pc:sldMk cId="2421826646" sldId="434"/>
        </pc:sldMkLst>
        <pc:spChg chg="add mod">
          <ac:chgData name="celine river" userId="9ba4a417bf901946" providerId="LiveId" clId="{CEF4BEED-232D-4AC2-BAA7-09CD06F7294E}" dt="2025-04-15T15:41:53.019" v="5111" actId="20577"/>
          <ac:spMkLst>
            <pc:docMk/>
            <pc:sldMk cId="2421826646" sldId="434"/>
            <ac:spMk id="3" creationId="{88FBFE47-CEBF-9E69-21D0-1DAABDDAF319}"/>
          </ac:spMkLst>
        </pc:spChg>
      </pc:sldChg>
      <pc:sldChg chg="addSp modSp new mod">
        <pc:chgData name="celine river" userId="9ba4a417bf901946" providerId="LiveId" clId="{CEF4BEED-232D-4AC2-BAA7-09CD06F7294E}" dt="2025-04-15T15:47:01.665" v="5186" actId="20577"/>
        <pc:sldMkLst>
          <pc:docMk/>
          <pc:sldMk cId="3066596947" sldId="435"/>
        </pc:sldMkLst>
        <pc:spChg chg="add mod">
          <ac:chgData name="celine river" userId="9ba4a417bf901946" providerId="LiveId" clId="{CEF4BEED-232D-4AC2-BAA7-09CD06F7294E}" dt="2025-04-15T15:47:01.665" v="5186" actId="20577"/>
          <ac:spMkLst>
            <pc:docMk/>
            <pc:sldMk cId="3066596947" sldId="435"/>
            <ac:spMk id="3" creationId="{7E91C97B-91AB-5F34-1F18-433AF2E4C8DA}"/>
          </ac:spMkLst>
        </pc:spChg>
      </pc:sldChg>
      <pc:sldChg chg="addSp modSp new mod">
        <pc:chgData name="celine river" userId="9ba4a417bf901946" providerId="LiveId" clId="{CEF4BEED-232D-4AC2-BAA7-09CD06F7294E}" dt="2025-04-15T15:53:25.054" v="5245" actId="20577"/>
        <pc:sldMkLst>
          <pc:docMk/>
          <pc:sldMk cId="1137391498" sldId="436"/>
        </pc:sldMkLst>
        <pc:spChg chg="add mod">
          <ac:chgData name="celine river" userId="9ba4a417bf901946" providerId="LiveId" clId="{CEF4BEED-232D-4AC2-BAA7-09CD06F7294E}" dt="2025-04-15T15:53:25.054" v="5245" actId="20577"/>
          <ac:spMkLst>
            <pc:docMk/>
            <pc:sldMk cId="1137391498" sldId="436"/>
            <ac:spMk id="3" creationId="{B2795C92-C990-0210-43FF-F61771DCD45C}"/>
          </ac:spMkLst>
        </pc:spChg>
      </pc:sldChg>
      <pc:sldChg chg="addSp modSp new mod">
        <pc:chgData name="celine river" userId="9ba4a417bf901946" providerId="LiveId" clId="{CEF4BEED-232D-4AC2-BAA7-09CD06F7294E}" dt="2025-04-15T15:57:18.017" v="5295" actId="20577"/>
        <pc:sldMkLst>
          <pc:docMk/>
          <pc:sldMk cId="702708123" sldId="437"/>
        </pc:sldMkLst>
        <pc:spChg chg="add mod">
          <ac:chgData name="celine river" userId="9ba4a417bf901946" providerId="LiveId" clId="{CEF4BEED-232D-4AC2-BAA7-09CD06F7294E}" dt="2025-04-15T15:57:18.017" v="5295" actId="20577"/>
          <ac:spMkLst>
            <pc:docMk/>
            <pc:sldMk cId="702708123" sldId="437"/>
            <ac:spMk id="3" creationId="{86616DC3-087D-0AC2-FA27-D9DC5CF4243C}"/>
          </ac:spMkLst>
        </pc:spChg>
      </pc:sldChg>
      <pc:sldChg chg="addSp modSp new mod">
        <pc:chgData name="celine river" userId="9ba4a417bf901946" providerId="LiveId" clId="{CEF4BEED-232D-4AC2-BAA7-09CD06F7294E}" dt="2025-04-15T16:05:04.642" v="5376" actId="20577"/>
        <pc:sldMkLst>
          <pc:docMk/>
          <pc:sldMk cId="1394828129" sldId="438"/>
        </pc:sldMkLst>
        <pc:spChg chg="add mod">
          <ac:chgData name="celine river" userId="9ba4a417bf901946" providerId="LiveId" clId="{CEF4BEED-232D-4AC2-BAA7-09CD06F7294E}" dt="2025-04-15T16:05:04.642" v="5376" actId="20577"/>
          <ac:spMkLst>
            <pc:docMk/>
            <pc:sldMk cId="1394828129" sldId="438"/>
            <ac:spMk id="3" creationId="{CC97F8A5-7E1A-F473-DD8C-B1655AF3E5CC}"/>
          </ac:spMkLst>
        </pc:spChg>
      </pc:sldChg>
      <pc:sldChg chg="addSp modSp new mod">
        <pc:chgData name="celine river" userId="9ba4a417bf901946" providerId="LiveId" clId="{CEF4BEED-232D-4AC2-BAA7-09CD06F7294E}" dt="2025-04-15T16:09:47.615" v="5438" actId="255"/>
        <pc:sldMkLst>
          <pc:docMk/>
          <pc:sldMk cId="2712661943" sldId="439"/>
        </pc:sldMkLst>
        <pc:spChg chg="add mod">
          <ac:chgData name="celine river" userId="9ba4a417bf901946" providerId="LiveId" clId="{CEF4BEED-232D-4AC2-BAA7-09CD06F7294E}" dt="2025-04-15T16:09:47.615" v="5438" actId="255"/>
          <ac:spMkLst>
            <pc:docMk/>
            <pc:sldMk cId="2712661943" sldId="439"/>
            <ac:spMk id="3" creationId="{9E87C0FA-F1B6-732B-DEA9-60383D4C7C05}"/>
          </ac:spMkLst>
        </pc:spChg>
      </pc:sldChg>
      <pc:sldChg chg="addSp modSp new mod">
        <pc:chgData name="celine river" userId="9ba4a417bf901946" providerId="LiveId" clId="{CEF4BEED-232D-4AC2-BAA7-09CD06F7294E}" dt="2025-04-15T16:13:51.333" v="5505" actId="20577"/>
        <pc:sldMkLst>
          <pc:docMk/>
          <pc:sldMk cId="1954234194" sldId="440"/>
        </pc:sldMkLst>
        <pc:spChg chg="add mod">
          <ac:chgData name="celine river" userId="9ba4a417bf901946" providerId="LiveId" clId="{CEF4BEED-232D-4AC2-BAA7-09CD06F7294E}" dt="2025-04-15T16:13:51.333" v="5505" actId="20577"/>
          <ac:spMkLst>
            <pc:docMk/>
            <pc:sldMk cId="1954234194" sldId="440"/>
            <ac:spMk id="3" creationId="{917F6C9A-0C5D-5BE1-DAFE-4FFB5D23DF36}"/>
          </ac:spMkLst>
        </pc:spChg>
      </pc:sldChg>
      <pc:sldChg chg="addSp modSp new mod">
        <pc:chgData name="celine river" userId="9ba4a417bf901946" providerId="LiveId" clId="{CEF4BEED-232D-4AC2-BAA7-09CD06F7294E}" dt="2025-04-15T16:18:03.155" v="5560" actId="20577"/>
        <pc:sldMkLst>
          <pc:docMk/>
          <pc:sldMk cId="1808416937" sldId="441"/>
        </pc:sldMkLst>
        <pc:spChg chg="add mod">
          <ac:chgData name="celine river" userId="9ba4a417bf901946" providerId="LiveId" clId="{CEF4BEED-232D-4AC2-BAA7-09CD06F7294E}" dt="2025-04-15T16:18:03.155" v="5560" actId="20577"/>
          <ac:spMkLst>
            <pc:docMk/>
            <pc:sldMk cId="1808416937" sldId="441"/>
            <ac:spMk id="3" creationId="{FBED68FD-B975-40EF-F697-952462AF0B4A}"/>
          </ac:spMkLst>
        </pc:spChg>
      </pc:sldChg>
      <pc:sldChg chg="addSp modSp new mod">
        <pc:chgData name="celine river" userId="9ba4a417bf901946" providerId="LiveId" clId="{CEF4BEED-232D-4AC2-BAA7-09CD06F7294E}" dt="2025-04-15T16:22:18.133" v="5625" actId="20577"/>
        <pc:sldMkLst>
          <pc:docMk/>
          <pc:sldMk cId="3854004100" sldId="442"/>
        </pc:sldMkLst>
        <pc:spChg chg="add mod">
          <ac:chgData name="celine river" userId="9ba4a417bf901946" providerId="LiveId" clId="{CEF4BEED-232D-4AC2-BAA7-09CD06F7294E}" dt="2025-04-15T16:22:18.133" v="5625" actId="20577"/>
          <ac:spMkLst>
            <pc:docMk/>
            <pc:sldMk cId="3854004100" sldId="442"/>
            <ac:spMk id="3" creationId="{849E298D-304F-44B8-01FA-45BFE4BE71FF}"/>
          </ac:spMkLst>
        </pc:spChg>
      </pc:sldChg>
      <pc:sldChg chg="addSp modSp new mod">
        <pc:chgData name="celine river" userId="9ba4a417bf901946" providerId="LiveId" clId="{CEF4BEED-232D-4AC2-BAA7-09CD06F7294E}" dt="2025-04-15T16:26:16.919" v="5674" actId="20577"/>
        <pc:sldMkLst>
          <pc:docMk/>
          <pc:sldMk cId="523127959" sldId="443"/>
        </pc:sldMkLst>
        <pc:spChg chg="add mod">
          <ac:chgData name="celine river" userId="9ba4a417bf901946" providerId="LiveId" clId="{CEF4BEED-232D-4AC2-BAA7-09CD06F7294E}" dt="2025-04-15T16:26:16.919" v="5674" actId="20577"/>
          <ac:spMkLst>
            <pc:docMk/>
            <pc:sldMk cId="523127959" sldId="443"/>
            <ac:spMk id="3" creationId="{4E6EC69B-291D-896A-58A2-0F3C8D788C4E}"/>
          </ac:spMkLst>
        </pc:spChg>
      </pc:sldChg>
      <pc:sldChg chg="addSp modSp new mod">
        <pc:chgData name="celine river" userId="9ba4a417bf901946" providerId="LiveId" clId="{CEF4BEED-232D-4AC2-BAA7-09CD06F7294E}" dt="2025-04-15T16:31:00.629" v="5748" actId="20577"/>
        <pc:sldMkLst>
          <pc:docMk/>
          <pc:sldMk cId="3217267342" sldId="444"/>
        </pc:sldMkLst>
        <pc:spChg chg="add mod">
          <ac:chgData name="celine river" userId="9ba4a417bf901946" providerId="LiveId" clId="{CEF4BEED-232D-4AC2-BAA7-09CD06F7294E}" dt="2025-04-15T16:31:00.629" v="5748" actId="20577"/>
          <ac:spMkLst>
            <pc:docMk/>
            <pc:sldMk cId="3217267342" sldId="444"/>
            <ac:spMk id="3" creationId="{6351BAD0-1556-AD71-643E-6DB09DA90963}"/>
          </ac:spMkLst>
        </pc:spChg>
      </pc:sldChg>
      <pc:sldChg chg="addSp modSp new mod">
        <pc:chgData name="celine river" userId="9ba4a417bf901946" providerId="LiveId" clId="{CEF4BEED-232D-4AC2-BAA7-09CD06F7294E}" dt="2025-04-15T16:45:53.156" v="5799" actId="20577"/>
        <pc:sldMkLst>
          <pc:docMk/>
          <pc:sldMk cId="1427920817" sldId="445"/>
        </pc:sldMkLst>
        <pc:spChg chg="add mod">
          <ac:chgData name="celine river" userId="9ba4a417bf901946" providerId="LiveId" clId="{CEF4BEED-232D-4AC2-BAA7-09CD06F7294E}" dt="2025-04-15T16:45:53.156" v="5799" actId="20577"/>
          <ac:spMkLst>
            <pc:docMk/>
            <pc:sldMk cId="1427920817" sldId="445"/>
            <ac:spMk id="3" creationId="{A6426386-EA9B-AD35-15C4-7C532FBDE467}"/>
          </ac:spMkLst>
        </pc:spChg>
      </pc:sldChg>
      <pc:sldChg chg="addSp modSp new mod">
        <pc:chgData name="celine river" userId="9ba4a417bf901946" providerId="LiveId" clId="{CEF4BEED-232D-4AC2-BAA7-09CD06F7294E}" dt="2025-04-15T16:55:30.315" v="5859" actId="20577"/>
        <pc:sldMkLst>
          <pc:docMk/>
          <pc:sldMk cId="222090468" sldId="446"/>
        </pc:sldMkLst>
        <pc:spChg chg="add mod">
          <ac:chgData name="celine river" userId="9ba4a417bf901946" providerId="LiveId" clId="{CEF4BEED-232D-4AC2-BAA7-09CD06F7294E}" dt="2025-04-15T16:55:30.315" v="5859" actId="20577"/>
          <ac:spMkLst>
            <pc:docMk/>
            <pc:sldMk cId="222090468" sldId="446"/>
            <ac:spMk id="3" creationId="{7E08DABC-8BDA-65D4-9A6E-41D1C5C34825}"/>
          </ac:spMkLst>
        </pc:spChg>
      </pc:sldChg>
      <pc:sldChg chg="addSp modSp new mod">
        <pc:chgData name="celine river" userId="9ba4a417bf901946" providerId="LiveId" clId="{CEF4BEED-232D-4AC2-BAA7-09CD06F7294E}" dt="2025-04-15T16:59:57.704" v="5927" actId="20577"/>
        <pc:sldMkLst>
          <pc:docMk/>
          <pc:sldMk cId="1894736010" sldId="447"/>
        </pc:sldMkLst>
        <pc:spChg chg="add mod">
          <ac:chgData name="celine river" userId="9ba4a417bf901946" providerId="LiveId" clId="{CEF4BEED-232D-4AC2-BAA7-09CD06F7294E}" dt="2025-04-15T16:59:57.704" v="5927" actId="20577"/>
          <ac:spMkLst>
            <pc:docMk/>
            <pc:sldMk cId="1894736010" sldId="447"/>
            <ac:spMk id="3" creationId="{F2DC8CE1-9F85-941B-4FA1-B889EBD4DB4E}"/>
          </ac:spMkLst>
        </pc:spChg>
      </pc:sldChg>
      <pc:sldChg chg="addSp modSp new mod">
        <pc:chgData name="celine river" userId="9ba4a417bf901946" providerId="LiveId" clId="{CEF4BEED-232D-4AC2-BAA7-09CD06F7294E}" dt="2025-04-15T17:05:32.883" v="6004" actId="20577"/>
        <pc:sldMkLst>
          <pc:docMk/>
          <pc:sldMk cId="3535597415" sldId="448"/>
        </pc:sldMkLst>
        <pc:spChg chg="add mod">
          <ac:chgData name="celine river" userId="9ba4a417bf901946" providerId="LiveId" clId="{CEF4BEED-232D-4AC2-BAA7-09CD06F7294E}" dt="2025-04-15T17:05:32.883" v="6004" actId="20577"/>
          <ac:spMkLst>
            <pc:docMk/>
            <pc:sldMk cId="3535597415" sldId="448"/>
            <ac:spMk id="3" creationId="{BA9A0E0D-2DA9-BCA1-ECC8-6454A6DC1FE3}"/>
          </ac:spMkLst>
        </pc:spChg>
      </pc:sldChg>
      <pc:sldChg chg="addSp modSp new mod">
        <pc:chgData name="celine river" userId="9ba4a417bf901946" providerId="LiveId" clId="{CEF4BEED-232D-4AC2-BAA7-09CD06F7294E}" dt="2025-04-15T17:14:54.889" v="6071" actId="20577"/>
        <pc:sldMkLst>
          <pc:docMk/>
          <pc:sldMk cId="3218407919" sldId="449"/>
        </pc:sldMkLst>
        <pc:spChg chg="add mod">
          <ac:chgData name="celine river" userId="9ba4a417bf901946" providerId="LiveId" clId="{CEF4BEED-232D-4AC2-BAA7-09CD06F7294E}" dt="2025-04-15T17:14:54.889" v="6071" actId="20577"/>
          <ac:spMkLst>
            <pc:docMk/>
            <pc:sldMk cId="3218407919" sldId="449"/>
            <ac:spMk id="3" creationId="{4432F110-7CE6-9115-AF8A-5CEEDAC305C3}"/>
          </ac:spMkLst>
        </pc:spChg>
      </pc:sldChg>
      <pc:sldChg chg="addSp modSp new mod">
        <pc:chgData name="celine river" userId="9ba4a417bf901946" providerId="LiveId" clId="{CEF4BEED-232D-4AC2-BAA7-09CD06F7294E}" dt="2025-04-15T17:18:44.153" v="6129" actId="20577"/>
        <pc:sldMkLst>
          <pc:docMk/>
          <pc:sldMk cId="2257242727" sldId="450"/>
        </pc:sldMkLst>
        <pc:spChg chg="add mod">
          <ac:chgData name="celine river" userId="9ba4a417bf901946" providerId="LiveId" clId="{CEF4BEED-232D-4AC2-BAA7-09CD06F7294E}" dt="2025-04-15T17:18:44.153" v="6129" actId="20577"/>
          <ac:spMkLst>
            <pc:docMk/>
            <pc:sldMk cId="2257242727" sldId="450"/>
            <ac:spMk id="3" creationId="{2F570377-3FF7-9BF1-FD4B-6F224CC4386C}"/>
          </ac:spMkLst>
        </pc:spChg>
      </pc:sldChg>
      <pc:sldChg chg="addSp modSp new mod">
        <pc:chgData name="celine river" userId="9ba4a417bf901946" providerId="LiveId" clId="{CEF4BEED-232D-4AC2-BAA7-09CD06F7294E}" dt="2025-04-15T17:23:01.351" v="6176" actId="20577"/>
        <pc:sldMkLst>
          <pc:docMk/>
          <pc:sldMk cId="3882835965" sldId="451"/>
        </pc:sldMkLst>
        <pc:spChg chg="add mod">
          <ac:chgData name="celine river" userId="9ba4a417bf901946" providerId="LiveId" clId="{CEF4BEED-232D-4AC2-BAA7-09CD06F7294E}" dt="2025-04-15T17:23:01.351" v="6176" actId="20577"/>
          <ac:spMkLst>
            <pc:docMk/>
            <pc:sldMk cId="3882835965" sldId="451"/>
            <ac:spMk id="3" creationId="{5A23F28A-41B0-DAA2-E88B-3120119B25F1}"/>
          </ac:spMkLst>
        </pc:spChg>
      </pc:sldChg>
      <pc:sldChg chg="addSp modSp new mod">
        <pc:chgData name="celine river" userId="9ba4a417bf901946" providerId="LiveId" clId="{CEF4BEED-232D-4AC2-BAA7-09CD06F7294E}" dt="2025-04-15T17:28:06.621" v="6249" actId="20577"/>
        <pc:sldMkLst>
          <pc:docMk/>
          <pc:sldMk cId="1783265708" sldId="452"/>
        </pc:sldMkLst>
        <pc:spChg chg="add mod">
          <ac:chgData name="celine river" userId="9ba4a417bf901946" providerId="LiveId" clId="{CEF4BEED-232D-4AC2-BAA7-09CD06F7294E}" dt="2025-04-15T17:28:06.621" v="6249" actId="20577"/>
          <ac:spMkLst>
            <pc:docMk/>
            <pc:sldMk cId="1783265708" sldId="452"/>
            <ac:spMk id="3" creationId="{B4EED8A3-F3F8-3F88-F982-9C5D7224BAD7}"/>
          </ac:spMkLst>
        </pc:spChg>
      </pc:sldChg>
      <pc:sldChg chg="addSp modSp new mod">
        <pc:chgData name="celine river" userId="9ba4a417bf901946" providerId="LiveId" clId="{CEF4BEED-232D-4AC2-BAA7-09CD06F7294E}" dt="2025-04-15T17:32:35.823" v="6319" actId="20577"/>
        <pc:sldMkLst>
          <pc:docMk/>
          <pc:sldMk cId="478190674" sldId="453"/>
        </pc:sldMkLst>
        <pc:spChg chg="add mod">
          <ac:chgData name="celine river" userId="9ba4a417bf901946" providerId="LiveId" clId="{CEF4BEED-232D-4AC2-BAA7-09CD06F7294E}" dt="2025-04-15T17:32:35.823" v="6319" actId="20577"/>
          <ac:spMkLst>
            <pc:docMk/>
            <pc:sldMk cId="478190674" sldId="453"/>
            <ac:spMk id="3" creationId="{54625AA8-423C-C481-A59F-54F6722EDD39}"/>
          </ac:spMkLst>
        </pc:spChg>
      </pc:sldChg>
      <pc:sldChg chg="addSp modSp new mod">
        <pc:chgData name="celine river" userId="9ba4a417bf901946" providerId="LiveId" clId="{CEF4BEED-232D-4AC2-BAA7-09CD06F7294E}" dt="2025-04-15T17:37:53.404" v="6403" actId="20577"/>
        <pc:sldMkLst>
          <pc:docMk/>
          <pc:sldMk cId="1010227675" sldId="454"/>
        </pc:sldMkLst>
        <pc:spChg chg="add mod">
          <ac:chgData name="celine river" userId="9ba4a417bf901946" providerId="LiveId" clId="{CEF4BEED-232D-4AC2-BAA7-09CD06F7294E}" dt="2025-04-15T17:37:53.404" v="6403" actId="20577"/>
          <ac:spMkLst>
            <pc:docMk/>
            <pc:sldMk cId="1010227675" sldId="454"/>
            <ac:spMk id="3" creationId="{BF96E8E5-43FE-3E0D-6E38-846FA35E9185}"/>
          </ac:spMkLst>
        </pc:spChg>
      </pc:sldChg>
      <pc:sldChg chg="addSp modSp new mod">
        <pc:chgData name="celine river" userId="9ba4a417bf901946" providerId="LiveId" clId="{CEF4BEED-232D-4AC2-BAA7-09CD06F7294E}" dt="2025-04-15T17:42:22.906" v="6479" actId="20577"/>
        <pc:sldMkLst>
          <pc:docMk/>
          <pc:sldMk cId="348543645" sldId="455"/>
        </pc:sldMkLst>
        <pc:spChg chg="add mod">
          <ac:chgData name="celine river" userId="9ba4a417bf901946" providerId="LiveId" clId="{CEF4BEED-232D-4AC2-BAA7-09CD06F7294E}" dt="2025-04-15T17:42:22.906" v="6479" actId="20577"/>
          <ac:spMkLst>
            <pc:docMk/>
            <pc:sldMk cId="348543645" sldId="455"/>
            <ac:spMk id="3" creationId="{F90C172C-D21A-9044-7B56-796619DB9F64}"/>
          </ac:spMkLst>
        </pc:spChg>
      </pc:sldChg>
      <pc:sldChg chg="addSp modSp new mod">
        <pc:chgData name="celine river" userId="9ba4a417bf901946" providerId="LiveId" clId="{CEF4BEED-232D-4AC2-BAA7-09CD06F7294E}" dt="2025-04-15T17:54:42.728" v="6560" actId="20577"/>
        <pc:sldMkLst>
          <pc:docMk/>
          <pc:sldMk cId="1967999872" sldId="456"/>
        </pc:sldMkLst>
        <pc:spChg chg="add mod">
          <ac:chgData name="celine river" userId="9ba4a417bf901946" providerId="LiveId" clId="{CEF4BEED-232D-4AC2-BAA7-09CD06F7294E}" dt="2025-04-15T17:54:42.728" v="6560" actId="20577"/>
          <ac:spMkLst>
            <pc:docMk/>
            <pc:sldMk cId="1967999872" sldId="456"/>
            <ac:spMk id="3" creationId="{0EFD1AFF-EB52-44CB-8D48-E1D3C1F2E062}"/>
          </ac:spMkLst>
        </pc:spChg>
      </pc:sldChg>
      <pc:sldChg chg="addSp modSp new mod">
        <pc:chgData name="celine river" userId="9ba4a417bf901946" providerId="LiveId" clId="{CEF4BEED-232D-4AC2-BAA7-09CD06F7294E}" dt="2025-04-15T18:03:51.106" v="6648" actId="20577"/>
        <pc:sldMkLst>
          <pc:docMk/>
          <pc:sldMk cId="3490041406" sldId="457"/>
        </pc:sldMkLst>
        <pc:spChg chg="add mod">
          <ac:chgData name="celine river" userId="9ba4a417bf901946" providerId="LiveId" clId="{CEF4BEED-232D-4AC2-BAA7-09CD06F7294E}" dt="2025-04-15T18:03:51.106" v="6648" actId="20577"/>
          <ac:spMkLst>
            <pc:docMk/>
            <pc:sldMk cId="3490041406" sldId="457"/>
            <ac:spMk id="3" creationId="{51A3B196-5F8E-5FF0-92EA-4873C7834375}"/>
          </ac:spMkLst>
        </pc:spChg>
      </pc:sldChg>
      <pc:sldChg chg="addSp modSp new mod">
        <pc:chgData name="celine river" userId="9ba4a417bf901946" providerId="LiveId" clId="{CEF4BEED-232D-4AC2-BAA7-09CD06F7294E}" dt="2025-04-15T18:09:10.612" v="6712" actId="20577"/>
        <pc:sldMkLst>
          <pc:docMk/>
          <pc:sldMk cId="3730632522" sldId="458"/>
        </pc:sldMkLst>
        <pc:spChg chg="add mod">
          <ac:chgData name="celine river" userId="9ba4a417bf901946" providerId="LiveId" clId="{CEF4BEED-232D-4AC2-BAA7-09CD06F7294E}" dt="2025-04-15T18:09:10.612" v="6712" actId="20577"/>
          <ac:spMkLst>
            <pc:docMk/>
            <pc:sldMk cId="3730632522" sldId="458"/>
            <ac:spMk id="3" creationId="{826571A9-7DCC-15C9-FCF1-22D86F903B58}"/>
          </ac:spMkLst>
        </pc:spChg>
      </pc:sldChg>
      <pc:sldChg chg="addSp modSp new mod">
        <pc:chgData name="celine river" userId="9ba4a417bf901946" providerId="LiveId" clId="{CEF4BEED-232D-4AC2-BAA7-09CD06F7294E}" dt="2025-04-15T18:13:47.470" v="6776" actId="20577"/>
        <pc:sldMkLst>
          <pc:docMk/>
          <pc:sldMk cId="134380863" sldId="459"/>
        </pc:sldMkLst>
        <pc:spChg chg="add mod">
          <ac:chgData name="celine river" userId="9ba4a417bf901946" providerId="LiveId" clId="{CEF4BEED-232D-4AC2-BAA7-09CD06F7294E}" dt="2025-04-15T18:13:47.470" v="6776" actId="20577"/>
          <ac:spMkLst>
            <pc:docMk/>
            <pc:sldMk cId="134380863" sldId="459"/>
            <ac:spMk id="3" creationId="{42E15CE3-8002-943D-1A06-BC1921A6E744}"/>
          </ac:spMkLst>
        </pc:spChg>
      </pc:sldChg>
      <pc:sldChg chg="addSp modSp new mod">
        <pc:chgData name="celine river" userId="9ba4a417bf901946" providerId="LiveId" clId="{CEF4BEED-232D-4AC2-BAA7-09CD06F7294E}" dt="2025-04-15T18:16:12.957" v="6818" actId="20577"/>
        <pc:sldMkLst>
          <pc:docMk/>
          <pc:sldMk cId="3819188822" sldId="460"/>
        </pc:sldMkLst>
        <pc:spChg chg="add mod">
          <ac:chgData name="celine river" userId="9ba4a417bf901946" providerId="LiveId" clId="{CEF4BEED-232D-4AC2-BAA7-09CD06F7294E}" dt="2025-04-15T18:16:12.957" v="6818" actId="20577"/>
          <ac:spMkLst>
            <pc:docMk/>
            <pc:sldMk cId="3819188822" sldId="460"/>
            <ac:spMk id="3" creationId="{0F58ADF8-5822-87D0-7599-22CDB535AEE7}"/>
          </ac:spMkLst>
        </pc:spChg>
      </pc:sldChg>
      <pc:sldChg chg="addSp modSp new mod">
        <pc:chgData name="celine river" userId="9ba4a417bf901946" providerId="LiveId" clId="{CEF4BEED-232D-4AC2-BAA7-09CD06F7294E}" dt="2025-04-15T18:20:38.041" v="6896" actId="20577"/>
        <pc:sldMkLst>
          <pc:docMk/>
          <pc:sldMk cId="1481128344" sldId="461"/>
        </pc:sldMkLst>
        <pc:spChg chg="add mod">
          <ac:chgData name="celine river" userId="9ba4a417bf901946" providerId="LiveId" clId="{CEF4BEED-232D-4AC2-BAA7-09CD06F7294E}" dt="2025-04-15T18:20:38.041" v="6896" actId="20577"/>
          <ac:spMkLst>
            <pc:docMk/>
            <pc:sldMk cId="1481128344" sldId="461"/>
            <ac:spMk id="3" creationId="{FF8EFD77-227F-4ACD-38AF-CDD4284C41E6}"/>
          </ac:spMkLst>
        </pc:spChg>
      </pc:sldChg>
      <pc:sldChg chg="addSp modSp new mod">
        <pc:chgData name="celine river" userId="9ba4a417bf901946" providerId="LiveId" clId="{CEF4BEED-232D-4AC2-BAA7-09CD06F7294E}" dt="2025-04-15T18:24:46.641" v="6967" actId="20577"/>
        <pc:sldMkLst>
          <pc:docMk/>
          <pc:sldMk cId="1600298236" sldId="462"/>
        </pc:sldMkLst>
        <pc:spChg chg="add mod">
          <ac:chgData name="celine river" userId="9ba4a417bf901946" providerId="LiveId" clId="{CEF4BEED-232D-4AC2-BAA7-09CD06F7294E}" dt="2025-04-15T18:24:46.641" v="6967" actId="20577"/>
          <ac:spMkLst>
            <pc:docMk/>
            <pc:sldMk cId="1600298236" sldId="462"/>
            <ac:spMk id="3" creationId="{40EC98D9-C7B8-DB1D-7263-8D3DFEA7883F}"/>
          </ac:spMkLst>
        </pc:spChg>
      </pc:sldChg>
      <pc:sldChg chg="addSp modSp new mod">
        <pc:chgData name="celine river" userId="9ba4a417bf901946" providerId="LiveId" clId="{CEF4BEED-232D-4AC2-BAA7-09CD06F7294E}" dt="2025-04-15T18:30:11.007" v="7055" actId="21"/>
        <pc:sldMkLst>
          <pc:docMk/>
          <pc:sldMk cId="238181710" sldId="463"/>
        </pc:sldMkLst>
        <pc:spChg chg="add mod">
          <ac:chgData name="celine river" userId="9ba4a417bf901946" providerId="LiveId" clId="{CEF4BEED-232D-4AC2-BAA7-09CD06F7294E}" dt="2025-04-15T18:30:11.007" v="7055" actId="21"/>
          <ac:spMkLst>
            <pc:docMk/>
            <pc:sldMk cId="238181710" sldId="463"/>
            <ac:spMk id="3" creationId="{F5476AE2-0449-D0BA-4A18-75D619CA5E33}"/>
          </ac:spMkLst>
        </pc:spChg>
      </pc:sldChg>
      <pc:sldChg chg="addSp delSp modSp new mod">
        <pc:chgData name="celine river" userId="9ba4a417bf901946" providerId="LiveId" clId="{CEF4BEED-232D-4AC2-BAA7-09CD06F7294E}" dt="2025-04-15T18:33:54.524" v="7120" actId="20577"/>
        <pc:sldMkLst>
          <pc:docMk/>
          <pc:sldMk cId="3294514193" sldId="464"/>
        </pc:sldMkLst>
        <pc:spChg chg="add del mod">
          <ac:chgData name="celine river" userId="9ba4a417bf901946" providerId="LiveId" clId="{CEF4BEED-232D-4AC2-BAA7-09CD06F7294E}" dt="2025-04-15T18:33:54.524" v="7120" actId="20577"/>
          <ac:spMkLst>
            <pc:docMk/>
            <pc:sldMk cId="3294514193" sldId="464"/>
            <ac:spMk id="3" creationId="{14FBB6F1-0C5C-2144-4066-573479D1708E}"/>
          </ac:spMkLst>
        </pc:spChg>
      </pc:sldChg>
      <pc:sldChg chg="addSp modSp new mod">
        <pc:chgData name="celine river" userId="9ba4a417bf901946" providerId="LiveId" clId="{CEF4BEED-232D-4AC2-BAA7-09CD06F7294E}" dt="2025-04-15T18:37:45.336" v="7184" actId="20577"/>
        <pc:sldMkLst>
          <pc:docMk/>
          <pc:sldMk cId="3733850113" sldId="465"/>
        </pc:sldMkLst>
        <pc:spChg chg="add mod">
          <ac:chgData name="celine river" userId="9ba4a417bf901946" providerId="LiveId" clId="{CEF4BEED-232D-4AC2-BAA7-09CD06F7294E}" dt="2025-04-15T18:37:45.336" v="7184" actId="20577"/>
          <ac:spMkLst>
            <pc:docMk/>
            <pc:sldMk cId="3733850113" sldId="465"/>
            <ac:spMk id="3" creationId="{9AEFE0D2-58F8-4B35-BFC3-96C3378463B0}"/>
          </ac:spMkLst>
        </pc:spChg>
      </pc:sldChg>
      <pc:sldChg chg="addSp modSp new mod">
        <pc:chgData name="celine river" userId="9ba4a417bf901946" providerId="LiveId" clId="{CEF4BEED-232D-4AC2-BAA7-09CD06F7294E}" dt="2025-04-15T18:47:50.211" v="7264" actId="20577"/>
        <pc:sldMkLst>
          <pc:docMk/>
          <pc:sldMk cId="2816631852" sldId="466"/>
        </pc:sldMkLst>
        <pc:spChg chg="add mod">
          <ac:chgData name="celine river" userId="9ba4a417bf901946" providerId="LiveId" clId="{CEF4BEED-232D-4AC2-BAA7-09CD06F7294E}" dt="2025-04-15T18:47:50.211" v="7264" actId="20577"/>
          <ac:spMkLst>
            <pc:docMk/>
            <pc:sldMk cId="2816631852" sldId="466"/>
            <ac:spMk id="3" creationId="{9FA130FB-C4EF-ACB0-9C9A-53524157EB2B}"/>
          </ac:spMkLst>
        </pc:spChg>
      </pc:sldChg>
      <pc:sldChg chg="addSp modSp new mod">
        <pc:chgData name="celine river" userId="9ba4a417bf901946" providerId="LiveId" clId="{CEF4BEED-232D-4AC2-BAA7-09CD06F7294E}" dt="2025-04-15T18:53:14.737" v="7348" actId="21"/>
        <pc:sldMkLst>
          <pc:docMk/>
          <pc:sldMk cId="2344902446" sldId="467"/>
        </pc:sldMkLst>
        <pc:spChg chg="add mod">
          <ac:chgData name="celine river" userId="9ba4a417bf901946" providerId="LiveId" clId="{CEF4BEED-232D-4AC2-BAA7-09CD06F7294E}" dt="2025-04-15T18:53:14.737" v="7348" actId="21"/>
          <ac:spMkLst>
            <pc:docMk/>
            <pc:sldMk cId="2344902446" sldId="467"/>
            <ac:spMk id="3" creationId="{247AB020-F77F-2A3B-880E-E21B59870DC7}"/>
          </ac:spMkLst>
        </pc:spChg>
      </pc:sldChg>
      <pc:sldChg chg="addSp modSp new mod">
        <pc:chgData name="celine river" userId="9ba4a417bf901946" providerId="LiveId" clId="{CEF4BEED-232D-4AC2-BAA7-09CD06F7294E}" dt="2025-04-15T18:56:50.694" v="7410" actId="20577"/>
        <pc:sldMkLst>
          <pc:docMk/>
          <pc:sldMk cId="2670073791" sldId="468"/>
        </pc:sldMkLst>
        <pc:spChg chg="add mod">
          <ac:chgData name="celine river" userId="9ba4a417bf901946" providerId="LiveId" clId="{CEF4BEED-232D-4AC2-BAA7-09CD06F7294E}" dt="2025-04-15T18:56:50.694" v="7410" actId="20577"/>
          <ac:spMkLst>
            <pc:docMk/>
            <pc:sldMk cId="2670073791" sldId="468"/>
            <ac:spMk id="3" creationId="{FDD62B93-A58E-507E-7C71-D7FA11B9EACA}"/>
          </ac:spMkLst>
        </pc:spChg>
      </pc:sldChg>
      <pc:sldChg chg="addSp modSp new mod">
        <pc:chgData name="celine river" userId="9ba4a417bf901946" providerId="LiveId" clId="{CEF4BEED-232D-4AC2-BAA7-09CD06F7294E}" dt="2025-04-15T19:01:23.991" v="7463" actId="20577"/>
        <pc:sldMkLst>
          <pc:docMk/>
          <pc:sldMk cId="4016426443" sldId="469"/>
        </pc:sldMkLst>
        <pc:spChg chg="add mod">
          <ac:chgData name="celine river" userId="9ba4a417bf901946" providerId="LiveId" clId="{CEF4BEED-232D-4AC2-BAA7-09CD06F7294E}" dt="2025-04-15T19:01:23.991" v="7463" actId="20577"/>
          <ac:spMkLst>
            <pc:docMk/>
            <pc:sldMk cId="4016426443" sldId="469"/>
            <ac:spMk id="3" creationId="{8C34CEE2-97F4-A8DF-3861-D1B93A7A5C1E}"/>
          </ac:spMkLst>
        </pc:spChg>
      </pc:sldChg>
      <pc:sldChg chg="addSp modSp new mod">
        <pc:chgData name="celine river" userId="9ba4a417bf901946" providerId="LiveId" clId="{CEF4BEED-232D-4AC2-BAA7-09CD06F7294E}" dt="2025-04-15T19:05:52.883" v="7531" actId="20577"/>
        <pc:sldMkLst>
          <pc:docMk/>
          <pc:sldMk cId="1043250507" sldId="470"/>
        </pc:sldMkLst>
        <pc:spChg chg="add mod">
          <ac:chgData name="celine river" userId="9ba4a417bf901946" providerId="LiveId" clId="{CEF4BEED-232D-4AC2-BAA7-09CD06F7294E}" dt="2025-04-15T19:05:52.883" v="7531" actId="20577"/>
          <ac:spMkLst>
            <pc:docMk/>
            <pc:sldMk cId="1043250507" sldId="470"/>
            <ac:spMk id="3" creationId="{908C3F62-3363-80F8-74AC-D49AEF7891F4}"/>
          </ac:spMkLst>
        </pc:spChg>
      </pc:sldChg>
      <pc:sldChg chg="addSp modSp new mod">
        <pc:chgData name="celine river" userId="9ba4a417bf901946" providerId="LiveId" clId="{CEF4BEED-232D-4AC2-BAA7-09CD06F7294E}" dt="2025-04-15T19:10:33.997" v="7607" actId="20577"/>
        <pc:sldMkLst>
          <pc:docMk/>
          <pc:sldMk cId="1828284925" sldId="471"/>
        </pc:sldMkLst>
        <pc:spChg chg="add mod">
          <ac:chgData name="celine river" userId="9ba4a417bf901946" providerId="LiveId" clId="{CEF4BEED-232D-4AC2-BAA7-09CD06F7294E}" dt="2025-04-15T19:10:33.997" v="7607" actId="20577"/>
          <ac:spMkLst>
            <pc:docMk/>
            <pc:sldMk cId="1828284925" sldId="471"/>
            <ac:spMk id="3" creationId="{EBB867FF-0999-8316-6105-F8F564D8F1EA}"/>
          </ac:spMkLst>
        </pc:spChg>
      </pc:sldChg>
      <pc:sldChg chg="addSp modSp new mod">
        <pc:chgData name="celine river" userId="9ba4a417bf901946" providerId="LiveId" clId="{CEF4BEED-232D-4AC2-BAA7-09CD06F7294E}" dt="2025-04-15T19:13:33.438" v="7656" actId="20577"/>
        <pc:sldMkLst>
          <pc:docMk/>
          <pc:sldMk cId="2292208063" sldId="472"/>
        </pc:sldMkLst>
        <pc:spChg chg="add mod">
          <ac:chgData name="celine river" userId="9ba4a417bf901946" providerId="LiveId" clId="{CEF4BEED-232D-4AC2-BAA7-09CD06F7294E}" dt="2025-04-15T19:13:33.438" v="7656" actId="20577"/>
          <ac:spMkLst>
            <pc:docMk/>
            <pc:sldMk cId="2292208063" sldId="472"/>
            <ac:spMk id="3" creationId="{C8D7D73E-04A7-97D8-4AA2-089F5B3AA451}"/>
          </ac:spMkLst>
        </pc:spChg>
      </pc:sldChg>
      <pc:sldChg chg="addSp modSp new mod">
        <pc:chgData name="celine river" userId="9ba4a417bf901946" providerId="LiveId" clId="{CEF4BEED-232D-4AC2-BAA7-09CD06F7294E}" dt="2025-04-15T19:16:53.162" v="7712" actId="20577"/>
        <pc:sldMkLst>
          <pc:docMk/>
          <pc:sldMk cId="3656986938" sldId="473"/>
        </pc:sldMkLst>
        <pc:spChg chg="add mod">
          <ac:chgData name="celine river" userId="9ba4a417bf901946" providerId="LiveId" clId="{CEF4BEED-232D-4AC2-BAA7-09CD06F7294E}" dt="2025-04-15T19:16:53.162" v="7712" actId="20577"/>
          <ac:spMkLst>
            <pc:docMk/>
            <pc:sldMk cId="3656986938" sldId="473"/>
            <ac:spMk id="3" creationId="{351ECE68-78AD-7A91-5B47-3E6678806F8B}"/>
          </ac:spMkLst>
        </pc:spChg>
      </pc:sldChg>
      <pc:sldChg chg="addSp modSp new mod">
        <pc:chgData name="celine river" userId="9ba4a417bf901946" providerId="LiveId" clId="{CEF4BEED-232D-4AC2-BAA7-09CD06F7294E}" dt="2025-04-15T19:19:33.777" v="7765" actId="20577"/>
        <pc:sldMkLst>
          <pc:docMk/>
          <pc:sldMk cId="3952542803" sldId="474"/>
        </pc:sldMkLst>
        <pc:spChg chg="add mod">
          <ac:chgData name="celine river" userId="9ba4a417bf901946" providerId="LiveId" clId="{CEF4BEED-232D-4AC2-BAA7-09CD06F7294E}" dt="2025-04-15T19:19:33.777" v="7765" actId="20577"/>
          <ac:spMkLst>
            <pc:docMk/>
            <pc:sldMk cId="3952542803" sldId="474"/>
            <ac:spMk id="3" creationId="{881E4E84-10E6-6EFD-F7DA-349342624D43}"/>
          </ac:spMkLst>
        </pc:spChg>
      </pc:sldChg>
      <pc:sldChg chg="addSp modSp new mod">
        <pc:chgData name="celine river" userId="9ba4a417bf901946" providerId="LiveId" clId="{CEF4BEED-232D-4AC2-BAA7-09CD06F7294E}" dt="2025-04-15T19:24:51.177" v="7838" actId="20577"/>
        <pc:sldMkLst>
          <pc:docMk/>
          <pc:sldMk cId="2052225463" sldId="475"/>
        </pc:sldMkLst>
        <pc:spChg chg="add mod">
          <ac:chgData name="celine river" userId="9ba4a417bf901946" providerId="LiveId" clId="{CEF4BEED-232D-4AC2-BAA7-09CD06F7294E}" dt="2025-04-15T19:24:51.177" v="7838" actId="20577"/>
          <ac:spMkLst>
            <pc:docMk/>
            <pc:sldMk cId="2052225463" sldId="475"/>
            <ac:spMk id="3" creationId="{0A30009E-0ABC-C8BF-DCDA-6455FDB7F787}"/>
          </ac:spMkLst>
        </pc:spChg>
      </pc:sldChg>
      <pc:sldChg chg="addSp modSp new mod">
        <pc:chgData name="celine river" userId="9ba4a417bf901946" providerId="LiveId" clId="{CEF4BEED-232D-4AC2-BAA7-09CD06F7294E}" dt="2025-04-15T19:23:13.481" v="7810" actId="20577"/>
        <pc:sldMkLst>
          <pc:docMk/>
          <pc:sldMk cId="3505352055" sldId="476"/>
        </pc:sldMkLst>
        <pc:spChg chg="add mod">
          <ac:chgData name="celine river" userId="9ba4a417bf901946" providerId="LiveId" clId="{CEF4BEED-232D-4AC2-BAA7-09CD06F7294E}" dt="2025-04-15T19:23:13.481" v="7810" actId="20577"/>
          <ac:spMkLst>
            <pc:docMk/>
            <pc:sldMk cId="3505352055" sldId="476"/>
            <ac:spMk id="3" creationId="{4531674B-C058-4B78-4F3B-0EE8189BC0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0FE0A-68D7-4289-9EF5-D38F8F8F3B9F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791A6-D8D3-4E1E-9BDC-ECC2799DD1E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513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791A6-D8D3-4E1E-9BDC-ECC2799DD1EE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502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44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555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974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322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076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114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27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147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847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107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644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2F288-D9E3-4356-B43C-CE72FE389196}" type="datetimeFigureOut">
              <a:rPr lang="tr-TR" smtClean="0"/>
              <a:t>15.04.2025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68679-B832-4A6F-B3C4-01F46BA2F9D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06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37A278-0FDE-F256-2581-6A2BE909CB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Oku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0EE6DB9-E3F4-C151-4A43-B3863F11C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Ama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okuyacağız</a:t>
            </a:r>
            <a:r>
              <a:rPr lang="en-US" dirty="0"/>
              <a:t>?</a:t>
            </a:r>
          </a:p>
          <a:p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görüleni</a:t>
            </a:r>
            <a:r>
              <a:rPr lang="en-US" dirty="0"/>
              <a:t> mi?</a:t>
            </a:r>
          </a:p>
          <a:p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yazılı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750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F26E4B1-D8F2-E688-AAF3-5A745CBBB713}"/>
              </a:ext>
            </a:extLst>
          </p:cNvPr>
          <p:cNvSpPr txBox="1"/>
          <p:nvPr/>
        </p:nvSpPr>
        <p:spPr>
          <a:xfrm>
            <a:off x="1" y="82590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İkra – Oku </a:t>
            </a:r>
            <a:r>
              <a:rPr lang="en-US" b="1" dirty="0" err="1"/>
              <a:t>demek</a:t>
            </a:r>
            <a:r>
              <a:rPr lang="en-US" b="1" dirty="0"/>
              <a:t> </a:t>
            </a:r>
            <a:r>
              <a:rPr lang="en-US" b="1" dirty="0" err="1"/>
              <a:t>değil</a:t>
            </a:r>
            <a:r>
              <a:rPr lang="en-US" b="1" dirty="0"/>
              <a:t>, </a:t>
            </a:r>
            <a:r>
              <a:rPr lang="en-US" b="1" dirty="0" err="1"/>
              <a:t>Hatırla</a:t>
            </a:r>
            <a:r>
              <a:rPr lang="en-US" b="1" dirty="0"/>
              <a:t> </a:t>
            </a:r>
            <a:r>
              <a:rPr lang="en-US" b="1" dirty="0" err="1"/>
              <a:t>demek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20669E5-39FC-E0CE-B894-9A0A8B9CFB45}"/>
              </a:ext>
            </a:extLst>
          </p:cNvPr>
          <p:cNvSpPr txBox="1"/>
          <p:nvPr/>
        </p:nvSpPr>
        <p:spPr>
          <a:xfrm>
            <a:off x="0" y="796414"/>
            <a:ext cx="6858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“İkra” </a:t>
            </a:r>
            <a:r>
              <a:rPr lang="en-US" dirty="0" err="1"/>
              <a:t>emri</a:t>
            </a:r>
            <a:r>
              <a:rPr lang="en-US" dirty="0"/>
              <a:t>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Ama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çağrıdır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Unuttun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hatırla</a:t>
            </a:r>
            <a:r>
              <a:rPr lang="en-US" dirty="0"/>
              <a:t>.”</a:t>
            </a:r>
          </a:p>
          <a:p>
            <a:r>
              <a:rPr lang="en-US" dirty="0"/>
              <a:t>“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görmezden</a:t>
            </a:r>
            <a:r>
              <a:rPr lang="en-US" dirty="0"/>
              <a:t> </a:t>
            </a:r>
            <a:r>
              <a:rPr lang="en-US" dirty="0" err="1"/>
              <a:t>geldin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bak</a:t>
            </a:r>
            <a:r>
              <a:rPr lang="en-US" dirty="0"/>
              <a:t>.”</a:t>
            </a:r>
          </a:p>
          <a:p>
            <a:r>
              <a:rPr lang="en-US" dirty="0"/>
              <a:t>“Senin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yazılmış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fark et.”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Kur’an’ın</a:t>
            </a:r>
            <a:r>
              <a:rPr lang="en-US" dirty="0"/>
              <a:t> ilk </a:t>
            </a:r>
            <a:r>
              <a:rPr lang="en-US" dirty="0" err="1"/>
              <a:t>kelimesi</a:t>
            </a:r>
            <a:r>
              <a:rPr lang="en-US" dirty="0"/>
              <a:t> İkra </a:t>
            </a:r>
            <a:r>
              <a:rPr lang="en-US" dirty="0" err="1"/>
              <a:t>ise</a:t>
            </a:r>
            <a:r>
              <a:rPr lang="en-US" dirty="0"/>
              <a:t>,</a:t>
            </a:r>
          </a:p>
          <a:p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evrenin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okunur</a:t>
            </a:r>
            <a:r>
              <a:rPr lang="en-US" dirty="0"/>
              <a:t>.”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5918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1AAC707-E8D6-5B50-4CEB-380A98FBDDF4}"/>
              </a:ext>
            </a:extLst>
          </p:cNvPr>
          <p:cNvSpPr txBox="1"/>
          <p:nvPr/>
        </p:nvSpPr>
        <p:spPr>
          <a:xfrm>
            <a:off x="0" y="1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Bismi </a:t>
            </a:r>
            <a:r>
              <a:rPr lang="en-US" b="1" dirty="0" err="1"/>
              <a:t>Rabbike</a:t>
            </a:r>
            <a:r>
              <a:rPr lang="en-US" b="1" dirty="0"/>
              <a:t> – </a:t>
            </a:r>
            <a:r>
              <a:rPr lang="en-US" b="1" dirty="0" err="1"/>
              <a:t>Frekansla</a:t>
            </a:r>
            <a:r>
              <a:rPr lang="en-US" b="1" dirty="0"/>
              <a:t> </a:t>
            </a:r>
            <a:r>
              <a:rPr lang="en-US" b="1" dirty="0" err="1"/>
              <a:t>Bağlan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3E43942-2164-9D9A-2993-57691FCEB3A7}"/>
              </a:ext>
            </a:extLst>
          </p:cNvPr>
          <p:cNvSpPr txBox="1"/>
          <p:nvPr/>
        </p:nvSpPr>
        <p:spPr>
          <a:xfrm>
            <a:off x="0" y="672526"/>
            <a:ext cx="68580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Rabbinin</a:t>
            </a:r>
            <a:r>
              <a:rPr lang="en-US" dirty="0"/>
              <a:t> </a:t>
            </a:r>
            <a:r>
              <a:rPr lang="en-US" dirty="0" err="1"/>
              <a:t>ismiyle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”</a:t>
            </a:r>
          </a:p>
          <a:p>
            <a:r>
              <a:rPr lang="en-US" dirty="0"/>
              <a:t>Yani </a:t>
            </a:r>
            <a:r>
              <a:rPr lang="en-US" dirty="0" err="1"/>
              <a:t>bilinçsizce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 err="1"/>
              <a:t>Egonla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 err="1"/>
              <a:t>Yargılayarak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/>
              <a:t>İlahi </a:t>
            </a:r>
            <a:r>
              <a:rPr lang="en-US" dirty="0" err="1"/>
              <a:t>olanla</a:t>
            </a:r>
            <a:r>
              <a:rPr lang="en-US" dirty="0"/>
              <a:t> </a:t>
            </a:r>
            <a:r>
              <a:rPr lang="en-US" dirty="0" err="1"/>
              <a:t>hizalanarak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“Rab”, </a:t>
            </a:r>
            <a:r>
              <a:rPr lang="en-US" dirty="0" err="1"/>
              <a:t>dışarıda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/>
              <a:t>Senin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yükselten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.</a:t>
            </a:r>
          </a:p>
          <a:p>
            <a:r>
              <a:rPr lang="en-US" dirty="0"/>
              <a:t>Seni </a:t>
            </a:r>
            <a:r>
              <a:rPr lang="en-US" dirty="0" err="1"/>
              <a:t>aşama</a:t>
            </a:r>
            <a:r>
              <a:rPr lang="en-US" dirty="0"/>
              <a:t> </a:t>
            </a:r>
            <a:r>
              <a:rPr lang="en-US" dirty="0" err="1"/>
              <a:t>aşama</a:t>
            </a:r>
            <a:r>
              <a:rPr lang="en-US" dirty="0"/>
              <a:t> </a:t>
            </a:r>
            <a:r>
              <a:rPr lang="en-US" dirty="0" err="1"/>
              <a:t>geliştiren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kaynağın</a:t>
            </a:r>
            <a:r>
              <a:rPr lang="en-US" dirty="0"/>
              <a:t>.</a:t>
            </a:r>
          </a:p>
          <a:p>
            <a:r>
              <a:rPr lang="en-US" dirty="0"/>
              <a:t>Ve “</a:t>
            </a:r>
            <a:r>
              <a:rPr lang="en-US" dirty="0" err="1"/>
              <a:t>ismiyle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…</a:t>
            </a:r>
          </a:p>
          <a:p>
            <a:r>
              <a:rPr lang="en-US" dirty="0"/>
              <a:t>O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girerek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frekanstır</a:t>
            </a:r>
            <a:r>
              <a:rPr lang="en-US" dirty="0"/>
              <a:t>.</a:t>
            </a:r>
          </a:p>
          <a:p>
            <a:r>
              <a:rPr lang="en-US" dirty="0" err="1"/>
              <a:t>Okudukça</a:t>
            </a:r>
            <a:r>
              <a:rPr lang="en-US" dirty="0"/>
              <a:t>, o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girersin</a:t>
            </a:r>
            <a:r>
              <a:rPr lang="en-US" dirty="0"/>
              <a:t>.</a:t>
            </a:r>
          </a:p>
          <a:p>
            <a:r>
              <a:rPr lang="en-US" dirty="0"/>
              <a:t>Ve o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yaratmaya</a:t>
            </a:r>
            <a:r>
              <a:rPr lang="en-US" dirty="0"/>
              <a:t> </a:t>
            </a:r>
            <a:r>
              <a:rPr lang="en-US" dirty="0" err="1"/>
              <a:t>başlarsın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0738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D8FDACD-9C66-346C-B3C8-709D335131CC}"/>
              </a:ext>
            </a:extLst>
          </p:cNvPr>
          <p:cNvSpPr txBox="1"/>
          <p:nvPr/>
        </p:nvSpPr>
        <p:spPr>
          <a:xfrm>
            <a:off x="1" y="466049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Halak – </a:t>
            </a:r>
            <a:r>
              <a:rPr lang="en-US" b="1" dirty="0" err="1"/>
              <a:t>Yaratımın</a:t>
            </a:r>
            <a:r>
              <a:rPr lang="en-US" b="1" dirty="0"/>
              <a:t> </a:t>
            </a:r>
            <a:r>
              <a:rPr lang="en-US" b="1" dirty="0" err="1"/>
              <a:t>Sırrı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8C8AB85-B0E1-15CB-9F68-0A7CFCC35115}"/>
              </a:ext>
            </a:extLst>
          </p:cNvPr>
          <p:cNvSpPr txBox="1"/>
          <p:nvPr/>
        </p:nvSpPr>
        <p:spPr>
          <a:xfrm>
            <a:off x="0" y="1509310"/>
            <a:ext cx="6858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Halaka</a:t>
            </a:r>
            <a:r>
              <a:rPr lang="en-US" dirty="0"/>
              <a:t>” = </a:t>
            </a:r>
            <a:r>
              <a:rPr lang="en-US" dirty="0" err="1"/>
              <a:t>Yarattı</a:t>
            </a:r>
            <a:endParaRPr lang="en-US" dirty="0"/>
          </a:p>
          <a:p>
            <a:r>
              <a:rPr lang="en-US" dirty="0"/>
              <a:t>Ama </a:t>
            </a:r>
            <a:r>
              <a:rPr lang="en-US" dirty="0" err="1"/>
              <a:t>sıradan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bu.</a:t>
            </a:r>
          </a:p>
          <a:p>
            <a:r>
              <a:rPr lang="en-US" dirty="0" err="1"/>
              <a:t>Sıfırdan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oluşturma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 err="1"/>
              <a:t>Bilineni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çıkarma</a:t>
            </a:r>
            <a:r>
              <a:rPr lang="en-US" dirty="0"/>
              <a:t> </a:t>
            </a:r>
            <a:r>
              <a:rPr lang="en-US" dirty="0" err="1"/>
              <a:t>yaratımı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Senin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potansiyeli</a:t>
            </a:r>
            <a:endParaRPr lang="en-US" dirty="0"/>
          </a:p>
          <a:p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Allah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kere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r>
              <a:rPr lang="en-US" dirty="0"/>
              <a:t>Her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yaratıyor</a:t>
            </a:r>
            <a:r>
              <a:rPr lang="en-US" dirty="0"/>
              <a:t>.</a:t>
            </a:r>
          </a:p>
          <a:p>
            <a:r>
              <a:rPr lang="en-US" dirty="0"/>
              <a:t>Her </a:t>
            </a:r>
            <a:r>
              <a:rPr lang="en-US" dirty="0" err="1"/>
              <a:t>seçiminde</a:t>
            </a:r>
            <a:r>
              <a:rPr lang="en-US" dirty="0"/>
              <a:t>, her fark </a:t>
            </a:r>
            <a:r>
              <a:rPr lang="en-US" dirty="0" err="1"/>
              <a:t>edişinde</a:t>
            </a:r>
            <a:r>
              <a:rPr lang="en-US" dirty="0"/>
              <a:t>,</a:t>
            </a:r>
          </a:p>
          <a:p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yaratılıyorsun</a:t>
            </a:r>
            <a:r>
              <a:rPr lang="en-US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043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EC92066-8C43-DFEA-1849-18C621F41E86}"/>
              </a:ext>
            </a:extLst>
          </p:cNvPr>
          <p:cNvSpPr txBox="1"/>
          <p:nvPr/>
        </p:nvSpPr>
        <p:spPr>
          <a:xfrm>
            <a:off x="0" y="0"/>
            <a:ext cx="6857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Bu </a:t>
            </a:r>
            <a:r>
              <a:rPr lang="en-US" b="1" dirty="0" err="1"/>
              <a:t>Ayetin</a:t>
            </a:r>
            <a:r>
              <a:rPr lang="en-US" b="1" dirty="0"/>
              <a:t>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Frekansı</a:t>
            </a:r>
            <a:r>
              <a:rPr lang="en-US" b="1" dirty="0"/>
              <a:t>: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D0BE775-5F83-DEB2-E462-1CC501B66174}"/>
              </a:ext>
            </a:extLst>
          </p:cNvPr>
          <p:cNvSpPr txBox="1"/>
          <p:nvPr/>
        </p:nvSpPr>
        <p:spPr>
          <a:xfrm>
            <a:off x="0" y="1112704"/>
            <a:ext cx="685799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sz="3200" dirty="0"/>
          </a:p>
          <a:p>
            <a:endParaRPr lang="tr-TR" sz="3200" dirty="0"/>
          </a:p>
          <a:p>
            <a:r>
              <a:rPr lang="en-US" dirty="0"/>
              <a:t>İkra. Oku! Ama </a:t>
            </a:r>
            <a:r>
              <a:rPr lang="en-US" dirty="0" err="1"/>
              <a:t>harfleri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</a:t>
            </a:r>
            <a:r>
              <a:rPr lang="en-US" dirty="0" err="1"/>
              <a:t>Evrenin</a:t>
            </a:r>
            <a:r>
              <a:rPr lang="en-US" dirty="0"/>
              <a:t> </a:t>
            </a:r>
            <a:r>
              <a:rPr lang="en-US" dirty="0" err="1"/>
              <a:t>dilini</a:t>
            </a:r>
            <a:r>
              <a:rPr lang="en-US" dirty="0"/>
              <a:t>.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olma</a:t>
            </a:r>
            <a:r>
              <a:rPr lang="en-US" dirty="0"/>
              <a:t> </a:t>
            </a:r>
            <a:r>
              <a:rPr lang="en-US" dirty="0" err="1"/>
              <a:t>hâlini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</a:t>
            </a:r>
            <a:r>
              <a:rPr lang="en-US" dirty="0" err="1"/>
              <a:t>Hissettiklerinle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</a:t>
            </a:r>
            <a:r>
              <a:rPr lang="en-US" dirty="0" err="1"/>
              <a:t>İçinden</a:t>
            </a:r>
            <a:r>
              <a:rPr lang="en-US" dirty="0"/>
              <a:t> </a:t>
            </a:r>
            <a:r>
              <a:rPr lang="en-US" dirty="0" err="1"/>
              <a:t>geçenleri</a:t>
            </a:r>
            <a:r>
              <a:rPr lang="en-US" dirty="0"/>
              <a:t>, </a:t>
            </a:r>
            <a:r>
              <a:rPr lang="en-US" dirty="0" err="1"/>
              <a:t>dışa</a:t>
            </a:r>
            <a:r>
              <a:rPr lang="en-US" dirty="0"/>
              <a:t> </a:t>
            </a:r>
            <a:r>
              <a:rPr lang="en-US" dirty="0" err="1"/>
              <a:t>vuranları</a:t>
            </a:r>
            <a:r>
              <a:rPr lang="en-US" dirty="0"/>
              <a:t>, </a:t>
            </a:r>
            <a:r>
              <a:rPr lang="en-US" dirty="0" err="1"/>
              <a:t>Rastlantıları</a:t>
            </a:r>
            <a:r>
              <a:rPr lang="en-US" dirty="0"/>
              <a:t>, </a:t>
            </a:r>
            <a:r>
              <a:rPr lang="en-US" dirty="0" err="1"/>
              <a:t>sembolleri</a:t>
            </a:r>
            <a:r>
              <a:rPr lang="en-US" dirty="0"/>
              <a:t>, </a:t>
            </a:r>
            <a:r>
              <a:rPr lang="en-US" dirty="0" err="1"/>
              <a:t>suskunlukları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oku</a:t>
            </a:r>
            <a:r>
              <a:rPr lang="en-US" dirty="0"/>
              <a:t>… </a:t>
            </a:r>
            <a:r>
              <a:rPr lang="en-US" dirty="0" err="1"/>
              <a:t>Rabbinin</a:t>
            </a:r>
            <a:r>
              <a:rPr lang="en-US" dirty="0"/>
              <a:t> </a:t>
            </a:r>
            <a:r>
              <a:rPr lang="en-US" dirty="0" err="1"/>
              <a:t>frekansıyla</a:t>
            </a:r>
            <a:r>
              <a:rPr lang="en-US" dirty="0"/>
              <a:t>. Yani </a:t>
            </a:r>
            <a:r>
              <a:rPr lang="en-US" dirty="0" err="1"/>
              <a:t>sevgiyle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Şefkatle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Merakla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okursan</a:t>
            </a:r>
            <a:r>
              <a:rPr lang="en-US" dirty="0"/>
              <a:t>… </a:t>
            </a:r>
            <a:r>
              <a:rPr lang="en-US" dirty="0" err="1"/>
              <a:t>Gerçek</a:t>
            </a:r>
            <a:r>
              <a:rPr lang="en-US" dirty="0"/>
              <a:t> o </a:t>
            </a:r>
            <a:r>
              <a:rPr lang="en-US" dirty="0" err="1"/>
              <a:t>olur</a:t>
            </a:r>
            <a:r>
              <a:rPr lang="en-US" dirty="0"/>
              <a:t>.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87106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8862F86-2F20-72A3-1FD3-64C8B1FFB19B}"/>
              </a:ext>
            </a:extLst>
          </p:cNvPr>
          <p:cNvSpPr txBox="1"/>
          <p:nvPr/>
        </p:nvSpPr>
        <p:spPr>
          <a:xfrm>
            <a:off x="88136" y="253388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1: Bismillah – </a:t>
            </a:r>
            <a:r>
              <a:rPr lang="en-US" b="1" dirty="0" err="1"/>
              <a:t>Yaratımın</a:t>
            </a:r>
            <a:r>
              <a:rPr lang="en-US" b="1" dirty="0"/>
              <a:t> </a:t>
            </a:r>
            <a:r>
              <a:rPr lang="en-US" b="1" dirty="0" err="1"/>
              <a:t>Frekansı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5B3F448-87D8-A083-B1BE-BD5E819A79F7}"/>
              </a:ext>
            </a:extLst>
          </p:cNvPr>
          <p:cNvSpPr txBox="1"/>
          <p:nvPr/>
        </p:nvSpPr>
        <p:spPr>
          <a:xfrm>
            <a:off x="0" y="1476260"/>
            <a:ext cx="6858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</a:t>
            </a:r>
            <a:endParaRPr lang="tr-TR" dirty="0"/>
          </a:p>
          <a:p>
            <a:r>
              <a:rPr lang="en-US" dirty="0" err="1"/>
              <a:t>Bismillahirrahmânirrahîm</a:t>
            </a:r>
            <a:r>
              <a:rPr lang="en-US" dirty="0"/>
              <a:t>.</a:t>
            </a:r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cümlesi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varoluşun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evrendeki</a:t>
            </a:r>
            <a:r>
              <a:rPr lang="en-US" dirty="0"/>
              <a:t> her </a:t>
            </a:r>
            <a:r>
              <a:rPr lang="en-US" dirty="0" err="1"/>
              <a:t>yaratım</a:t>
            </a:r>
            <a:r>
              <a:rPr lang="en-US" dirty="0"/>
              <a:t>, her </a:t>
            </a:r>
            <a:r>
              <a:rPr lang="en-US" dirty="0" err="1"/>
              <a:t>dönüşüm</a:t>
            </a:r>
            <a:r>
              <a:rPr lang="en-US" dirty="0"/>
              <a:t>, her dua</a:t>
            </a:r>
          </a:p>
          <a:p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“Bismillah” </a:t>
            </a:r>
            <a:r>
              <a:rPr lang="en-US" dirty="0" err="1"/>
              <a:t>demek</a:t>
            </a:r>
            <a:r>
              <a:rPr lang="en-US" dirty="0"/>
              <a:t>,</a:t>
            </a:r>
          </a:p>
          <a:p>
            <a:r>
              <a:rPr lang="en-US" dirty="0"/>
              <a:t>“Ben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” </a:t>
            </a:r>
            <a:r>
              <a:rPr lang="en-US" dirty="0" err="1"/>
              <a:t>demektir</a:t>
            </a:r>
            <a:r>
              <a:rPr lang="en-US" dirty="0"/>
              <a:t>.</a:t>
            </a:r>
          </a:p>
          <a:p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giriyorum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</a:t>
            </a:r>
          </a:p>
          <a:p>
            <a:endParaRPr lang="tr-TR" dirty="0"/>
          </a:p>
          <a:p>
            <a:endParaRPr lang="tr-TR" dirty="0"/>
          </a:p>
          <a:p>
            <a:r>
              <a:rPr lang="en-US" b="1" dirty="0"/>
              <a:t>Bi – İlahi </a:t>
            </a:r>
            <a:r>
              <a:rPr lang="en-US" b="1" dirty="0" err="1"/>
              <a:t>Olanla</a:t>
            </a:r>
            <a:r>
              <a:rPr lang="en-US" b="1" dirty="0"/>
              <a:t> </a:t>
            </a:r>
            <a:r>
              <a:rPr lang="en-US" b="1" dirty="0" err="1"/>
              <a:t>Beraberlik</a:t>
            </a:r>
            <a:endParaRPr lang="tr-TR" b="1" dirty="0"/>
          </a:p>
          <a:p>
            <a:endParaRPr lang="tr-TR" b="1" dirty="0"/>
          </a:p>
          <a:p>
            <a:r>
              <a:rPr lang="en-US" dirty="0"/>
              <a:t>“Bi”, </a:t>
            </a:r>
            <a:r>
              <a:rPr lang="en-US" dirty="0" err="1"/>
              <a:t>sadece</a:t>
            </a:r>
            <a:r>
              <a:rPr lang="en-US" dirty="0"/>
              <a:t> “</a:t>
            </a:r>
            <a:r>
              <a:rPr lang="en-US" dirty="0" err="1"/>
              <a:t>ile</a:t>
            </a:r>
            <a:r>
              <a:rPr lang="en-US" dirty="0"/>
              <a:t>”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gelmez</a:t>
            </a:r>
            <a:r>
              <a:rPr lang="en-US" dirty="0"/>
              <a:t>.</a:t>
            </a:r>
          </a:p>
          <a:p>
            <a:r>
              <a:rPr lang="en-US" dirty="0"/>
              <a:t>O,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/>
              <a:t>kaynağın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geleni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r>
              <a:rPr lang="en-US" dirty="0"/>
              <a:t>Bir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olanla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yaptığını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yüzden</a:t>
            </a:r>
            <a:r>
              <a:rPr lang="en-US" dirty="0"/>
              <a:t>, “Bi” </a:t>
            </a:r>
            <a:r>
              <a:rPr lang="en-US" dirty="0" err="1"/>
              <a:t>diyorsan</a:t>
            </a:r>
            <a:r>
              <a:rPr lang="en-US" dirty="0"/>
              <a:t>,</a:t>
            </a:r>
          </a:p>
          <a:p>
            <a:r>
              <a:rPr lang="en-US" dirty="0"/>
              <a:t>“Ben ego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teslimiyetle</a:t>
            </a:r>
            <a:r>
              <a:rPr lang="en-US" dirty="0"/>
              <a:t> </a:t>
            </a:r>
            <a:r>
              <a:rPr lang="en-US" dirty="0" err="1"/>
              <a:t>başlıyorum</a:t>
            </a:r>
            <a:r>
              <a:rPr lang="en-US" dirty="0"/>
              <a:t>” </a:t>
            </a:r>
            <a:r>
              <a:rPr lang="en-US" dirty="0" err="1"/>
              <a:t>diyorsun</a:t>
            </a:r>
            <a:r>
              <a:rPr lang="en-US" dirty="0"/>
              <a:t>.</a:t>
            </a:r>
          </a:p>
          <a:p>
            <a:r>
              <a:rPr lang="en-US" dirty="0"/>
              <a:t>Yani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gücünden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güçten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çıkıyorsun</a:t>
            </a:r>
            <a:r>
              <a:rPr lang="en-US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625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C691135-CBBC-C3A8-D559-9AC0C1CE94E5}"/>
              </a:ext>
            </a:extLst>
          </p:cNvPr>
          <p:cNvSpPr txBox="1"/>
          <p:nvPr/>
        </p:nvSpPr>
        <p:spPr>
          <a:xfrm>
            <a:off x="0" y="1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İsmi</a:t>
            </a:r>
            <a:r>
              <a:rPr lang="en-US" sz="2800" b="1" dirty="0"/>
              <a:t> – </a:t>
            </a:r>
            <a:r>
              <a:rPr lang="en-US" sz="2800" b="1" dirty="0" err="1"/>
              <a:t>Kodun</a:t>
            </a:r>
            <a:r>
              <a:rPr lang="en-US" sz="2800" b="1" dirty="0"/>
              <a:t> </a:t>
            </a:r>
            <a:r>
              <a:rPr lang="en-US" sz="2800" b="1" dirty="0" err="1"/>
              <a:t>Açılış</a:t>
            </a:r>
            <a:endParaRPr lang="tr-TR" sz="28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14F18DD-C728-FA83-701C-4F5C47C60E06}"/>
              </a:ext>
            </a:extLst>
          </p:cNvPr>
          <p:cNvSpPr txBox="1"/>
          <p:nvPr/>
        </p:nvSpPr>
        <p:spPr>
          <a:xfrm>
            <a:off x="0" y="1266939"/>
            <a:ext cx="6858000" cy="1071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</a:t>
            </a:r>
            <a:r>
              <a:rPr lang="en-US" sz="2400" dirty="0" err="1"/>
              <a:t>İsim</a:t>
            </a:r>
            <a:r>
              <a:rPr lang="en-US" sz="2400" dirty="0"/>
              <a:t>”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kelimeden</a:t>
            </a:r>
            <a:r>
              <a:rPr lang="en-US" sz="2400" dirty="0"/>
              <a:t> </a:t>
            </a:r>
            <a:r>
              <a:rPr lang="en-US" sz="2400" dirty="0" err="1"/>
              <a:t>ibaret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İsim</a:t>
            </a:r>
            <a:r>
              <a:rPr lang="en-US" sz="2400" dirty="0"/>
              <a:t>, </a:t>
            </a:r>
            <a:r>
              <a:rPr lang="en-US" sz="2400" dirty="0" err="1"/>
              <a:t>titreşimdir</a:t>
            </a:r>
            <a:r>
              <a:rPr lang="en-US" sz="2400" dirty="0"/>
              <a:t>.</a:t>
            </a:r>
          </a:p>
          <a:p>
            <a:r>
              <a:rPr lang="en-US" sz="2400" dirty="0"/>
              <a:t>Her </a:t>
            </a:r>
            <a:r>
              <a:rPr lang="en-US" sz="2400" dirty="0" err="1"/>
              <a:t>ismin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ismiyle</a:t>
            </a:r>
            <a:r>
              <a:rPr lang="en-US" sz="2400" dirty="0"/>
              <a:t> </a:t>
            </a:r>
            <a:r>
              <a:rPr lang="en-US" sz="2400" dirty="0" err="1"/>
              <a:t>başlamak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yaratımına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yüklemek</a:t>
            </a:r>
            <a:r>
              <a:rPr lang="en-US" sz="2400" dirty="0"/>
              <a:t> </a:t>
            </a:r>
            <a:r>
              <a:rPr lang="en-US" sz="2400" dirty="0" err="1"/>
              <a:t>gibidir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Evrende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isimle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bilinçte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anlam</a:t>
            </a:r>
            <a:r>
              <a:rPr lang="en-US" sz="2400" dirty="0"/>
              <a:t> </a:t>
            </a:r>
            <a:r>
              <a:rPr lang="en-US" sz="2400" dirty="0" err="1"/>
              <a:t>kazanır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yaratımın</a:t>
            </a:r>
            <a:r>
              <a:rPr lang="en-US" sz="2400" dirty="0"/>
              <a:t> da,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bilinçte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</a:t>
            </a:r>
          </a:p>
          <a:p>
            <a:r>
              <a:rPr lang="en-US" sz="2400" dirty="0"/>
              <a:t>O </a:t>
            </a:r>
            <a:r>
              <a:rPr lang="en-US" sz="2400" dirty="0" err="1"/>
              <a:t>yüzden</a:t>
            </a:r>
            <a:r>
              <a:rPr lang="en-US" sz="2400" dirty="0"/>
              <a:t> “</a:t>
            </a:r>
            <a:r>
              <a:rPr lang="en-US" sz="2400" dirty="0" err="1"/>
              <a:t>isimle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, “</a:t>
            </a:r>
            <a:r>
              <a:rPr lang="en-US" sz="2400" dirty="0" err="1"/>
              <a:t>bilinçle</a:t>
            </a:r>
            <a:r>
              <a:rPr lang="en-US" sz="2400" dirty="0"/>
              <a:t>” </a:t>
            </a:r>
            <a:r>
              <a:rPr lang="en-US" sz="2400" dirty="0" err="1"/>
              <a:t>demektir</a:t>
            </a:r>
            <a:r>
              <a:rPr lang="en-US" sz="2400" dirty="0"/>
              <a:t>.</a:t>
            </a:r>
          </a:p>
          <a:p>
            <a:endParaRPr lang="tr-TR" sz="2400" dirty="0"/>
          </a:p>
          <a:p>
            <a:r>
              <a:rPr lang="en-US" sz="2400" b="1" dirty="0"/>
              <a:t>Allah – </a:t>
            </a:r>
            <a:r>
              <a:rPr lang="en-US" sz="2400" b="1" dirty="0" err="1"/>
              <a:t>Kaynağın</a:t>
            </a:r>
            <a:r>
              <a:rPr lang="en-US" sz="2400" b="1" dirty="0"/>
              <a:t> </a:t>
            </a:r>
            <a:r>
              <a:rPr lang="en-US" sz="2400" b="1" dirty="0" err="1"/>
              <a:t>Titreşen</a:t>
            </a:r>
            <a:r>
              <a:rPr lang="en-US" sz="2400" b="1" dirty="0"/>
              <a:t> </a:t>
            </a:r>
            <a:r>
              <a:rPr lang="en-US" sz="2400" b="1" dirty="0" err="1"/>
              <a:t>Bilinci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Bu </a:t>
            </a:r>
            <a:r>
              <a:rPr lang="en-US" sz="2400" dirty="0" err="1"/>
              <a:t>kitapta</a:t>
            </a:r>
            <a:r>
              <a:rPr lang="en-US" sz="2400" dirty="0"/>
              <a:t>, “Allah” </a:t>
            </a:r>
            <a:r>
              <a:rPr lang="en-US" sz="2400" dirty="0" err="1"/>
              <a:t>ismi</a:t>
            </a:r>
            <a:endParaRPr lang="en-US" sz="2400" dirty="0"/>
          </a:p>
          <a:p>
            <a:r>
              <a:rPr lang="en-US" sz="2400" dirty="0" err="1"/>
              <a:t>dışta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varlık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/>
              <a:t>her </a:t>
            </a:r>
            <a:r>
              <a:rPr lang="en-US" sz="2400" dirty="0" err="1"/>
              <a:t>şeyin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saf</a:t>
            </a:r>
            <a:r>
              <a:rPr lang="en-US" sz="2400" dirty="0"/>
              <a:t> </a:t>
            </a:r>
            <a:r>
              <a:rPr lang="en-US" sz="2400" dirty="0" err="1"/>
              <a:t>yaratıcı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okunacaktır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Allah,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kalbindeki</a:t>
            </a:r>
            <a:r>
              <a:rPr lang="en-US" sz="2400" dirty="0"/>
              <a:t> “</a:t>
            </a:r>
            <a:r>
              <a:rPr lang="en-US" sz="2400" dirty="0" err="1"/>
              <a:t>bilen</a:t>
            </a:r>
            <a:r>
              <a:rPr lang="en-US" sz="2400" dirty="0"/>
              <a:t>”,</a:t>
            </a:r>
          </a:p>
          <a:p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sezgilerindeki</a:t>
            </a:r>
            <a:r>
              <a:rPr lang="en-US" sz="2400" dirty="0"/>
              <a:t> “</a:t>
            </a:r>
            <a:r>
              <a:rPr lang="en-US" sz="2400" dirty="0" err="1"/>
              <a:t>duyan</a:t>
            </a:r>
            <a:r>
              <a:rPr lang="en-US" sz="2400" dirty="0"/>
              <a:t>”,</a:t>
            </a:r>
          </a:p>
          <a:p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yaratımındaki</a:t>
            </a:r>
            <a:r>
              <a:rPr lang="en-US" sz="2400" dirty="0"/>
              <a:t> “</a:t>
            </a:r>
            <a:r>
              <a:rPr lang="en-US" sz="2400" dirty="0" err="1"/>
              <a:t>oluşturan</a:t>
            </a:r>
            <a:r>
              <a:rPr lang="en-US" sz="2400" dirty="0"/>
              <a:t>” </a:t>
            </a:r>
            <a:r>
              <a:rPr lang="en-US" sz="2400" dirty="0" err="1"/>
              <a:t>enerjidir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Sen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adıyla</a:t>
            </a:r>
            <a:r>
              <a:rPr lang="en-US" sz="2400" dirty="0"/>
              <a:t> </a:t>
            </a:r>
            <a:r>
              <a:rPr lang="en-US" sz="2400" dirty="0" err="1"/>
              <a:t>başlarken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yaratıcı</a:t>
            </a:r>
            <a:r>
              <a:rPr lang="en-US" sz="2400" dirty="0"/>
              <a:t> </a:t>
            </a:r>
            <a:r>
              <a:rPr lang="en-US" sz="2400" dirty="0" err="1"/>
              <a:t>özü</a:t>
            </a:r>
            <a:r>
              <a:rPr lang="en-US" sz="2400" dirty="0"/>
              <a:t> </a:t>
            </a:r>
            <a:r>
              <a:rPr lang="en-US" sz="2400" dirty="0" err="1"/>
              <a:t>aktive</a:t>
            </a:r>
            <a:r>
              <a:rPr lang="en-US" sz="2400" dirty="0"/>
              <a:t> </a:t>
            </a:r>
            <a:r>
              <a:rPr lang="en-US" sz="2400" dirty="0" err="1"/>
              <a:t>ediyorsun</a:t>
            </a:r>
            <a:r>
              <a:rPr lang="en-US" sz="2400" dirty="0"/>
              <a:t>.</a:t>
            </a:r>
          </a:p>
          <a:p>
            <a:r>
              <a:rPr lang="en-US" sz="2400" dirty="0"/>
              <a:t>O </a:t>
            </a:r>
            <a:r>
              <a:rPr lang="en-US" sz="2400" dirty="0" err="1"/>
              <a:t>yüzden</a:t>
            </a:r>
            <a:r>
              <a:rPr lang="en-US" sz="2400" dirty="0"/>
              <a:t> “Bismillah” </a:t>
            </a:r>
            <a:r>
              <a:rPr lang="en-US" sz="2400" dirty="0" err="1"/>
              <a:t>demek</a:t>
            </a:r>
            <a:r>
              <a:rPr lang="en-US" sz="2400" dirty="0"/>
              <a:t>,</a:t>
            </a:r>
          </a:p>
          <a:p>
            <a:r>
              <a:rPr lang="en-US" sz="2400" dirty="0"/>
              <a:t>“Ben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içimdeki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gücü</a:t>
            </a:r>
            <a:r>
              <a:rPr lang="en-US" sz="2400" dirty="0"/>
              <a:t> </a:t>
            </a:r>
            <a:r>
              <a:rPr lang="en-US" sz="2400" dirty="0" err="1"/>
              <a:t>hatırlıyorum</a:t>
            </a:r>
            <a:r>
              <a:rPr lang="en-US" sz="2400" dirty="0"/>
              <a:t>” </a:t>
            </a:r>
            <a:r>
              <a:rPr lang="en-US" sz="2400" dirty="0" err="1"/>
              <a:t>demektir</a:t>
            </a:r>
            <a:r>
              <a:rPr lang="en-US" sz="24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434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941A86C-8332-1107-FF66-BD29C35E2DA1}"/>
              </a:ext>
            </a:extLst>
          </p:cNvPr>
          <p:cNvSpPr txBox="1"/>
          <p:nvPr/>
        </p:nvSpPr>
        <p:spPr>
          <a:xfrm>
            <a:off x="-65313" y="99151"/>
            <a:ext cx="69233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Rahmân</a:t>
            </a:r>
            <a:r>
              <a:rPr lang="en-US" sz="2800" b="1" dirty="0"/>
              <a:t> – </a:t>
            </a:r>
            <a:r>
              <a:rPr lang="en-US" sz="2800" b="1" dirty="0" err="1"/>
              <a:t>Herkesi</a:t>
            </a:r>
            <a:r>
              <a:rPr lang="en-US" sz="2800" b="1" dirty="0"/>
              <a:t> Saran Koşulsuz Sevgi</a:t>
            </a:r>
            <a:endParaRPr lang="tr-TR" sz="28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BDF122F-A6D0-0A2C-F1B9-CFCBCAEC3766}"/>
              </a:ext>
            </a:extLst>
          </p:cNvPr>
          <p:cNvSpPr txBox="1"/>
          <p:nvPr/>
        </p:nvSpPr>
        <p:spPr>
          <a:xfrm>
            <a:off x="0" y="1498294"/>
            <a:ext cx="6858000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Rahmân</a:t>
            </a:r>
            <a:r>
              <a:rPr lang="en-US" sz="2400" dirty="0"/>
              <a:t>, </a:t>
            </a:r>
            <a:r>
              <a:rPr lang="en-US" sz="2400" dirty="0" err="1"/>
              <a:t>ayırt</a:t>
            </a:r>
            <a:r>
              <a:rPr lang="en-US" sz="2400" dirty="0"/>
              <a:t> </a:t>
            </a:r>
            <a:r>
              <a:rPr lang="en-US" sz="2400" dirty="0" err="1"/>
              <a:t>etmeyen</a:t>
            </a:r>
            <a:r>
              <a:rPr lang="en-US" sz="2400" dirty="0"/>
              <a:t> </a:t>
            </a:r>
            <a:r>
              <a:rPr lang="en-US" sz="2400" dirty="0" err="1"/>
              <a:t>rahmettir.İnananı</a:t>
            </a:r>
            <a:r>
              <a:rPr lang="en-US" sz="2400" dirty="0"/>
              <a:t> da </a:t>
            </a:r>
            <a:r>
              <a:rPr lang="en-US" sz="2400" dirty="0" err="1"/>
              <a:t>kapsar</a:t>
            </a:r>
            <a:r>
              <a:rPr lang="en-US" sz="2400" dirty="0"/>
              <a:t>, </a:t>
            </a:r>
            <a:r>
              <a:rPr lang="en-US" sz="2400" dirty="0" err="1"/>
              <a:t>inanmayanı</a:t>
            </a:r>
            <a:r>
              <a:rPr lang="en-US" sz="2400" dirty="0"/>
              <a:t> </a:t>
            </a:r>
            <a:r>
              <a:rPr lang="en-US" sz="2400" dirty="0" err="1"/>
              <a:t>da.Görüneni</a:t>
            </a:r>
            <a:r>
              <a:rPr lang="en-US" sz="2400" dirty="0"/>
              <a:t> de sever, </a:t>
            </a:r>
            <a:r>
              <a:rPr lang="en-US" sz="2400" dirty="0" err="1"/>
              <a:t>gizleneni</a:t>
            </a:r>
            <a:r>
              <a:rPr lang="en-US" sz="2400" dirty="0"/>
              <a:t> de.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yüzden</a:t>
            </a:r>
            <a:r>
              <a:rPr lang="en-US" sz="2400" dirty="0"/>
              <a:t> Bismillah </a:t>
            </a:r>
            <a:r>
              <a:rPr lang="en-US" sz="2400" dirty="0" err="1"/>
              <a:t>demek</a:t>
            </a:r>
            <a:r>
              <a:rPr lang="en-US" sz="2400" dirty="0"/>
              <a:t>,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Yarattığım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sevgiyle</a:t>
            </a:r>
            <a:r>
              <a:rPr lang="en-US" sz="2400" dirty="0"/>
              <a:t> </a:t>
            </a:r>
            <a:r>
              <a:rPr lang="en-US" sz="2400" dirty="0" err="1"/>
              <a:t>sarılsın</a:t>
            </a:r>
            <a:r>
              <a:rPr lang="en-US" sz="2400" dirty="0"/>
              <a:t>” </a:t>
            </a:r>
            <a:r>
              <a:rPr lang="en-US" sz="2400" dirty="0" err="1"/>
              <a:t>demektir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Rahmân</a:t>
            </a:r>
            <a:r>
              <a:rPr lang="en-US" sz="2400" dirty="0"/>
              <a:t>, </a:t>
            </a:r>
            <a:r>
              <a:rPr lang="en-US" sz="2400" dirty="0" err="1"/>
              <a:t>yaratımı</a:t>
            </a:r>
            <a:r>
              <a:rPr lang="en-US" sz="2400" dirty="0"/>
              <a:t> </a:t>
            </a:r>
            <a:r>
              <a:rPr lang="en-US" sz="2400" dirty="0" err="1"/>
              <a:t>ayakta</a:t>
            </a:r>
            <a:r>
              <a:rPr lang="en-US" sz="2400" dirty="0"/>
              <a:t> </a:t>
            </a:r>
            <a:r>
              <a:rPr lang="en-US" sz="2400" dirty="0" err="1"/>
              <a:t>tutan</a:t>
            </a:r>
            <a:r>
              <a:rPr lang="en-US" sz="2400" dirty="0"/>
              <a:t> ana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alanıdır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Rahîm</a:t>
            </a:r>
            <a:r>
              <a:rPr lang="en-US" sz="2400" b="1" dirty="0"/>
              <a:t> – </a:t>
            </a:r>
            <a:r>
              <a:rPr lang="en-US" sz="2400" b="1" dirty="0" err="1"/>
              <a:t>Derinliğe</a:t>
            </a:r>
            <a:r>
              <a:rPr lang="en-US" sz="2400" b="1" dirty="0"/>
              <a:t> </a:t>
            </a:r>
            <a:r>
              <a:rPr lang="en-US" sz="2400" b="1" dirty="0" err="1"/>
              <a:t>İnmiş</a:t>
            </a:r>
            <a:r>
              <a:rPr lang="en-US" sz="2400" b="1" dirty="0"/>
              <a:t> </a:t>
            </a:r>
            <a:r>
              <a:rPr lang="en-US" sz="2400" b="1" dirty="0" err="1"/>
              <a:t>Şifa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 err="1"/>
              <a:t>Rahîm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içrek</a:t>
            </a:r>
            <a:r>
              <a:rPr lang="en-US" sz="2400" dirty="0"/>
              <a:t>,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özel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sevgi</a:t>
            </a:r>
            <a:r>
              <a:rPr lang="en-US" sz="2400" dirty="0"/>
              <a:t> </a:t>
            </a:r>
            <a:r>
              <a:rPr lang="en-US" sz="2400" dirty="0" err="1"/>
              <a:t>halidir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Kalbinin</a:t>
            </a:r>
            <a:r>
              <a:rPr lang="en-US" sz="2400" dirty="0"/>
              <a:t> </a:t>
            </a:r>
            <a:r>
              <a:rPr lang="en-US" sz="2400" dirty="0" err="1"/>
              <a:t>karanlık</a:t>
            </a:r>
            <a:r>
              <a:rPr lang="en-US" sz="2400" dirty="0"/>
              <a:t> </a:t>
            </a:r>
            <a:r>
              <a:rPr lang="en-US" sz="2400" dirty="0" err="1"/>
              <a:t>köşelerine</a:t>
            </a:r>
            <a:r>
              <a:rPr lang="en-US" sz="2400" dirty="0"/>
              <a:t> </a:t>
            </a:r>
            <a:r>
              <a:rPr lang="en-US" sz="2400" dirty="0" err="1"/>
              <a:t>dokunan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senin</a:t>
            </a:r>
            <a:r>
              <a:rPr lang="en-US" sz="2400" dirty="0"/>
              <a:t> bile </a:t>
            </a:r>
            <a:r>
              <a:rPr lang="en-US" sz="2400" dirty="0" err="1"/>
              <a:t>unuttuğun</a:t>
            </a:r>
            <a:r>
              <a:rPr lang="en-US" sz="2400" dirty="0"/>
              <a:t> </a:t>
            </a:r>
            <a:r>
              <a:rPr lang="en-US" sz="2400" dirty="0" err="1"/>
              <a:t>yaraları</a:t>
            </a:r>
            <a:r>
              <a:rPr lang="en-US" sz="2400" dirty="0"/>
              <a:t> saran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merhamettir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Rahîm</a:t>
            </a:r>
            <a:r>
              <a:rPr lang="en-US" sz="2400" dirty="0"/>
              <a:t>, </a:t>
            </a:r>
            <a:r>
              <a:rPr lang="en-US" sz="2400" dirty="0" err="1"/>
              <a:t>rahim</a:t>
            </a:r>
            <a:r>
              <a:rPr lang="en-US" sz="2400" dirty="0"/>
              <a:t> </a:t>
            </a:r>
            <a:r>
              <a:rPr lang="en-US" sz="2400" dirty="0" err="1"/>
              <a:t>kelimesiyle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köktendir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doğuş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yaratılış</a:t>
            </a:r>
            <a:r>
              <a:rPr lang="en-US" sz="2400" dirty="0"/>
              <a:t> </a:t>
            </a:r>
            <a:r>
              <a:rPr lang="en-US" sz="2400" dirty="0" err="1"/>
              <a:t>rahmidir</a:t>
            </a:r>
            <a:r>
              <a:rPr lang="en-US" sz="2400" dirty="0"/>
              <a:t>.</a:t>
            </a:r>
          </a:p>
          <a:p>
            <a:r>
              <a:rPr lang="en-US" sz="2400" dirty="0"/>
              <a:t>Sen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bilinçle</a:t>
            </a:r>
            <a:r>
              <a:rPr lang="en-US" sz="2400" dirty="0"/>
              <a:t> </a:t>
            </a:r>
            <a:r>
              <a:rPr lang="en-US" sz="2400" dirty="0" err="1"/>
              <a:t>başlarsan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yarattığın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doğurucu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şifalandırıcı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</a:t>
            </a:r>
          </a:p>
          <a:p>
            <a:endParaRPr lang="tr-TR" sz="2400" b="1" dirty="0"/>
          </a:p>
          <a:p>
            <a:r>
              <a:rPr lang="en-US" sz="2400" b="1" dirty="0" err="1"/>
              <a:t>Sonuç</a:t>
            </a:r>
            <a:r>
              <a:rPr lang="en-US" sz="2400" b="1" dirty="0"/>
              <a:t>: Bismillah </a:t>
            </a:r>
            <a:r>
              <a:rPr lang="en-US" sz="2400" b="1" dirty="0" err="1"/>
              <a:t>demek</a:t>
            </a:r>
            <a:r>
              <a:rPr lang="en-US" sz="2400" b="1" dirty="0"/>
              <a:t>…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Ben, </a:t>
            </a:r>
            <a:r>
              <a:rPr lang="en-US" sz="2400" dirty="0" err="1"/>
              <a:t>yaratımıma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frekansla</a:t>
            </a:r>
            <a:r>
              <a:rPr lang="en-US" sz="2400" dirty="0"/>
              <a:t> </a:t>
            </a:r>
            <a:r>
              <a:rPr lang="en-US" sz="2400" dirty="0" err="1"/>
              <a:t>başlıyorum</a:t>
            </a:r>
            <a:r>
              <a:rPr lang="en-US" sz="2400" dirty="0"/>
              <a:t>. </a:t>
            </a:r>
            <a:r>
              <a:rPr lang="en-US" sz="2400" dirty="0" err="1"/>
              <a:t>Kalbimdeki</a:t>
            </a:r>
            <a:r>
              <a:rPr lang="en-US" sz="2400" dirty="0"/>
              <a:t> </a:t>
            </a:r>
            <a:r>
              <a:rPr lang="en-US" sz="2400" dirty="0" err="1"/>
              <a:t>kaynakla</a:t>
            </a:r>
            <a:r>
              <a:rPr lang="en-US" sz="2400" dirty="0"/>
              <a:t> </a:t>
            </a:r>
            <a:r>
              <a:rPr lang="en-US" sz="2400" dirty="0" err="1"/>
              <a:t>birim</a:t>
            </a:r>
            <a:r>
              <a:rPr lang="en-US" sz="2400" dirty="0"/>
              <a:t>. </a:t>
            </a:r>
            <a:r>
              <a:rPr lang="en-US" sz="2400" dirty="0" err="1"/>
              <a:t>Benim</a:t>
            </a:r>
            <a:r>
              <a:rPr lang="en-US" sz="2400" dirty="0"/>
              <a:t> </a:t>
            </a:r>
            <a:r>
              <a:rPr lang="en-US" sz="2400" dirty="0" err="1"/>
              <a:t>sözüme</a:t>
            </a:r>
            <a:r>
              <a:rPr lang="en-US" sz="2400" dirty="0"/>
              <a:t>, </a:t>
            </a:r>
            <a:r>
              <a:rPr lang="en-US" sz="2400" dirty="0" err="1"/>
              <a:t>niyetime</a:t>
            </a:r>
            <a:r>
              <a:rPr lang="en-US" sz="2400" dirty="0"/>
              <a:t>, </a:t>
            </a:r>
            <a:r>
              <a:rPr lang="en-US" sz="2400" dirty="0" err="1"/>
              <a:t>dokunuşuma</a:t>
            </a:r>
            <a:r>
              <a:rPr lang="en-US" sz="2400" dirty="0"/>
              <a:t>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Rahmân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Rahîm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eşlik</a:t>
            </a:r>
            <a:r>
              <a:rPr lang="en-US" sz="2400" dirty="0"/>
              <a:t> </a:t>
            </a:r>
            <a:r>
              <a:rPr lang="en-US" sz="2400" dirty="0" err="1"/>
              <a:t>etsin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ben </a:t>
            </a:r>
            <a:r>
              <a:rPr lang="en-US" sz="2400" dirty="0" err="1"/>
              <a:t>hatırladım</a:t>
            </a:r>
            <a:r>
              <a:rPr lang="en-US" sz="2400" dirty="0"/>
              <a:t>: Her </a:t>
            </a:r>
            <a:r>
              <a:rPr lang="en-US" sz="2400" dirty="0" err="1"/>
              <a:t>yaratım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“</a:t>
            </a:r>
            <a:r>
              <a:rPr lang="en-US" sz="2400" dirty="0" err="1"/>
              <a:t>isim”le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… Ve o </a:t>
            </a:r>
            <a:r>
              <a:rPr lang="en-US" sz="2400" dirty="0" err="1"/>
              <a:t>isim</a:t>
            </a:r>
            <a:r>
              <a:rPr lang="en-US" sz="2400" dirty="0"/>
              <a:t>,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benim</a:t>
            </a:r>
            <a:r>
              <a:rPr lang="en-US" sz="2400" dirty="0"/>
              <a:t> </a:t>
            </a:r>
            <a:r>
              <a:rPr lang="en-US" sz="2400" dirty="0" err="1"/>
              <a:t>içimde</a:t>
            </a:r>
            <a:r>
              <a:rPr lang="en-US" sz="2400" dirty="0"/>
              <a:t> </a:t>
            </a:r>
            <a:r>
              <a:rPr lang="en-US" sz="2400" dirty="0" err="1"/>
              <a:t>konuşuyor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8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41B26CD-3001-B4DE-F2E4-5BF8E489FF1D}"/>
              </a:ext>
            </a:extLst>
          </p:cNvPr>
          <p:cNvSpPr txBox="1"/>
          <p:nvPr/>
        </p:nvSpPr>
        <p:spPr>
          <a:xfrm>
            <a:off x="0" y="47047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Fâtiha</a:t>
            </a:r>
            <a:r>
              <a:rPr lang="en-US" sz="2800" b="1" dirty="0"/>
              <a:t> – </a:t>
            </a:r>
            <a:r>
              <a:rPr lang="en-US" sz="2800" b="1" dirty="0" err="1"/>
              <a:t>Bilincin</a:t>
            </a:r>
            <a:r>
              <a:rPr lang="en-US" sz="2800" b="1" dirty="0"/>
              <a:t> </a:t>
            </a:r>
            <a:r>
              <a:rPr lang="en-US" sz="2800" b="1" dirty="0" err="1"/>
              <a:t>Kapısını</a:t>
            </a:r>
            <a:r>
              <a:rPr lang="en-US" sz="2800" b="1" dirty="0"/>
              <a:t> </a:t>
            </a:r>
            <a:r>
              <a:rPr lang="en-US" sz="2800" b="1" dirty="0" err="1"/>
              <a:t>Açan</a:t>
            </a:r>
            <a:r>
              <a:rPr lang="en-US" sz="2800" b="1" dirty="0"/>
              <a:t> Dua</a:t>
            </a:r>
            <a:endParaRPr lang="tr-TR" sz="28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065E465-8DC9-80C6-0D2D-7421F272BAAA}"/>
              </a:ext>
            </a:extLst>
          </p:cNvPr>
          <p:cNvSpPr txBox="1"/>
          <p:nvPr/>
        </p:nvSpPr>
        <p:spPr>
          <a:xfrm>
            <a:off x="0" y="1509312"/>
            <a:ext cx="6858000" cy="1040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“</a:t>
            </a:r>
            <a:r>
              <a:rPr lang="en-US" sz="2400" b="1" dirty="0" err="1"/>
              <a:t>Elhamdülillahi</a:t>
            </a:r>
            <a:r>
              <a:rPr lang="en-US" sz="2400" b="1" dirty="0"/>
              <a:t> </a:t>
            </a:r>
            <a:r>
              <a:rPr lang="en-US" sz="2400" b="1" dirty="0" err="1"/>
              <a:t>rabbil</a:t>
            </a:r>
            <a:r>
              <a:rPr lang="en-US" sz="2400" b="1" dirty="0"/>
              <a:t> </a:t>
            </a:r>
            <a:r>
              <a:rPr lang="en-US" sz="2400" b="1" dirty="0" err="1"/>
              <a:t>âlemin</a:t>
            </a:r>
            <a:r>
              <a:rPr lang="en-US" sz="2400" b="1" dirty="0"/>
              <a:t>”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Övgü</a:t>
            </a:r>
            <a:r>
              <a:rPr lang="en-US" sz="2400" dirty="0"/>
              <a:t>, </a:t>
            </a:r>
            <a:r>
              <a:rPr lang="en-US" sz="2400" dirty="0" err="1"/>
              <a:t>âlemlerin</a:t>
            </a:r>
            <a:r>
              <a:rPr lang="en-US" sz="2400" dirty="0"/>
              <a:t> Rabbi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mahsustur</a:t>
            </a:r>
            <a:r>
              <a:rPr lang="en-US" sz="2400" dirty="0"/>
              <a:t>.” </a:t>
            </a:r>
          </a:p>
          <a:p>
            <a:r>
              <a:rPr lang="en-US" sz="2400" dirty="0"/>
              <a:t>Ama biz </a:t>
            </a:r>
            <a:r>
              <a:rPr lang="en-US" sz="2400" dirty="0" err="1"/>
              <a:t>sembolle</a:t>
            </a:r>
            <a:r>
              <a:rPr lang="en-US" sz="2400" dirty="0"/>
              <a:t> </a:t>
            </a:r>
            <a:r>
              <a:rPr lang="en-US" sz="2400" dirty="0" err="1"/>
              <a:t>okuyorsak</a:t>
            </a:r>
            <a:r>
              <a:rPr lang="en-US" sz="2400" dirty="0"/>
              <a:t>:</a:t>
            </a:r>
          </a:p>
          <a:p>
            <a:r>
              <a:rPr lang="en-US" sz="2400" dirty="0"/>
              <a:t>“Hamd”, </a:t>
            </a:r>
            <a:r>
              <a:rPr lang="en-US" sz="2400" dirty="0" err="1"/>
              <a:t>saf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yükselişidir</a:t>
            </a:r>
            <a:r>
              <a:rPr lang="en-US" sz="2400" dirty="0"/>
              <a:t>.</a:t>
            </a:r>
          </a:p>
          <a:p>
            <a:r>
              <a:rPr lang="en-US" sz="2400" dirty="0"/>
              <a:t>Bir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överek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bilinçli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fark </a:t>
            </a:r>
            <a:r>
              <a:rPr lang="en-US" sz="2400" dirty="0" err="1"/>
              <a:t>ederek</a:t>
            </a:r>
            <a:r>
              <a:rPr lang="en-US" sz="2400" dirty="0"/>
              <a:t> </a:t>
            </a:r>
            <a:r>
              <a:rPr lang="en-US" sz="2400" dirty="0" err="1"/>
              <a:t>kutsarsın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Rabbil</a:t>
            </a:r>
            <a:r>
              <a:rPr lang="en-US" sz="2400" dirty="0"/>
              <a:t> </a:t>
            </a:r>
            <a:r>
              <a:rPr lang="en-US" sz="2400" dirty="0" err="1"/>
              <a:t>âlemin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yalnızca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Tanrı’dan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boyutların</a:t>
            </a:r>
            <a:r>
              <a:rPr lang="en-US" sz="2400" dirty="0"/>
              <a:t> </a:t>
            </a:r>
            <a:r>
              <a:rPr lang="en-US" sz="2400" dirty="0" err="1"/>
              <a:t>Rabbi’nden</a:t>
            </a:r>
            <a:r>
              <a:rPr lang="en-US" sz="2400" dirty="0"/>
              <a:t> </a:t>
            </a:r>
            <a:r>
              <a:rPr lang="en-US" sz="2400" dirty="0" err="1"/>
              <a:t>bahsetmektir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hâllerin</a:t>
            </a:r>
            <a:r>
              <a:rPr lang="en-US" sz="2400" dirty="0"/>
              <a:t> Rabbi:</a:t>
            </a:r>
          </a:p>
          <a:p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çocuk</a:t>
            </a:r>
            <a:r>
              <a:rPr lang="en-US" sz="2400" dirty="0"/>
              <a:t> da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bağlı</a:t>
            </a:r>
            <a:endParaRPr lang="en-US" sz="2400" dirty="0"/>
          </a:p>
          <a:p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gölge</a:t>
            </a:r>
            <a:r>
              <a:rPr lang="en-US" sz="2400" dirty="0"/>
              <a:t> de</a:t>
            </a:r>
          </a:p>
          <a:p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yıldız</a:t>
            </a:r>
            <a:r>
              <a:rPr lang="en-US" sz="2400" dirty="0"/>
              <a:t> da</a:t>
            </a:r>
          </a:p>
          <a:p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katmanların</a:t>
            </a:r>
            <a:r>
              <a:rPr lang="en-US" sz="2400" dirty="0"/>
              <a:t> Rabbi…</a:t>
            </a:r>
          </a:p>
          <a:p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biliyorsun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beden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âlemsin</a:t>
            </a:r>
            <a:r>
              <a:rPr lang="en-US" sz="2400" dirty="0"/>
              <a:t>.</a:t>
            </a:r>
          </a:p>
          <a:p>
            <a:r>
              <a:rPr lang="en-US" sz="2400" dirty="0"/>
              <a:t>Ve o </a:t>
            </a:r>
            <a:r>
              <a:rPr lang="en-US" sz="2400" dirty="0" err="1"/>
              <a:t>âlemlerin</a:t>
            </a:r>
            <a:r>
              <a:rPr lang="en-US" sz="2400" dirty="0"/>
              <a:t> Rabbi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içindedir</a:t>
            </a:r>
            <a:r>
              <a:rPr lang="en-US" sz="2400" dirty="0"/>
              <a:t>.</a:t>
            </a:r>
          </a:p>
          <a:p>
            <a:endParaRPr lang="tr-TR" sz="2400" dirty="0"/>
          </a:p>
          <a:p>
            <a:r>
              <a:rPr lang="en-US" sz="2400" b="1" dirty="0"/>
              <a:t>“Er-</a:t>
            </a:r>
            <a:r>
              <a:rPr lang="en-US" sz="2400" b="1" dirty="0" err="1"/>
              <a:t>Rahmânir</a:t>
            </a:r>
            <a:r>
              <a:rPr lang="en-US" sz="2400" b="1" dirty="0"/>
              <a:t>-</a:t>
            </a:r>
            <a:r>
              <a:rPr lang="en-US" sz="2400" b="1" dirty="0" err="1"/>
              <a:t>Rahîm</a:t>
            </a:r>
            <a:r>
              <a:rPr lang="en-US" sz="2400" b="1" dirty="0"/>
              <a:t>”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Sınırsız</a:t>
            </a:r>
            <a:r>
              <a:rPr lang="en-US" sz="2400" dirty="0"/>
              <a:t> </a:t>
            </a:r>
            <a:r>
              <a:rPr lang="en-US" sz="2400" dirty="0" err="1"/>
              <a:t>sevgi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şifanın</a:t>
            </a:r>
            <a:r>
              <a:rPr lang="en-US" sz="2400" dirty="0"/>
              <a:t> </a:t>
            </a:r>
            <a:r>
              <a:rPr lang="en-US" sz="2400" dirty="0" err="1"/>
              <a:t>tecellisi</a:t>
            </a:r>
            <a:r>
              <a:rPr lang="en-US" sz="2400" dirty="0"/>
              <a:t>” Bu </a:t>
            </a:r>
            <a:r>
              <a:rPr lang="en-US" sz="2400" dirty="0" err="1"/>
              <a:t>ifade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çözümlendi</a:t>
            </a:r>
            <a:r>
              <a:rPr lang="en-US" sz="2400" dirty="0"/>
              <a:t> ama </a:t>
            </a:r>
            <a:r>
              <a:rPr lang="en-US" sz="2400" dirty="0" err="1"/>
              <a:t>Fâtiha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sevginin</a:t>
            </a:r>
            <a:r>
              <a:rPr lang="en-US" sz="2400" dirty="0"/>
              <a:t> </a:t>
            </a:r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evrensel</a:t>
            </a:r>
            <a:r>
              <a:rPr lang="en-US" sz="2400" dirty="0"/>
              <a:t> </a:t>
            </a:r>
            <a:r>
              <a:rPr lang="en-US" sz="2400" dirty="0" err="1"/>
              <a:t>planlara</a:t>
            </a:r>
            <a:r>
              <a:rPr lang="en-US" sz="2400" dirty="0"/>
              <a:t> </a:t>
            </a:r>
            <a:r>
              <a:rPr lang="en-US" sz="2400" dirty="0" err="1"/>
              <a:t>yayıldığını</a:t>
            </a:r>
            <a:r>
              <a:rPr lang="en-US" sz="2400" dirty="0"/>
              <a:t> </a:t>
            </a:r>
            <a:r>
              <a:rPr lang="en-US" sz="2400" dirty="0" err="1"/>
              <a:t>ima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 Yani: “Ben, </a:t>
            </a:r>
            <a:r>
              <a:rPr lang="en-US" sz="2400" dirty="0" err="1"/>
              <a:t>sevginin</a:t>
            </a:r>
            <a:r>
              <a:rPr lang="en-US" sz="2400" dirty="0"/>
              <a:t> </a:t>
            </a:r>
            <a:r>
              <a:rPr lang="en-US" sz="2400" dirty="0" err="1"/>
              <a:t>mutlak</a:t>
            </a:r>
            <a:r>
              <a:rPr lang="en-US" sz="2400" dirty="0"/>
              <a:t> </a:t>
            </a:r>
            <a:r>
              <a:rPr lang="en-US" sz="2400" dirty="0" err="1"/>
              <a:t>olduğu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varoluş</a:t>
            </a:r>
            <a:r>
              <a:rPr lang="en-US" sz="2400" dirty="0"/>
              <a:t> </a:t>
            </a:r>
            <a:r>
              <a:rPr lang="en-US" sz="2400" dirty="0" err="1"/>
              <a:t>alanına</a:t>
            </a:r>
            <a:r>
              <a:rPr lang="en-US" sz="2400" dirty="0"/>
              <a:t> </a:t>
            </a:r>
            <a:r>
              <a:rPr lang="en-US" sz="2400" dirty="0" err="1"/>
              <a:t>girdim</a:t>
            </a:r>
            <a:r>
              <a:rPr lang="en-US" sz="2400" dirty="0"/>
              <a:t>.”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3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C7DC9E9-DE10-2059-517D-29EF222DE48A}"/>
              </a:ext>
            </a:extLst>
          </p:cNvPr>
          <p:cNvSpPr txBox="1"/>
          <p:nvPr/>
        </p:nvSpPr>
        <p:spPr>
          <a:xfrm>
            <a:off x="1714500" y="591405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”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4C158EE-216A-44B3-A4BB-AF060840CDF2}"/>
              </a:ext>
            </a:extLst>
          </p:cNvPr>
          <p:cNvSpPr txBox="1"/>
          <p:nvPr/>
        </p:nvSpPr>
        <p:spPr>
          <a:xfrm>
            <a:off x="0" y="-1"/>
            <a:ext cx="6858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“</a:t>
            </a:r>
            <a:r>
              <a:rPr lang="en-US" sz="2800" b="1" dirty="0" err="1"/>
              <a:t>Mâliki</a:t>
            </a:r>
            <a:r>
              <a:rPr lang="en-US" sz="2800" b="1" dirty="0"/>
              <a:t> </a:t>
            </a:r>
            <a:r>
              <a:rPr lang="en-US" sz="2800" b="1" dirty="0" err="1"/>
              <a:t>yevmiddîn</a:t>
            </a:r>
            <a:r>
              <a:rPr lang="tr-TR" sz="2800" b="1" dirty="0"/>
              <a:t>’’</a:t>
            </a:r>
            <a:endParaRPr lang="tr-TR" sz="28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0FEBE4C-0BAC-0A42-FE87-7C4BFFB75649}"/>
              </a:ext>
            </a:extLst>
          </p:cNvPr>
          <p:cNvSpPr txBox="1"/>
          <p:nvPr/>
        </p:nvSpPr>
        <p:spPr>
          <a:xfrm>
            <a:off x="0" y="1"/>
            <a:ext cx="6858000" cy="1218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“Din </a:t>
            </a:r>
            <a:r>
              <a:rPr lang="en-US" sz="2400" dirty="0" err="1"/>
              <a:t>gününün</a:t>
            </a:r>
            <a:r>
              <a:rPr lang="en-US" sz="2400" dirty="0"/>
              <a:t> </a:t>
            </a:r>
            <a:r>
              <a:rPr lang="en-US" sz="2400" dirty="0" err="1"/>
              <a:t>sahibidir</a:t>
            </a:r>
            <a:r>
              <a:rPr lang="en-US" sz="2400" dirty="0"/>
              <a:t>.” </a:t>
            </a:r>
            <a:r>
              <a:rPr lang="en-US" sz="2400" dirty="0" err="1"/>
              <a:t>Buradaki</a:t>
            </a:r>
            <a:r>
              <a:rPr lang="en-US" sz="2400" dirty="0"/>
              <a:t> “din </a:t>
            </a:r>
            <a:r>
              <a:rPr lang="en-US" sz="2400" dirty="0" err="1"/>
              <a:t>günü</a:t>
            </a:r>
            <a:r>
              <a:rPr lang="en-US" sz="2400" dirty="0"/>
              <a:t>”,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kıyamet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Her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dönüşümüdür</a:t>
            </a:r>
            <a:r>
              <a:rPr lang="en-US" sz="2400" dirty="0"/>
              <a:t>. Her “</a:t>
            </a:r>
            <a:r>
              <a:rPr lang="en-US" sz="2400" dirty="0" err="1"/>
              <a:t>uyanış</a:t>
            </a:r>
            <a:r>
              <a:rPr lang="en-US" sz="2400" dirty="0"/>
              <a:t> </a:t>
            </a:r>
            <a:r>
              <a:rPr lang="en-US" sz="2400" dirty="0" err="1"/>
              <a:t>anı</a:t>
            </a:r>
            <a:r>
              <a:rPr lang="en-US" sz="2400" dirty="0"/>
              <a:t>”, </a:t>
            </a:r>
            <a:r>
              <a:rPr lang="en-US" sz="2400" dirty="0" err="1"/>
              <a:t>bir</a:t>
            </a:r>
            <a:r>
              <a:rPr lang="en-US" sz="2400" dirty="0"/>
              <a:t> “din </a:t>
            </a:r>
            <a:r>
              <a:rPr lang="en-US" sz="2400" dirty="0" err="1"/>
              <a:t>günüdür</a:t>
            </a:r>
            <a:r>
              <a:rPr lang="en-US" sz="2400" dirty="0"/>
              <a:t>.” </a:t>
            </a:r>
            <a:r>
              <a:rPr lang="en-US" sz="2400" dirty="0" err="1"/>
              <a:t>Çünkü</a:t>
            </a:r>
            <a:r>
              <a:rPr lang="en-US" sz="2400" dirty="0"/>
              <a:t> o </a:t>
            </a:r>
            <a:r>
              <a:rPr lang="en-US" sz="2400" dirty="0" err="1"/>
              <a:t>anda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özün</a:t>
            </a:r>
            <a:r>
              <a:rPr lang="en-US" sz="2400" dirty="0"/>
              <a:t> </a:t>
            </a:r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sistemi</a:t>
            </a:r>
            <a:r>
              <a:rPr lang="en-US" sz="2400" dirty="0"/>
              <a:t> </a:t>
            </a:r>
            <a:r>
              <a:rPr lang="en-US" sz="2400" dirty="0" err="1"/>
              <a:t>ele</a:t>
            </a:r>
            <a:r>
              <a:rPr lang="en-US" sz="2400" dirty="0"/>
              <a:t> </a:t>
            </a:r>
            <a:r>
              <a:rPr lang="en-US" sz="2400" dirty="0" err="1"/>
              <a:t>geçirir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hesaplaşmadır</a:t>
            </a:r>
            <a:r>
              <a:rPr lang="en-US" sz="2400" dirty="0"/>
              <a:t>.</a:t>
            </a:r>
          </a:p>
          <a:p>
            <a:r>
              <a:rPr lang="en-US" sz="2400" dirty="0"/>
              <a:t>İlahi </a:t>
            </a:r>
            <a:r>
              <a:rPr lang="en-US" sz="2400" dirty="0" err="1"/>
              <a:t>adaletin</a:t>
            </a:r>
            <a:r>
              <a:rPr lang="en-US" sz="2400" dirty="0"/>
              <a:t> </a:t>
            </a:r>
            <a:r>
              <a:rPr lang="en-US" sz="2400" dirty="0" err="1"/>
              <a:t>bilinçte</a:t>
            </a:r>
            <a:r>
              <a:rPr lang="en-US" sz="2400" dirty="0"/>
              <a:t> </a:t>
            </a:r>
            <a:r>
              <a:rPr lang="en-US" sz="2400" dirty="0" err="1"/>
              <a:t>hissedildiği</a:t>
            </a:r>
            <a:r>
              <a:rPr lang="en-US" sz="2400" dirty="0"/>
              <a:t> </a:t>
            </a:r>
            <a:r>
              <a:rPr lang="en-US" sz="2400" dirty="0" err="1"/>
              <a:t>andır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biliyorsun</a:t>
            </a:r>
            <a:r>
              <a:rPr lang="en-US" sz="2400" dirty="0"/>
              <a:t>:</a:t>
            </a:r>
          </a:p>
          <a:p>
            <a:r>
              <a:rPr lang="en-US" sz="2400" dirty="0"/>
              <a:t>Her </a:t>
            </a:r>
            <a:r>
              <a:rPr lang="en-US" sz="2400" dirty="0" err="1"/>
              <a:t>seçim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kıyamettir</a:t>
            </a:r>
            <a:r>
              <a:rPr lang="en-US" sz="2400" dirty="0"/>
              <a:t>.</a:t>
            </a:r>
          </a:p>
          <a:p>
            <a:r>
              <a:rPr lang="en-US" sz="2400" dirty="0"/>
              <a:t>Her </a:t>
            </a:r>
            <a:r>
              <a:rPr lang="en-US" sz="2400" dirty="0" err="1"/>
              <a:t>karar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mahşer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her </a:t>
            </a:r>
            <a:r>
              <a:rPr lang="en-US" sz="2400" dirty="0" err="1"/>
              <a:t>anda</a:t>
            </a:r>
            <a:endParaRPr lang="en-US" sz="2400" dirty="0"/>
          </a:p>
          <a:p>
            <a:r>
              <a:rPr lang="en-US" sz="2400" dirty="0" err="1"/>
              <a:t>eski</a:t>
            </a:r>
            <a:r>
              <a:rPr lang="en-US" sz="2400" dirty="0"/>
              <a:t> ben </a:t>
            </a:r>
            <a:r>
              <a:rPr lang="en-US" sz="2400" dirty="0" err="1"/>
              <a:t>ölür</a:t>
            </a:r>
            <a:r>
              <a:rPr lang="en-US" sz="2400" dirty="0"/>
              <a:t>, yeni ben </a:t>
            </a:r>
            <a:r>
              <a:rPr lang="en-US" sz="2400" dirty="0" err="1"/>
              <a:t>doğar</a:t>
            </a:r>
            <a:r>
              <a:rPr lang="en-US" sz="2400" dirty="0"/>
              <a:t>.</a:t>
            </a:r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“</a:t>
            </a:r>
            <a:r>
              <a:rPr lang="en-US" sz="2400" b="1" dirty="0" err="1"/>
              <a:t>İyyâke</a:t>
            </a:r>
            <a:r>
              <a:rPr lang="en-US" sz="2400" b="1" dirty="0"/>
              <a:t> </a:t>
            </a:r>
            <a:r>
              <a:rPr lang="en-US" sz="2400" b="1" dirty="0" err="1"/>
              <a:t>na‘büdü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iyyâke</a:t>
            </a:r>
            <a:r>
              <a:rPr lang="en-US" sz="2400" b="1" dirty="0"/>
              <a:t> </a:t>
            </a:r>
            <a:r>
              <a:rPr lang="en-US" sz="2400" b="1" dirty="0" err="1"/>
              <a:t>neste‘în</a:t>
            </a:r>
            <a:r>
              <a:rPr lang="en-US" sz="2400" b="1" dirty="0"/>
              <a:t>”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Yalnız</a:t>
            </a:r>
            <a:r>
              <a:rPr lang="en-US" sz="2400" dirty="0"/>
              <a:t> sana </a:t>
            </a:r>
            <a:r>
              <a:rPr lang="en-US" sz="2400" dirty="0" err="1"/>
              <a:t>kulluk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, 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senden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dileriz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Buradaki</a:t>
            </a:r>
            <a:r>
              <a:rPr lang="en-US" sz="2400" dirty="0"/>
              <a:t> </a:t>
            </a:r>
            <a:r>
              <a:rPr lang="en-US" sz="2400" dirty="0" err="1"/>
              <a:t>kulluk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boyun</a:t>
            </a:r>
            <a:r>
              <a:rPr lang="en-US" sz="2400" dirty="0"/>
              <a:t> </a:t>
            </a:r>
            <a:r>
              <a:rPr lang="en-US" sz="2400" dirty="0" err="1"/>
              <a:t>eğmek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bağlantıya</a:t>
            </a:r>
            <a:r>
              <a:rPr lang="en-US" sz="2400" dirty="0"/>
              <a:t> </a:t>
            </a:r>
            <a:r>
              <a:rPr lang="en-US" sz="2400" dirty="0" err="1"/>
              <a:t>geçmektir</a:t>
            </a:r>
            <a:r>
              <a:rPr lang="en-US" sz="2400" dirty="0"/>
              <a:t>.</a:t>
            </a:r>
          </a:p>
          <a:p>
            <a:r>
              <a:rPr lang="en-US" sz="2400" dirty="0"/>
              <a:t>Sen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Tanrı’ya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yaratıcıya</a:t>
            </a:r>
            <a:r>
              <a:rPr lang="en-US" sz="2400" dirty="0"/>
              <a:t> </a:t>
            </a:r>
            <a:r>
              <a:rPr lang="en-US" sz="2400" dirty="0" err="1"/>
              <a:t>yöneliyorsun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denge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Na‘büdü</a:t>
            </a:r>
            <a:r>
              <a:rPr lang="en-US" sz="2400" dirty="0"/>
              <a:t> (</a:t>
            </a:r>
            <a:r>
              <a:rPr lang="en-US" sz="2400" dirty="0" err="1"/>
              <a:t>yakınlık</a:t>
            </a:r>
            <a:r>
              <a:rPr lang="en-US" sz="2400" dirty="0"/>
              <a:t>, </a:t>
            </a:r>
            <a:r>
              <a:rPr lang="en-US" sz="2400" dirty="0" err="1"/>
              <a:t>teslimiyet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Neste‘în</a:t>
            </a:r>
            <a:r>
              <a:rPr lang="en-US" sz="2400" dirty="0"/>
              <a:t> (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isteme</a:t>
            </a:r>
            <a:r>
              <a:rPr lang="en-US" sz="2400" dirty="0"/>
              <a:t>, </a:t>
            </a:r>
            <a:r>
              <a:rPr lang="en-US" sz="2400" dirty="0" err="1"/>
              <a:t>birliktelik</a:t>
            </a:r>
            <a:r>
              <a:rPr lang="en-US" sz="2400" dirty="0"/>
              <a:t>)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diyorsun</a:t>
            </a:r>
            <a:r>
              <a:rPr lang="en-US" sz="2400" dirty="0"/>
              <a:t> ki: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“Ben </a:t>
            </a:r>
            <a:r>
              <a:rPr lang="en-US" sz="2400" dirty="0" err="1"/>
              <a:t>seninle</a:t>
            </a:r>
            <a:r>
              <a:rPr lang="en-US" sz="2400" dirty="0"/>
              <a:t> </a:t>
            </a:r>
            <a:r>
              <a:rPr lang="en-US" sz="2400" dirty="0" err="1"/>
              <a:t>birim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birliğin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, </a:t>
            </a:r>
            <a:r>
              <a:rPr lang="en-US" sz="2400" dirty="0" err="1"/>
              <a:t>beni</a:t>
            </a:r>
            <a:r>
              <a:rPr lang="en-US" sz="2400" dirty="0"/>
              <a:t> </a:t>
            </a:r>
            <a:r>
              <a:rPr lang="en-US" sz="2400" dirty="0" err="1"/>
              <a:t>yönlendirmeni</a:t>
            </a:r>
            <a:r>
              <a:rPr lang="en-US" sz="2400" dirty="0"/>
              <a:t> </a:t>
            </a:r>
            <a:r>
              <a:rPr lang="en-US" sz="2400" dirty="0" err="1"/>
              <a:t>diliyorum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7838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967C855-A4C3-294D-1925-2E7E18A7E6B4}"/>
              </a:ext>
            </a:extLst>
          </p:cNvPr>
          <p:cNvSpPr txBox="1"/>
          <p:nvPr/>
        </p:nvSpPr>
        <p:spPr>
          <a:xfrm>
            <a:off x="0" y="0"/>
            <a:ext cx="6858000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İhdinas-sırâtal-mustakîm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“Bizi </a:t>
            </a:r>
            <a:r>
              <a:rPr lang="en-US" sz="2400" dirty="0" err="1"/>
              <a:t>doğru</a:t>
            </a:r>
            <a:r>
              <a:rPr lang="en-US" sz="2400" dirty="0"/>
              <a:t> </a:t>
            </a:r>
            <a:r>
              <a:rPr lang="en-US" sz="2400" dirty="0" err="1"/>
              <a:t>yola</a:t>
            </a:r>
            <a:r>
              <a:rPr lang="en-US" sz="2400" dirty="0"/>
              <a:t> </a:t>
            </a:r>
            <a:r>
              <a:rPr lang="en-US" sz="2400" dirty="0" err="1"/>
              <a:t>ilet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Ama </a:t>
            </a:r>
            <a:r>
              <a:rPr lang="en-US" sz="2400" dirty="0" err="1"/>
              <a:t>burada</a:t>
            </a:r>
            <a:r>
              <a:rPr lang="en-US" sz="2400" dirty="0"/>
              <a:t> “</a:t>
            </a:r>
            <a:r>
              <a:rPr lang="en-US" sz="2400" dirty="0" err="1"/>
              <a:t>doğru</a:t>
            </a:r>
            <a:r>
              <a:rPr lang="en-US" sz="2400" dirty="0"/>
              <a:t> </a:t>
            </a:r>
            <a:r>
              <a:rPr lang="en-US" sz="2400" dirty="0" err="1"/>
              <a:t>yol</a:t>
            </a:r>
            <a:r>
              <a:rPr lang="en-US" sz="2400" dirty="0"/>
              <a:t>”,</a:t>
            </a:r>
          </a:p>
          <a:p>
            <a:r>
              <a:rPr lang="en-US" sz="2400" dirty="0" err="1"/>
              <a:t>toplumsal</a:t>
            </a:r>
            <a:r>
              <a:rPr lang="en-US" sz="2400" dirty="0"/>
              <a:t> </a:t>
            </a:r>
            <a:r>
              <a:rPr lang="en-US" sz="2400" dirty="0" err="1"/>
              <a:t>ahlak</a:t>
            </a:r>
            <a:r>
              <a:rPr lang="en-US" sz="2400" dirty="0"/>
              <a:t> </a:t>
            </a:r>
            <a:r>
              <a:rPr lang="en-US" sz="2400" dirty="0" err="1"/>
              <a:t>kuralları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yaratılmış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özel</a:t>
            </a:r>
            <a:r>
              <a:rPr lang="en-US" sz="2400" dirty="0"/>
              <a:t> </a:t>
            </a:r>
            <a:r>
              <a:rPr lang="en-US" sz="2400" dirty="0" err="1"/>
              <a:t>yol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Sırat</a:t>
            </a:r>
            <a:r>
              <a:rPr lang="en-US" sz="2400" dirty="0"/>
              <a:t>”: </a:t>
            </a:r>
            <a:r>
              <a:rPr lang="en-US" sz="2400" dirty="0" err="1"/>
              <a:t>ince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çizgi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Mustakîm</a:t>
            </a:r>
            <a:r>
              <a:rPr lang="en-US" sz="2400" dirty="0"/>
              <a:t>”: </a:t>
            </a:r>
            <a:r>
              <a:rPr lang="en-US" sz="2400" dirty="0" err="1"/>
              <a:t>dimdik</a:t>
            </a:r>
            <a:r>
              <a:rPr lang="en-US" sz="2400" dirty="0"/>
              <a:t>, net, </a:t>
            </a:r>
            <a:r>
              <a:rPr lang="en-US" sz="2400" dirty="0" err="1"/>
              <a:t>sapmadan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Sen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diyorsun</a:t>
            </a:r>
            <a:r>
              <a:rPr lang="en-US" sz="2400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“Ey </a:t>
            </a:r>
            <a:r>
              <a:rPr lang="en-US" sz="2400" dirty="0" err="1"/>
              <a:t>içimdeki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zeka</a:t>
            </a:r>
            <a:r>
              <a:rPr lang="en-US" sz="2400" dirty="0"/>
              <a:t>… Beni </a:t>
            </a:r>
            <a:r>
              <a:rPr lang="en-US" sz="2400" dirty="0" err="1"/>
              <a:t>kendime</a:t>
            </a:r>
            <a:r>
              <a:rPr lang="en-US" sz="2400" dirty="0"/>
              <a:t> </a:t>
            </a:r>
            <a:r>
              <a:rPr lang="en-US" sz="2400" dirty="0" err="1"/>
              <a:t>ait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yola</a:t>
            </a:r>
            <a:r>
              <a:rPr lang="en-US" sz="2400" dirty="0"/>
              <a:t> </a:t>
            </a:r>
            <a:r>
              <a:rPr lang="en-US" sz="2400" dirty="0" err="1"/>
              <a:t>yönlendir</a:t>
            </a:r>
            <a:r>
              <a:rPr lang="en-US" sz="2400" dirty="0"/>
              <a:t>. </a:t>
            </a:r>
            <a:r>
              <a:rPr lang="en-US" sz="2400" dirty="0" err="1"/>
              <a:t>Sapmadan</a:t>
            </a:r>
            <a:r>
              <a:rPr lang="en-US" sz="2400" dirty="0"/>
              <a:t>, </a:t>
            </a:r>
            <a:r>
              <a:rPr lang="en-US" sz="2400" dirty="0" err="1"/>
              <a:t>korkmadan</a:t>
            </a:r>
            <a:r>
              <a:rPr lang="en-US" sz="2400" dirty="0"/>
              <a:t>, </a:t>
            </a:r>
            <a:r>
              <a:rPr lang="en-US" sz="2400" dirty="0" err="1"/>
              <a:t>unutmadan</a:t>
            </a:r>
            <a:r>
              <a:rPr lang="en-US" sz="2400" dirty="0"/>
              <a:t>…” 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öz</a:t>
            </a:r>
            <a:r>
              <a:rPr lang="en-US" sz="2400" dirty="0"/>
              <a:t> </a:t>
            </a:r>
            <a:r>
              <a:rPr lang="en-US" sz="2400" dirty="0" err="1"/>
              <a:t>benliğe</a:t>
            </a:r>
            <a:r>
              <a:rPr lang="en-US" sz="2400" dirty="0"/>
              <a:t> </a:t>
            </a:r>
            <a:r>
              <a:rPr lang="en-US" sz="2400" dirty="0" err="1"/>
              <a:t>dönüş</a:t>
            </a:r>
            <a:r>
              <a:rPr lang="en-US" sz="2400" dirty="0"/>
              <a:t> </a:t>
            </a:r>
            <a:r>
              <a:rPr lang="en-US" sz="2400" dirty="0" err="1"/>
              <a:t>çağrısıdır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sz="2400" b="1" dirty="0"/>
          </a:p>
          <a:p>
            <a:r>
              <a:rPr lang="en-US" sz="2400" b="1" dirty="0" err="1"/>
              <a:t>Sırâtallezîne</a:t>
            </a:r>
            <a:r>
              <a:rPr lang="en-US" sz="2400" b="1" dirty="0"/>
              <a:t> </a:t>
            </a:r>
            <a:r>
              <a:rPr lang="en-US" sz="2400" b="1" dirty="0" err="1"/>
              <a:t>en‘amte</a:t>
            </a:r>
            <a:r>
              <a:rPr lang="en-US" sz="2400" b="1" dirty="0"/>
              <a:t> </a:t>
            </a:r>
            <a:r>
              <a:rPr lang="en-US" sz="2400" b="1" dirty="0" err="1"/>
              <a:t>aleyhim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Kendilerine</a:t>
            </a:r>
            <a:r>
              <a:rPr lang="en-US" sz="2400" dirty="0"/>
              <a:t> </a:t>
            </a:r>
            <a:r>
              <a:rPr lang="en-US" sz="2400" dirty="0" err="1"/>
              <a:t>nimet</a:t>
            </a:r>
            <a:r>
              <a:rPr lang="en-US" sz="2400" dirty="0"/>
              <a:t> </a:t>
            </a:r>
            <a:r>
              <a:rPr lang="en-US" sz="2400" dirty="0" err="1"/>
              <a:t>verdiklerinin</a:t>
            </a:r>
            <a:r>
              <a:rPr lang="en-US" sz="2400" dirty="0"/>
              <a:t> </a:t>
            </a:r>
            <a:r>
              <a:rPr lang="en-US" sz="2400" dirty="0" err="1"/>
              <a:t>yoluna</a:t>
            </a:r>
            <a:r>
              <a:rPr lang="en-US" sz="2400" dirty="0"/>
              <a:t>…” Bu </a:t>
            </a:r>
            <a:r>
              <a:rPr lang="en-US" sz="2400" dirty="0" err="1"/>
              <a:t>ayetle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diyorsun</a:t>
            </a:r>
            <a:r>
              <a:rPr lang="en-US" sz="2400" dirty="0"/>
              <a:t>:“Ben 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yürümek</a:t>
            </a:r>
            <a:r>
              <a:rPr lang="en-US" sz="2400" dirty="0"/>
              <a:t> </a:t>
            </a:r>
            <a:r>
              <a:rPr lang="en-US" sz="2400" dirty="0" err="1"/>
              <a:t>istemiyorum</a:t>
            </a:r>
            <a:r>
              <a:rPr lang="en-US" sz="2400" dirty="0"/>
              <a:t>. Ruh </a:t>
            </a:r>
            <a:r>
              <a:rPr lang="en-US" sz="2400" dirty="0" err="1"/>
              <a:t>ailesiyle</a:t>
            </a:r>
            <a:r>
              <a:rPr lang="en-US" sz="2400" dirty="0"/>
              <a:t>, </a:t>
            </a:r>
            <a:r>
              <a:rPr lang="en-US" sz="2400" dirty="0" err="1"/>
              <a:t>benim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hatırlayanlarla</a:t>
            </a:r>
            <a:r>
              <a:rPr lang="en-US" sz="2400" dirty="0"/>
              <a:t> </a:t>
            </a:r>
            <a:r>
              <a:rPr lang="en-US" sz="2400" dirty="0" err="1"/>
              <a:t>yürümek</a:t>
            </a:r>
            <a:r>
              <a:rPr lang="en-US" sz="2400" dirty="0"/>
              <a:t> </a:t>
            </a:r>
            <a:r>
              <a:rPr lang="en-US" sz="2400" dirty="0" err="1"/>
              <a:t>istiyorum</a:t>
            </a:r>
            <a:r>
              <a:rPr lang="en-US" sz="2400" dirty="0"/>
              <a:t>.” </a:t>
            </a:r>
            <a:endParaRPr lang="en-TR" sz="2400" dirty="0"/>
          </a:p>
          <a:p>
            <a:r>
              <a:rPr lang="en-US" sz="2400" b="1" dirty="0" err="1"/>
              <a:t>Ğayril</a:t>
            </a:r>
            <a:r>
              <a:rPr lang="en-US" sz="2400" b="1" dirty="0"/>
              <a:t> </a:t>
            </a:r>
            <a:r>
              <a:rPr lang="en-US" sz="2400" b="1" dirty="0" err="1"/>
              <a:t>mağdûbi</a:t>
            </a:r>
            <a:r>
              <a:rPr lang="en-US" sz="2400" b="1" dirty="0"/>
              <a:t> </a:t>
            </a:r>
            <a:r>
              <a:rPr lang="en-US" sz="2400" b="1" dirty="0" err="1"/>
              <a:t>aleyhim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leddâllîn</a:t>
            </a:r>
            <a:endParaRPr lang="tr-TR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Sapmışların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gazaba</a:t>
            </a:r>
            <a:r>
              <a:rPr lang="en-US" sz="2400" dirty="0"/>
              <a:t> </a:t>
            </a:r>
            <a:r>
              <a:rPr lang="en-US" sz="2400" dirty="0" err="1"/>
              <a:t>uğrayanların</a:t>
            </a:r>
            <a:r>
              <a:rPr lang="en-US" sz="2400" dirty="0"/>
              <a:t> </a:t>
            </a:r>
            <a:r>
              <a:rPr lang="en-US" sz="2400" dirty="0" err="1"/>
              <a:t>yoluna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Yani:</a:t>
            </a:r>
          </a:p>
          <a:p>
            <a:endParaRPr lang="en-US" sz="2400" dirty="0"/>
          </a:p>
          <a:p>
            <a:r>
              <a:rPr lang="en-US" sz="2400" dirty="0"/>
              <a:t>“Beni </a:t>
            </a:r>
            <a:r>
              <a:rPr lang="en-US" sz="2400" dirty="0" err="1"/>
              <a:t>unutanların</a:t>
            </a:r>
            <a:r>
              <a:rPr lang="en-US" sz="2400" dirty="0"/>
              <a:t> </a:t>
            </a:r>
            <a:r>
              <a:rPr lang="en-US" sz="2400" dirty="0" err="1"/>
              <a:t>yolundan</a:t>
            </a:r>
            <a:r>
              <a:rPr lang="en-US" sz="2400" dirty="0"/>
              <a:t> koru.” “Beni, ego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yürüyenlerden</a:t>
            </a:r>
            <a:r>
              <a:rPr lang="en-US" sz="2400" dirty="0"/>
              <a:t> </a:t>
            </a:r>
            <a:r>
              <a:rPr lang="en-US" sz="2400" dirty="0" err="1"/>
              <a:t>ayır</a:t>
            </a:r>
            <a:r>
              <a:rPr lang="en-US" sz="2400" dirty="0"/>
              <a:t>.” “Beni, </a:t>
            </a:r>
            <a:r>
              <a:rPr lang="en-US" sz="2400" dirty="0" err="1"/>
              <a:t>kendinden</a:t>
            </a:r>
            <a:r>
              <a:rPr lang="en-US" sz="2400" dirty="0"/>
              <a:t> </a:t>
            </a:r>
            <a:r>
              <a:rPr lang="en-US" sz="2400" dirty="0" err="1"/>
              <a:t>uzaklaşanların</a:t>
            </a:r>
            <a:r>
              <a:rPr lang="en-US" sz="2400" dirty="0"/>
              <a:t> </a:t>
            </a:r>
            <a:r>
              <a:rPr lang="en-US" sz="2400" dirty="0" err="1"/>
              <a:t>titreşiminden</a:t>
            </a:r>
            <a:r>
              <a:rPr lang="en-US" sz="2400" dirty="0"/>
              <a:t> </a:t>
            </a:r>
            <a:r>
              <a:rPr lang="en-US" sz="2400" dirty="0" err="1"/>
              <a:t>çıkar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09272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00D4E62-B9D6-21CD-D8EB-A5295437BDCB}"/>
              </a:ext>
            </a:extLst>
          </p:cNvPr>
          <p:cNvSpPr txBox="1"/>
          <p:nvPr/>
        </p:nvSpPr>
        <p:spPr>
          <a:xfrm>
            <a:off x="1551214" y="3543300"/>
            <a:ext cx="4180115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Fâtiha’nın</a:t>
            </a:r>
            <a:r>
              <a:rPr lang="en-US" sz="2800" b="1" dirty="0"/>
              <a:t> </a:t>
            </a:r>
            <a:r>
              <a:rPr lang="en-US" sz="2800" b="1" dirty="0" err="1"/>
              <a:t>Sembolü</a:t>
            </a:r>
            <a:r>
              <a:rPr lang="en-US" sz="2800" b="1" dirty="0"/>
              <a:t>:</a:t>
            </a:r>
            <a:endParaRPr lang="tr-TR" sz="2800" b="1" dirty="0"/>
          </a:p>
          <a:p>
            <a:endParaRPr lang="tr-TR" sz="2800" b="1" dirty="0"/>
          </a:p>
          <a:p>
            <a:r>
              <a:rPr lang="en-US" sz="2800" dirty="0" err="1"/>
              <a:t>Fâtiha</a:t>
            </a:r>
            <a:r>
              <a:rPr lang="en-US" sz="2800" dirty="0"/>
              <a:t>,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kapıdır</a:t>
            </a:r>
            <a:r>
              <a:rPr lang="en-US" sz="2800" dirty="0"/>
              <a:t>. </a:t>
            </a:r>
            <a:endParaRPr lang="tr-TR" sz="2800" dirty="0"/>
          </a:p>
          <a:p>
            <a:r>
              <a:rPr lang="en-US" sz="2800" dirty="0" err="1"/>
              <a:t>Açan</a:t>
            </a:r>
            <a:r>
              <a:rPr lang="en-US" sz="2800" dirty="0"/>
              <a:t>, </a:t>
            </a:r>
            <a:r>
              <a:rPr lang="en-US" sz="2800" dirty="0" err="1"/>
              <a:t>geçer</a:t>
            </a:r>
            <a:r>
              <a:rPr lang="en-US" sz="2800" dirty="0"/>
              <a:t>. </a:t>
            </a:r>
            <a:endParaRPr lang="tr-TR" sz="2800" dirty="0"/>
          </a:p>
          <a:p>
            <a:r>
              <a:rPr lang="en-US" sz="2800" dirty="0" err="1"/>
              <a:t>Okuyan</a:t>
            </a:r>
            <a:r>
              <a:rPr lang="en-US" sz="2800" dirty="0"/>
              <a:t>, </a:t>
            </a:r>
            <a:r>
              <a:rPr lang="en-US" sz="2800" dirty="0" err="1"/>
              <a:t>hatırlar</a:t>
            </a:r>
            <a:r>
              <a:rPr lang="en-US" sz="2800" dirty="0"/>
              <a:t>. </a:t>
            </a:r>
            <a:endParaRPr lang="tr-TR" sz="2800" dirty="0"/>
          </a:p>
          <a:p>
            <a:r>
              <a:rPr lang="en-US" sz="2800" dirty="0"/>
              <a:t>Ve </a:t>
            </a:r>
            <a:r>
              <a:rPr lang="en-US" sz="2800" dirty="0" err="1"/>
              <a:t>hatırlayan</a:t>
            </a:r>
            <a:r>
              <a:rPr lang="en-US" sz="2800" dirty="0"/>
              <a:t>… </a:t>
            </a:r>
            <a:endParaRPr lang="tr-TR" sz="2800" dirty="0"/>
          </a:p>
          <a:p>
            <a:r>
              <a:rPr lang="en-US" sz="2800" dirty="0" err="1"/>
              <a:t>Artık</a:t>
            </a:r>
            <a:r>
              <a:rPr lang="en-US" sz="2800" dirty="0"/>
              <a:t> </a:t>
            </a:r>
            <a:r>
              <a:rPr lang="en-US" sz="2800" dirty="0" err="1"/>
              <a:t>asla</a:t>
            </a:r>
            <a:r>
              <a:rPr lang="en-US" sz="2800" dirty="0"/>
              <a:t> </a:t>
            </a:r>
            <a:r>
              <a:rPr lang="en-US" sz="2800" dirty="0" err="1"/>
              <a:t>eski</a:t>
            </a:r>
            <a:r>
              <a:rPr lang="en-US" sz="2800" dirty="0"/>
              <a:t> ben </a:t>
            </a:r>
            <a:r>
              <a:rPr lang="en-US" sz="2800" dirty="0" err="1"/>
              <a:t>olmaz</a:t>
            </a:r>
            <a:r>
              <a:rPr lang="en-US" sz="2800" dirty="0"/>
              <a:t>. </a:t>
            </a:r>
            <a:endParaRPr lang="en-TR" sz="2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856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E55BB10-2F77-7EB2-44A6-D081FA304FBC}"/>
              </a:ext>
            </a:extLst>
          </p:cNvPr>
          <p:cNvSpPr txBox="1"/>
          <p:nvPr/>
        </p:nvSpPr>
        <p:spPr>
          <a:xfrm rot="10800000" flipV="1">
            <a:off x="-2" y="187641"/>
            <a:ext cx="6858001" cy="1329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Sure – Bakara </a:t>
            </a:r>
            <a:r>
              <a:rPr lang="en-US" sz="2400" b="1" dirty="0" err="1"/>
              <a:t>Suresi</a:t>
            </a:r>
            <a:r>
              <a:rPr lang="en-US" sz="2400" b="1" dirty="0"/>
              <a:t> | “</a:t>
            </a:r>
            <a:r>
              <a:rPr lang="en-US" sz="2400" b="1" dirty="0" err="1"/>
              <a:t>Benliğin</a:t>
            </a:r>
            <a:r>
              <a:rPr lang="en-US" sz="2400" b="1" dirty="0"/>
              <a:t> </a:t>
            </a:r>
            <a:r>
              <a:rPr lang="en-US" sz="2400" b="1" dirty="0" err="1"/>
              <a:t>İnekle</a:t>
            </a:r>
            <a:r>
              <a:rPr lang="en-US" sz="2400" b="1" dirty="0"/>
              <a:t> </a:t>
            </a:r>
            <a:r>
              <a:rPr lang="en-US" sz="2400" b="1" dirty="0" err="1"/>
              <a:t>İmtihanı</a:t>
            </a:r>
            <a:r>
              <a:rPr lang="en-US" sz="2400" b="1" dirty="0"/>
              <a:t>”</a:t>
            </a:r>
            <a:endParaRPr lang="tr-TR" sz="2400" b="1" dirty="0"/>
          </a:p>
          <a:p>
            <a:r>
              <a:rPr lang="en-US" sz="2400" b="1" dirty="0"/>
              <a:t>“Kurban </a:t>
            </a:r>
            <a:r>
              <a:rPr lang="en-US" sz="2400" b="1" dirty="0" err="1"/>
              <a:t>Ettiğin</a:t>
            </a:r>
            <a:r>
              <a:rPr lang="en-US" sz="2400" b="1" dirty="0"/>
              <a:t> </a:t>
            </a:r>
            <a:r>
              <a:rPr lang="en-US" sz="2400" b="1" dirty="0" err="1"/>
              <a:t>Benlik</a:t>
            </a:r>
            <a:r>
              <a:rPr lang="en-US" sz="2400" b="1" dirty="0"/>
              <a:t>, </a:t>
            </a:r>
            <a:r>
              <a:rPr lang="en-US" sz="2400" b="1" dirty="0" err="1"/>
              <a:t>Gerçek</a:t>
            </a:r>
            <a:r>
              <a:rPr lang="en-US" sz="2400" b="1" dirty="0"/>
              <a:t> </a:t>
            </a:r>
            <a:r>
              <a:rPr lang="en-US" sz="2400" b="1" dirty="0" err="1"/>
              <a:t>Yaradan’ı</a:t>
            </a:r>
            <a:r>
              <a:rPr lang="en-US" sz="2400" b="1" dirty="0"/>
              <a:t> </a:t>
            </a:r>
            <a:r>
              <a:rPr lang="en-US" sz="2400" b="1" dirty="0" err="1"/>
              <a:t>Açığa</a:t>
            </a:r>
            <a:r>
              <a:rPr lang="en-US" sz="2400" b="1" dirty="0"/>
              <a:t> </a:t>
            </a:r>
            <a:r>
              <a:rPr lang="en-US" sz="2400" b="1" dirty="0" err="1"/>
              <a:t>Çıkarır</a:t>
            </a:r>
            <a:endParaRPr lang="tr-TR" sz="2400" b="1" dirty="0"/>
          </a:p>
          <a:p>
            <a:r>
              <a:rPr lang="en-US" sz="2400" b="1" dirty="0"/>
              <a:t>1. </a:t>
            </a:r>
            <a:r>
              <a:rPr lang="en-US" sz="2400" b="1" dirty="0" err="1"/>
              <a:t>Ayet</a:t>
            </a:r>
            <a:r>
              <a:rPr lang="en-US" sz="2400" b="1" dirty="0"/>
              <a:t>: Elif, Lâm, </a:t>
            </a:r>
            <a:r>
              <a:rPr lang="en-US" sz="2400" b="1" dirty="0" err="1"/>
              <a:t>Mîm</a:t>
            </a:r>
            <a:r>
              <a:rPr lang="en-US" sz="2400" b="1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harf</a:t>
            </a:r>
            <a:r>
              <a:rPr lang="en-US" sz="2400" dirty="0"/>
              <a:t>, “</a:t>
            </a:r>
            <a:r>
              <a:rPr lang="en-US" sz="2400" dirty="0" err="1"/>
              <a:t>huruf</a:t>
            </a:r>
            <a:r>
              <a:rPr lang="en-US" sz="2400" dirty="0"/>
              <a:t>-u </a:t>
            </a:r>
            <a:r>
              <a:rPr lang="en-US" sz="2400" dirty="0" err="1"/>
              <a:t>mukatta</a:t>
            </a:r>
            <a:r>
              <a:rPr lang="en-US" sz="2400" dirty="0"/>
              <a:t>” </a:t>
            </a:r>
            <a:r>
              <a:rPr lang="en-US" sz="2400" dirty="0" err="1"/>
              <a:t>denilen</a:t>
            </a:r>
            <a:r>
              <a:rPr lang="tr-TR" sz="2400" dirty="0"/>
              <a:t> </a:t>
            </a:r>
            <a:r>
              <a:rPr lang="en-US" sz="2400" dirty="0" err="1"/>
              <a:t>kesik</a:t>
            </a:r>
            <a:r>
              <a:rPr lang="en-US" sz="2400" dirty="0"/>
              <a:t>/</a:t>
            </a:r>
            <a:r>
              <a:rPr lang="en-US" sz="2400" dirty="0" err="1"/>
              <a:t>kodlanmış</a:t>
            </a:r>
            <a:r>
              <a:rPr lang="en-US" sz="2400" dirty="0"/>
              <a:t> </a:t>
            </a:r>
            <a:r>
              <a:rPr lang="en-US" sz="2400" dirty="0" err="1"/>
              <a:t>harflerdir.Çözülmesi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akılla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sezgiyle</a:t>
            </a:r>
            <a:r>
              <a:rPr lang="en-US" sz="2400" dirty="0"/>
              <a:t> </a:t>
            </a:r>
            <a:r>
              <a:rPr lang="en-US" sz="2400" dirty="0" err="1"/>
              <a:t>okunmaları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.</a:t>
            </a:r>
            <a:endParaRPr lang="tr-TR" sz="2400" dirty="0"/>
          </a:p>
          <a:p>
            <a:r>
              <a:rPr lang="en-US" sz="2400" dirty="0" err="1"/>
              <a:t>Elif</a:t>
            </a:r>
            <a:r>
              <a:rPr lang="en-US" sz="2400" dirty="0"/>
              <a:t>: </a:t>
            </a:r>
            <a:r>
              <a:rPr lang="en-US" sz="2400" dirty="0" err="1"/>
              <a:t>Yalnızlık</a:t>
            </a:r>
            <a:r>
              <a:rPr lang="en-US" sz="2400" dirty="0"/>
              <a:t>, </a:t>
            </a:r>
            <a:r>
              <a:rPr lang="en-US" sz="2400" dirty="0" err="1"/>
              <a:t>birlik</a:t>
            </a:r>
            <a:r>
              <a:rPr lang="en-US" sz="2400" dirty="0"/>
              <a:t>, </a:t>
            </a:r>
            <a:r>
              <a:rPr lang="en-US" sz="2400" dirty="0" err="1"/>
              <a:t>dik</a:t>
            </a:r>
            <a:r>
              <a:rPr lang="en-US" sz="2400" dirty="0"/>
              <a:t> </a:t>
            </a:r>
            <a:r>
              <a:rPr lang="en-US" sz="2400" dirty="0" err="1"/>
              <a:t>duruş</a:t>
            </a:r>
            <a:r>
              <a:rPr lang="en-US" sz="2400" dirty="0"/>
              <a:t>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saf</a:t>
            </a:r>
            <a:r>
              <a:rPr lang="en-US" sz="2400" dirty="0"/>
              <a:t> </a:t>
            </a:r>
            <a:r>
              <a:rPr lang="en-US" sz="2400" dirty="0" err="1"/>
              <a:t>varlığı</a:t>
            </a:r>
            <a:r>
              <a:rPr lang="en-US" sz="2400" dirty="0"/>
              <a:t>.</a:t>
            </a:r>
          </a:p>
          <a:p>
            <a:r>
              <a:rPr lang="en-US" sz="2400" dirty="0"/>
              <a:t>Lâm: </a:t>
            </a:r>
            <a:r>
              <a:rPr lang="en-US" sz="2400" dirty="0" err="1"/>
              <a:t>Bağlantı</a:t>
            </a:r>
            <a:r>
              <a:rPr lang="en-US" sz="2400" dirty="0"/>
              <a:t>, </a:t>
            </a:r>
            <a:r>
              <a:rPr lang="en-US" sz="2400" dirty="0" err="1"/>
              <a:t>yöneliş</a:t>
            </a:r>
            <a:r>
              <a:rPr lang="en-US" sz="2400" dirty="0"/>
              <a:t>,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dili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Mîm</a:t>
            </a:r>
            <a:r>
              <a:rPr lang="en-US" sz="2400" dirty="0"/>
              <a:t>: Su, </a:t>
            </a:r>
            <a:r>
              <a:rPr lang="en-US" sz="2400" dirty="0" err="1"/>
              <a:t>rahim</a:t>
            </a:r>
            <a:r>
              <a:rPr lang="en-US" sz="2400" dirty="0"/>
              <a:t>, </a:t>
            </a:r>
            <a:r>
              <a:rPr lang="en-US" sz="2400" dirty="0" err="1"/>
              <a:t>yaratım</a:t>
            </a:r>
            <a:r>
              <a:rPr lang="en-US" sz="2400" dirty="0"/>
              <a:t>.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zamanda</a:t>
            </a:r>
            <a:r>
              <a:rPr lang="en-US" sz="2400" dirty="0"/>
              <a:t> Muhammed </a:t>
            </a:r>
            <a:r>
              <a:rPr lang="en-US" sz="2400" dirty="0" err="1"/>
              <a:t>bilinci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Elif Lâm </a:t>
            </a:r>
            <a:r>
              <a:rPr lang="en-US" sz="2400" dirty="0" err="1"/>
              <a:t>Mîm</a:t>
            </a:r>
            <a:r>
              <a:rPr lang="en-US" sz="2400" dirty="0"/>
              <a:t> </a:t>
            </a:r>
            <a:r>
              <a:rPr lang="en-US" sz="2400" dirty="0" err="1"/>
              <a:t>demek</a:t>
            </a:r>
            <a:r>
              <a:rPr lang="en-US" sz="2400" dirty="0"/>
              <a:t>: “Bir </a:t>
            </a:r>
            <a:r>
              <a:rPr lang="en-US" sz="2400" dirty="0" err="1"/>
              <a:t>olandan</a:t>
            </a:r>
            <a:r>
              <a:rPr lang="en-US" sz="2400" dirty="0"/>
              <a:t>,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yönelişiyle</a:t>
            </a:r>
            <a:r>
              <a:rPr lang="en-US" sz="2400" dirty="0"/>
              <a:t>, </a:t>
            </a:r>
            <a:r>
              <a:rPr lang="en-US" sz="2400" dirty="0" err="1"/>
              <a:t>yaratım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.” 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cümlesidir</a:t>
            </a:r>
            <a:r>
              <a:rPr lang="en-US" sz="2400" dirty="0"/>
              <a:t>. Her </a:t>
            </a:r>
            <a:r>
              <a:rPr lang="en-US" sz="2400" dirty="0" err="1"/>
              <a:t>yaratımda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çalışır</a:t>
            </a:r>
            <a:r>
              <a:rPr lang="en-US" sz="2400" dirty="0"/>
              <a:t>: Kaynak – </a:t>
            </a:r>
            <a:r>
              <a:rPr lang="en-US" sz="2400" dirty="0" err="1"/>
              <a:t>Niyet</a:t>
            </a:r>
            <a:r>
              <a:rPr lang="en-US" sz="2400" dirty="0"/>
              <a:t> – </a:t>
            </a:r>
            <a:r>
              <a:rPr lang="en-US" sz="2400" dirty="0" err="1"/>
              <a:t>Doğum</a:t>
            </a:r>
            <a:r>
              <a:rPr lang="en-US" sz="2400" dirty="0"/>
              <a:t>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2. </a:t>
            </a:r>
            <a:r>
              <a:rPr lang="en-US" sz="2400" b="1" dirty="0" err="1"/>
              <a:t>Ayet</a:t>
            </a:r>
            <a:r>
              <a:rPr lang="en-US" sz="2400" b="1" dirty="0"/>
              <a:t>: Bu, </a:t>
            </a:r>
            <a:r>
              <a:rPr lang="en-US" sz="2400" b="1" dirty="0" err="1"/>
              <a:t>kendisinde</a:t>
            </a:r>
            <a:r>
              <a:rPr lang="en-US" sz="2400" b="1" dirty="0"/>
              <a:t> </a:t>
            </a:r>
            <a:r>
              <a:rPr lang="en-US" sz="2400" b="1" dirty="0" err="1"/>
              <a:t>şüphe</a:t>
            </a:r>
            <a:r>
              <a:rPr lang="en-US" sz="2400" b="1" dirty="0"/>
              <a:t> </a:t>
            </a:r>
            <a:r>
              <a:rPr lang="en-US" sz="2400" b="1" dirty="0" err="1"/>
              <a:t>olmayan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kitaptır</a:t>
            </a:r>
            <a:r>
              <a:rPr lang="en-US" sz="2400" b="1" dirty="0"/>
              <a:t>. </a:t>
            </a:r>
            <a:r>
              <a:rPr lang="en-US" sz="2400" b="1" dirty="0" err="1"/>
              <a:t>Takvâ</a:t>
            </a:r>
            <a:r>
              <a:rPr lang="en-US" sz="2400" b="1" dirty="0"/>
              <a:t> </a:t>
            </a:r>
            <a:r>
              <a:rPr lang="en-US" sz="2400" b="1" dirty="0" err="1"/>
              <a:t>sahipleri</a:t>
            </a:r>
            <a:r>
              <a:rPr lang="en-US" sz="2400" b="1" dirty="0"/>
              <a:t> </a:t>
            </a:r>
            <a:r>
              <a:rPr lang="en-US" sz="2400" b="1" dirty="0" err="1"/>
              <a:t>için</a:t>
            </a:r>
            <a:r>
              <a:rPr lang="en-US" sz="2400" b="1" dirty="0"/>
              <a:t> </a:t>
            </a:r>
            <a:r>
              <a:rPr lang="en-US" sz="2400" b="1" dirty="0" err="1"/>
              <a:t>yol</a:t>
            </a:r>
            <a:r>
              <a:rPr lang="en-US" sz="2400" b="1" dirty="0"/>
              <a:t> </a:t>
            </a:r>
            <a:r>
              <a:rPr lang="en-US" sz="2400" b="1" dirty="0" err="1"/>
              <a:t>göstericidir</a:t>
            </a:r>
            <a:r>
              <a:rPr lang="en-US" sz="2400" b="1" dirty="0"/>
              <a:t>.</a:t>
            </a:r>
            <a:br>
              <a:rPr lang="en-US" sz="2400" b="1" dirty="0"/>
            </a:br>
            <a:endParaRPr lang="tr-TR" sz="2400" b="1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Şüphe</a:t>
            </a:r>
            <a:r>
              <a:rPr lang="en-US" sz="2400" dirty="0"/>
              <a:t> yok” =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açıksa</a:t>
            </a:r>
            <a:r>
              <a:rPr lang="en-US" sz="2400" dirty="0"/>
              <a:t>,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ayna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parlar.Ama</a:t>
            </a:r>
            <a:r>
              <a:rPr lang="en-US" sz="2400" dirty="0"/>
              <a:t> </a:t>
            </a:r>
            <a:r>
              <a:rPr lang="en-US" sz="2400" dirty="0" err="1"/>
              <a:t>zihninle</a:t>
            </a:r>
            <a:r>
              <a:rPr lang="en-US" sz="2400" dirty="0"/>
              <a:t> </a:t>
            </a:r>
            <a:r>
              <a:rPr lang="en-US" sz="2400" dirty="0" err="1"/>
              <a:t>yaklaşırsan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kelime</a:t>
            </a:r>
            <a:r>
              <a:rPr lang="en-US" sz="2400" dirty="0"/>
              <a:t> </a:t>
            </a:r>
            <a:r>
              <a:rPr lang="en-US" sz="2400" dirty="0" err="1"/>
              <a:t>görürsün.Kitap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dışta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Kur’an</a:t>
            </a:r>
            <a:r>
              <a:rPr lang="en-US" sz="2400" dirty="0"/>
              <a:t>,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yazdığın</a:t>
            </a:r>
            <a:r>
              <a:rPr lang="en-US" sz="2400" dirty="0"/>
              <a:t> </a:t>
            </a:r>
            <a:r>
              <a:rPr lang="en-US" sz="2400" dirty="0" err="1"/>
              <a:t>kadim</a:t>
            </a:r>
            <a:r>
              <a:rPr lang="en-US" sz="2400" dirty="0"/>
              <a:t>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sözleşmendir.Takvâ</a:t>
            </a:r>
            <a:r>
              <a:rPr lang="en-US" sz="2400" dirty="0"/>
              <a:t> </a:t>
            </a:r>
            <a:r>
              <a:rPr lang="en-US" sz="2400" dirty="0" err="1"/>
              <a:t>sahipleri</a:t>
            </a:r>
            <a:r>
              <a:rPr lang="en-US" sz="2400" dirty="0"/>
              <a:t> = </a:t>
            </a:r>
            <a:r>
              <a:rPr lang="en-US" sz="2400" dirty="0" err="1"/>
              <a:t>Kalbiyle</a:t>
            </a:r>
            <a:r>
              <a:rPr lang="en-US" sz="2400" dirty="0"/>
              <a:t> </a:t>
            </a:r>
            <a:r>
              <a:rPr lang="en-US" sz="2400" dirty="0" err="1"/>
              <a:t>yaşayanlar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yön</a:t>
            </a:r>
            <a:r>
              <a:rPr lang="en-US" sz="2400" dirty="0"/>
              <a:t> </a:t>
            </a:r>
            <a:r>
              <a:rPr lang="en-US" sz="2400" dirty="0" err="1"/>
              <a:t>bulma</a:t>
            </a:r>
            <a:r>
              <a:rPr lang="en-US" sz="2400" dirty="0"/>
              <a:t> </a:t>
            </a:r>
            <a:r>
              <a:rPr lang="en-US" sz="2400" dirty="0" err="1"/>
              <a:t>pusulasıdır</a:t>
            </a:r>
            <a:r>
              <a:rPr lang="en-US" sz="2400" dirty="0"/>
              <a:t>.</a:t>
            </a:r>
          </a:p>
          <a:p>
            <a:endParaRPr lang="tr-TR" sz="2400" dirty="0"/>
          </a:p>
          <a:p>
            <a:r>
              <a:rPr lang="en-US" sz="2400" dirty="0"/>
              <a:t>“Bu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dışta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içimdedir</a:t>
            </a:r>
            <a:r>
              <a:rPr lang="en-US" sz="2400" dirty="0"/>
              <a:t>. Ben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okudukça</a:t>
            </a:r>
            <a:r>
              <a:rPr lang="en-US" sz="2400" dirty="0"/>
              <a:t>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ruhumu</a:t>
            </a:r>
            <a:r>
              <a:rPr lang="en-US" sz="2400" dirty="0"/>
              <a:t> </a:t>
            </a:r>
            <a:r>
              <a:rPr lang="en-US" sz="2400" dirty="0" err="1"/>
              <a:t>hatırlıyorum</a:t>
            </a:r>
            <a:r>
              <a:rPr lang="en-US" sz="2400" dirty="0"/>
              <a:t>.” </a:t>
            </a:r>
            <a:endParaRPr lang="en-TR" sz="2400" dirty="0"/>
          </a:p>
          <a:p>
            <a:br>
              <a:rPr lang="en-US" sz="2400" dirty="0"/>
            </a:br>
            <a:endParaRPr lang="en-US" sz="2400" b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473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25A9D16-76BB-7AC6-4255-B6CCC0809758}"/>
              </a:ext>
            </a:extLst>
          </p:cNvPr>
          <p:cNvSpPr txBox="1"/>
          <p:nvPr/>
        </p:nvSpPr>
        <p:spPr>
          <a:xfrm>
            <a:off x="0" y="0"/>
            <a:ext cx="6858000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</a:t>
            </a:r>
            <a:r>
              <a:rPr lang="en-US" sz="2400" b="1" dirty="0" err="1"/>
              <a:t>Ayet</a:t>
            </a:r>
            <a:r>
              <a:rPr lang="en-US" sz="2400" b="1" dirty="0"/>
              <a:t>: </a:t>
            </a:r>
            <a:r>
              <a:rPr lang="en-US" sz="2400" b="1" dirty="0" err="1"/>
              <a:t>Onlar</a:t>
            </a:r>
            <a:r>
              <a:rPr lang="en-US" sz="2400" b="1" dirty="0"/>
              <a:t> </a:t>
            </a:r>
            <a:r>
              <a:rPr lang="en-US" sz="2400" b="1" dirty="0" err="1"/>
              <a:t>gayba</a:t>
            </a:r>
            <a:r>
              <a:rPr lang="en-US" sz="2400" b="1" dirty="0"/>
              <a:t> </a:t>
            </a:r>
            <a:r>
              <a:rPr lang="en-US" sz="2400" b="1" dirty="0" err="1"/>
              <a:t>inanırlar</a:t>
            </a:r>
            <a:r>
              <a:rPr lang="en-US" sz="2400" b="1" dirty="0"/>
              <a:t>, </a:t>
            </a:r>
            <a:r>
              <a:rPr lang="en-US" sz="2400" b="1" dirty="0" err="1"/>
              <a:t>namazı</a:t>
            </a:r>
            <a:r>
              <a:rPr lang="en-US" sz="2400" b="1" dirty="0"/>
              <a:t> </a:t>
            </a:r>
            <a:r>
              <a:rPr lang="en-US" sz="2400" b="1" dirty="0" err="1"/>
              <a:t>dosdoğru</a:t>
            </a:r>
            <a:r>
              <a:rPr lang="en-US" sz="2400" b="1" dirty="0"/>
              <a:t> </a:t>
            </a:r>
            <a:r>
              <a:rPr lang="en-US" sz="2400" b="1" dirty="0" err="1"/>
              <a:t>kılarlar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kendilerine</a:t>
            </a:r>
            <a:r>
              <a:rPr lang="en-US" sz="2400" b="1" dirty="0"/>
              <a:t> </a:t>
            </a:r>
            <a:r>
              <a:rPr lang="en-US" sz="2400" b="1" dirty="0" err="1"/>
              <a:t>verdiğimiz</a:t>
            </a:r>
            <a:r>
              <a:rPr lang="en-US" sz="2400" b="1" dirty="0"/>
              <a:t> </a:t>
            </a:r>
            <a:r>
              <a:rPr lang="en-US" sz="2400" b="1" dirty="0" err="1"/>
              <a:t>rızıktan</a:t>
            </a:r>
            <a:r>
              <a:rPr lang="en-US" sz="2400" b="1" dirty="0"/>
              <a:t> </a:t>
            </a:r>
            <a:r>
              <a:rPr lang="en-US" sz="2400" b="1" dirty="0" err="1"/>
              <a:t>infak</a:t>
            </a:r>
            <a:r>
              <a:rPr lang="en-US" sz="2400" b="1" dirty="0"/>
              <a:t> </a:t>
            </a:r>
            <a:r>
              <a:rPr lang="en-US" sz="2400" b="1" dirty="0" err="1"/>
              <a:t>ederler</a:t>
            </a:r>
            <a:r>
              <a:rPr lang="en-US" sz="2400" b="1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Gayb = </a:t>
            </a:r>
            <a:r>
              <a:rPr lang="en-US" sz="2400" dirty="0" err="1"/>
              <a:t>Görülmeyeni</a:t>
            </a:r>
            <a:r>
              <a:rPr lang="en-US" sz="2400" dirty="0"/>
              <a:t> </a:t>
            </a:r>
            <a:r>
              <a:rPr lang="en-US" sz="2400" dirty="0" err="1"/>
              <a:t>hissedebilmek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İnanç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derin</a:t>
            </a:r>
            <a:r>
              <a:rPr lang="en-US" sz="2400" dirty="0"/>
              <a:t> </a:t>
            </a:r>
            <a:r>
              <a:rPr lang="en-US" sz="2400" dirty="0" err="1"/>
              <a:t>sezgiyle</a:t>
            </a:r>
            <a:r>
              <a:rPr lang="en-US" sz="2400" dirty="0"/>
              <a:t> </a:t>
            </a:r>
            <a:r>
              <a:rPr lang="en-US" sz="2400" dirty="0" err="1"/>
              <a:t>bilme</a:t>
            </a:r>
            <a:r>
              <a:rPr lang="en-US" sz="2400" dirty="0"/>
              <a:t> </a:t>
            </a:r>
            <a:r>
              <a:rPr lang="en-US" sz="2400" dirty="0" err="1"/>
              <a:t>hâli</a:t>
            </a:r>
            <a:r>
              <a:rPr lang="en-US" sz="2400" dirty="0"/>
              <a:t>.</a:t>
            </a:r>
          </a:p>
          <a:p>
            <a:r>
              <a:rPr lang="en-US" sz="2400" dirty="0"/>
              <a:t>Namaz =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hizalanma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Kalbin</a:t>
            </a:r>
            <a:r>
              <a:rPr lang="en-US" sz="2400" dirty="0"/>
              <a:t>, </a:t>
            </a:r>
            <a:r>
              <a:rPr lang="en-US" sz="2400" dirty="0" err="1"/>
              <a:t>bedenin</a:t>
            </a:r>
            <a:r>
              <a:rPr lang="en-US" sz="2400" dirty="0"/>
              <a:t>,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çizgiye</a:t>
            </a:r>
            <a:r>
              <a:rPr lang="en-US" sz="2400" dirty="0"/>
              <a:t> </a:t>
            </a:r>
            <a:r>
              <a:rPr lang="en-US" sz="2400" dirty="0" err="1"/>
              <a:t>girmesi</a:t>
            </a:r>
            <a:r>
              <a:rPr lang="en-US" sz="2400" dirty="0"/>
              <a:t>.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Dosdoğru</a:t>
            </a:r>
            <a:r>
              <a:rPr lang="en-US" sz="2400" dirty="0"/>
              <a:t> </a:t>
            </a:r>
            <a:r>
              <a:rPr lang="en-US" sz="2400" dirty="0" err="1"/>
              <a:t>kılarlar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Hayatla</a:t>
            </a:r>
            <a:r>
              <a:rPr lang="en-US" sz="2400" dirty="0"/>
              <a:t>, </a:t>
            </a:r>
            <a:r>
              <a:rPr lang="en-US" sz="2400" dirty="0" err="1"/>
              <a:t>Yaradan’la</a:t>
            </a:r>
            <a:r>
              <a:rPr lang="en-US" sz="2400" dirty="0"/>
              <a:t>, </a:t>
            </a:r>
            <a:r>
              <a:rPr lang="en-US" sz="2400" dirty="0" err="1"/>
              <a:t>Kendileriyle</a:t>
            </a:r>
            <a:r>
              <a:rPr lang="en-US" sz="2400" dirty="0"/>
              <a:t> </a:t>
            </a:r>
            <a:r>
              <a:rPr lang="en-US" sz="2400" dirty="0" err="1"/>
              <a:t>hizalanırlar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İnfak</a:t>
            </a:r>
            <a:r>
              <a:rPr lang="en-US" sz="2400" dirty="0"/>
              <a:t> = </a:t>
            </a:r>
            <a:r>
              <a:rPr lang="en-US" sz="2400" dirty="0" err="1"/>
              <a:t>Enerjiyi</a:t>
            </a:r>
            <a:r>
              <a:rPr lang="en-US" sz="2400" dirty="0"/>
              <a:t> </a:t>
            </a:r>
            <a:r>
              <a:rPr lang="en-US" sz="2400" dirty="0" err="1"/>
              <a:t>paylaşmak</a:t>
            </a:r>
            <a:r>
              <a:rPr lang="en-US" sz="2400" dirty="0"/>
              <a:t>.</a:t>
            </a:r>
          </a:p>
          <a:p>
            <a:r>
              <a:rPr lang="en-US" sz="2400" dirty="0"/>
              <a:t>Bilgi, </a:t>
            </a:r>
            <a:r>
              <a:rPr lang="en-US" sz="2400" dirty="0" err="1"/>
              <a:t>sevgi</a:t>
            </a:r>
            <a:r>
              <a:rPr lang="en-US" sz="2400" dirty="0"/>
              <a:t>, zaman, </a:t>
            </a:r>
            <a:r>
              <a:rPr lang="en-US" sz="2400" dirty="0" err="1"/>
              <a:t>rızık</a:t>
            </a:r>
            <a:r>
              <a:rPr lang="en-US" sz="2400" dirty="0"/>
              <a:t>…</a:t>
            </a:r>
          </a:p>
          <a:p>
            <a:r>
              <a:rPr lang="en-US" sz="2400" dirty="0"/>
              <a:t>Ne </a:t>
            </a:r>
            <a:r>
              <a:rPr lang="en-US" sz="2400" dirty="0" err="1"/>
              <a:t>varsa</a:t>
            </a:r>
            <a:r>
              <a:rPr lang="en-US" sz="2400" dirty="0"/>
              <a:t>,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yaparlar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</a:t>
            </a:r>
            <a:r>
              <a:rPr lang="en-US" sz="2400" dirty="0" err="1"/>
              <a:t>kişi</a:t>
            </a:r>
            <a:r>
              <a:rPr lang="en-US" sz="2400" dirty="0"/>
              <a:t>,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uyanış</a:t>
            </a:r>
            <a:r>
              <a:rPr lang="en-US" sz="2400" dirty="0"/>
              <a:t> </a:t>
            </a:r>
            <a:r>
              <a:rPr lang="en-US" sz="2400" dirty="0" err="1"/>
              <a:t>yolcusudur</a:t>
            </a:r>
            <a:r>
              <a:rPr lang="en-US" sz="2400" dirty="0"/>
              <a:t>. </a:t>
            </a:r>
            <a:r>
              <a:rPr lang="en-US" sz="2400" dirty="0" err="1"/>
              <a:t>Görmediğine</a:t>
            </a:r>
            <a:r>
              <a:rPr lang="en-US" sz="2400" dirty="0"/>
              <a:t> </a:t>
            </a:r>
            <a:r>
              <a:rPr lang="en-US" sz="2400" dirty="0" err="1"/>
              <a:t>güvenir</a:t>
            </a:r>
            <a:r>
              <a:rPr lang="en-US" sz="2400" dirty="0"/>
              <a:t>,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hizalar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bolluk</a:t>
            </a:r>
            <a:r>
              <a:rPr lang="en-US" sz="2400" dirty="0"/>
              <a:t> </a:t>
            </a:r>
            <a:r>
              <a:rPr lang="en-US" sz="2400" dirty="0" err="1"/>
              <a:t>bilinciyle</a:t>
            </a:r>
            <a:r>
              <a:rPr lang="en-US" sz="2400" dirty="0"/>
              <a:t> </a:t>
            </a:r>
            <a:r>
              <a:rPr lang="en-US" sz="2400" dirty="0" err="1"/>
              <a:t>paylaşır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4. </a:t>
            </a:r>
            <a:r>
              <a:rPr lang="en-US" sz="2400" b="1" dirty="0" err="1"/>
              <a:t>Ayet</a:t>
            </a:r>
            <a:r>
              <a:rPr lang="en-US" sz="2400" b="1" dirty="0"/>
              <a:t>: Sana </a:t>
            </a:r>
            <a:r>
              <a:rPr lang="en-US" sz="2400" b="1" dirty="0" err="1"/>
              <a:t>indirilene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senden</a:t>
            </a:r>
            <a:r>
              <a:rPr lang="en-US" sz="2400" b="1" dirty="0"/>
              <a:t> </a:t>
            </a:r>
            <a:r>
              <a:rPr lang="en-US" sz="2400" b="1" dirty="0" err="1"/>
              <a:t>önce</a:t>
            </a:r>
            <a:r>
              <a:rPr lang="en-US" sz="2400" b="1" dirty="0"/>
              <a:t> </a:t>
            </a:r>
            <a:r>
              <a:rPr lang="en-US" sz="2400" b="1" dirty="0" err="1"/>
              <a:t>indirilenlere</a:t>
            </a:r>
            <a:r>
              <a:rPr lang="en-US" sz="2400" b="1" dirty="0"/>
              <a:t> </a:t>
            </a:r>
            <a:r>
              <a:rPr lang="en-US" sz="2400" b="1" dirty="0" err="1"/>
              <a:t>iman</a:t>
            </a:r>
            <a:r>
              <a:rPr lang="en-US" sz="2400" b="1" dirty="0"/>
              <a:t> </a:t>
            </a:r>
            <a:r>
              <a:rPr lang="en-US" sz="2400" b="1" dirty="0" err="1"/>
              <a:t>ederler</a:t>
            </a:r>
            <a:r>
              <a:rPr lang="en-US" sz="2400" b="1" dirty="0"/>
              <a:t>. </a:t>
            </a:r>
            <a:r>
              <a:rPr lang="en-US" sz="2400" b="1" dirty="0" err="1"/>
              <a:t>Ahirete</a:t>
            </a:r>
            <a:r>
              <a:rPr lang="en-US" sz="2400" b="1" dirty="0"/>
              <a:t> de </a:t>
            </a:r>
            <a:r>
              <a:rPr lang="en-US" sz="2400" b="1" dirty="0" err="1"/>
              <a:t>kesin</a:t>
            </a:r>
            <a:r>
              <a:rPr lang="en-US" sz="2400" b="1" dirty="0"/>
              <a:t> </a:t>
            </a:r>
            <a:r>
              <a:rPr lang="en-US" sz="2400" b="1" dirty="0" err="1"/>
              <a:t>olarak</a:t>
            </a:r>
            <a:r>
              <a:rPr lang="en-US" sz="2400" b="1" dirty="0"/>
              <a:t> </a:t>
            </a:r>
            <a:r>
              <a:rPr lang="en-US" sz="2400" b="1" dirty="0" err="1"/>
              <a:t>inanırlar</a:t>
            </a:r>
            <a:r>
              <a:rPr lang="en-US" sz="2400" b="1" dirty="0"/>
              <a:t>.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“Sana </a:t>
            </a:r>
            <a:r>
              <a:rPr lang="en-US" sz="2400" dirty="0" err="1"/>
              <a:t>indirilen</a:t>
            </a:r>
            <a:r>
              <a:rPr lang="en-US" sz="2400" dirty="0"/>
              <a:t>” = </a:t>
            </a:r>
            <a:r>
              <a:rPr lang="en-US" sz="2400" dirty="0" err="1"/>
              <a:t>İçine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ilham</a:t>
            </a:r>
            <a:r>
              <a:rPr lang="en-US" sz="2400" dirty="0"/>
              <a:t>.</a:t>
            </a:r>
          </a:p>
          <a:p>
            <a:r>
              <a:rPr lang="en-US" sz="2400" dirty="0"/>
              <a:t>“Senden </a:t>
            </a:r>
            <a:r>
              <a:rPr lang="en-US" sz="2400" dirty="0" err="1"/>
              <a:t>önce</a:t>
            </a:r>
            <a:r>
              <a:rPr lang="en-US" sz="2400" dirty="0"/>
              <a:t>” = </a:t>
            </a:r>
            <a:r>
              <a:rPr lang="en-US" sz="2400" dirty="0" err="1"/>
              <a:t>Geçmiş</a:t>
            </a:r>
            <a:r>
              <a:rPr lang="en-US" sz="2400" dirty="0"/>
              <a:t> </a:t>
            </a:r>
            <a:r>
              <a:rPr lang="en-US" sz="2400" dirty="0" err="1"/>
              <a:t>öğretiler</a:t>
            </a:r>
            <a:r>
              <a:rPr lang="en-US" sz="2400" dirty="0"/>
              <a:t>, </a:t>
            </a:r>
            <a:r>
              <a:rPr lang="en-US" sz="2400" dirty="0" err="1"/>
              <a:t>kadim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.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Ahiret</a:t>
            </a:r>
            <a:r>
              <a:rPr lang="en-US" sz="2400" dirty="0"/>
              <a:t>” = </a:t>
            </a:r>
            <a:r>
              <a:rPr lang="en-US" sz="2400" dirty="0" err="1"/>
              <a:t>Ölüm</a:t>
            </a:r>
            <a:r>
              <a:rPr lang="en-US" sz="2400" dirty="0"/>
              <a:t> </a:t>
            </a:r>
            <a:r>
              <a:rPr lang="en-US" sz="2400" dirty="0" err="1"/>
              <a:t>ötesi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…</a:t>
            </a:r>
          </a:p>
          <a:p>
            <a:r>
              <a:rPr lang="en-US" sz="2400" dirty="0"/>
              <a:t>Her an </a:t>
            </a:r>
            <a:r>
              <a:rPr lang="en-US" sz="2400" dirty="0" err="1"/>
              <a:t>bir</a:t>
            </a:r>
            <a:r>
              <a:rPr lang="en-US" sz="2400" dirty="0"/>
              <a:t> son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başlangıçtır</a:t>
            </a:r>
            <a:r>
              <a:rPr lang="en-US" sz="2400" dirty="0"/>
              <a:t>.</a:t>
            </a:r>
          </a:p>
          <a:p>
            <a:r>
              <a:rPr lang="en-US" sz="2400" dirty="0"/>
              <a:t>Her fark </a:t>
            </a:r>
            <a:r>
              <a:rPr lang="en-US" sz="2400" dirty="0" err="1"/>
              <a:t>edişin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ahiretidir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kişi</a:t>
            </a:r>
            <a:r>
              <a:rPr lang="en-US" sz="2400" dirty="0"/>
              <a:t> </a:t>
            </a:r>
            <a:r>
              <a:rPr lang="en-US" sz="2400" dirty="0" err="1"/>
              <a:t>geçmişi</a:t>
            </a:r>
            <a:r>
              <a:rPr lang="en-US" sz="2400" dirty="0"/>
              <a:t>, </a:t>
            </a:r>
            <a:r>
              <a:rPr lang="en-US" sz="2400" dirty="0" err="1"/>
              <a:t>bugünü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geleceği</a:t>
            </a:r>
            <a:r>
              <a:rPr lang="en-US" sz="2400" dirty="0"/>
              <a:t> </a:t>
            </a:r>
            <a:r>
              <a:rPr lang="en-US" sz="2400" dirty="0" err="1"/>
              <a:t>birleştirir</a:t>
            </a:r>
            <a:r>
              <a:rPr lang="en-US" sz="2400" dirty="0"/>
              <a:t>. </a:t>
            </a:r>
            <a:r>
              <a:rPr lang="en-US" sz="2400" dirty="0" err="1"/>
              <a:t>Zamanın</a:t>
            </a:r>
            <a:r>
              <a:rPr lang="en-US" sz="2400" dirty="0"/>
              <a:t> </a:t>
            </a:r>
            <a:r>
              <a:rPr lang="en-US" sz="2400" dirty="0" err="1"/>
              <a:t>ötesine</a:t>
            </a:r>
            <a:r>
              <a:rPr lang="en-US" sz="2400" dirty="0"/>
              <a:t> </a:t>
            </a:r>
            <a:r>
              <a:rPr lang="en-US" sz="2400" dirty="0" err="1"/>
              <a:t>geçmiştir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zamanı</a:t>
            </a:r>
            <a:r>
              <a:rPr lang="en-US" sz="2400" dirty="0"/>
              <a:t> </a:t>
            </a:r>
            <a:r>
              <a:rPr lang="en-US" sz="2400" dirty="0" err="1"/>
              <a:t>aşar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25762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759F694-0268-C76C-98CE-15E60312A8C3}"/>
              </a:ext>
            </a:extLst>
          </p:cNvPr>
          <p:cNvSpPr txBox="1"/>
          <p:nvPr/>
        </p:nvSpPr>
        <p:spPr>
          <a:xfrm>
            <a:off x="80010" y="0"/>
            <a:ext cx="677799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5. </a:t>
            </a:r>
            <a:r>
              <a:rPr lang="en-US" sz="2400" b="1" dirty="0" err="1"/>
              <a:t>Ayet</a:t>
            </a:r>
            <a:r>
              <a:rPr lang="en-US" sz="2400" b="1" dirty="0"/>
              <a:t>: </a:t>
            </a:r>
            <a:r>
              <a:rPr lang="en-US" sz="2400" b="1" dirty="0" err="1"/>
              <a:t>İşte</a:t>
            </a:r>
            <a:r>
              <a:rPr lang="en-US" sz="2400" b="1" dirty="0"/>
              <a:t> </a:t>
            </a:r>
            <a:r>
              <a:rPr lang="en-US" sz="2400" b="1" dirty="0" err="1"/>
              <a:t>onlar</a:t>
            </a:r>
            <a:r>
              <a:rPr lang="en-US" sz="2400" b="1" dirty="0"/>
              <a:t>, </a:t>
            </a:r>
            <a:r>
              <a:rPr lang="en-US" sz="2400" b="1" dirty="0" err="1"/>
              <a:t>Rablerinden</a:t>
            </a:r>
            <a:r>
              <a:rPr lang="en-US" sz="2400" b="1" dirty="0"/>
              <a:t> </a:t>
            </a:r>
            <a:r>
              <a:rPr lang="en-US" sz="2400" b="1" dirty="0" err="1"/>
              <a:t>gelen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hidayet</a:t>
            </a:r>
            <a:r>
              <a:rPr lang="en-US" sz="2400" b="1" dirty="0"/>
              <a:t> </a:t>
            </a:r>
            <a:r>
              <a:rPr lang="en-US" sz="2400" b="1" dirty="0" err="1"/>
              <a:t>üzeredirler</a:t>
            </a:r>
            <a:r>
              <a:rPr lang="en-US" sz="2400" b="1" dirty="0"/>
              <a:t>. Ve </a:t>
            </a:r>
            <a:r>
              <a:rPr lang="en-US" sz="2400" b="1" dirty="0" err="1"/>
              <a:t>kurtuluşa</a:t>
            </a:r>
            <a:r>
              <a:rPr lang="en-US" sz="2400" b="1" dirty="0"/>
              <a:t> </a:t>
            </a:r>
            <a:r>
              <a:rPr lang="en-US" sz="2400" b="1" dirty="0" err="1"/>
              <a:t>erenler</a:t>
            </a:r>
            <a:r>
              <a:rPr lang="en-US" sz="2400" b="1" dirty="0"/>
              <a:t> de </a:t>
            </a:r>
            <a:r>
              <a:rPr lang="en-US" sz="2400" b="1" dirty="0" err="1"/>
              <a:t>onlardır</a:t>
            </a:r>
            <a:r>
              <a:rPr lang="en-US" sz="2400" b="1" dirty="0"/>
              <a:t>.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ayetin</a:t>
            </a:r>
            <a:r>
              <a:rPr lang="en-US" sz="2400" dirty="0"/>
              <a:t> </a:t>
            </a:r>
            <a:r>
              <a:rPr lang="en-US" sz="2400" dirty="0" err="1"/>
              <a:t>özü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İçsel</a:t>
            </a:r>
            <a:r>
              <a:rPr lang="en-US" sz="2400" dirty="0"/>
              <a:t> </a:t>
            </a:r>
            <a:r>
              <a:rPr lang="en-US" sz="2400" dirty="0" err="1"/>
              <a:t>pusulanla</a:t>
            </a:r>
            <a:r>
              <a:rPr lang="en-US" sz="2400" dirty="0"/>
              <a:t> </a:t>
            </a:r>
            <a:r>
              <a:rPr lang="en-US" sz="2400" dirty="0" err="1"/>
              <a:t>yürüyorsan</a:t>
            </a:r>
            <a:r>
              <a:rPr lang="en-US" sz="2400" dirty="0"/>
              <a:t>,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yoldasın</a:t>
            </a:r>
            <a:r>
              <a:rPr lang="en-US" sz="2400" dirty="0"/>
              <a:t>.”</a:t>
            </a:r>
          </a:p>
          <a:p>
            <a:r>
              <a:rPr lang="en-US" sz="2400" dirty="0"/>
              <a:t>Hidayet: İlahi </a:t>
            </a:r>
            <a:r>
              <a:rPr lang="en-US" sz="2400" dirty="0" err="1"/>
              <a:t>yönlenme</a:t>
            </a: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zorlama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doğal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çekilme</a:t>
            </a:r>
            <a:r>
              <a:rPr lang="en-US" sz="2400" dirty="0"/>
              <a:t>.</a:t>
            </a:r>
          </a:p>
          <a:p>
            <a:r>
              <a:rPr lang="en-US" sz="2400" dirty="0"/>
              <a:t>Kalp </a:t>
            </a:r>
            <a:r>
              <a:rPr lang="en-US" sz="2400" dirty="0" err="1"/>
              <a:t>çeker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titreşimin</a:t>
            </a:r>
            <a:r>
              <a:rPr lang="en-US" sz="2400" dirty="0"/>
              <a:t> </a:t>
            </a:r>
            <a:r>
              <a:rPr lang="en-US" sz="2400" dirty="0" err="1"/>
              <a:t>değişmiştir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Felâh</a:t>
            </a:r>
            <a:r>
              <a:rPr lang="en-US" sz="2400" dirty="0"/>
              <a:t> (</a:t>
            </a:r>
            <a:r>
              <a:rPr lang="en-US" sz="2400" dirty="0" err="1"/>
              <a:t>kurtuluş</a:t>
            </a:r>
            <a:r>
              <a:rPr lang="en-US" sz="2400" dirty="0"/>
              <a:t>):</a:t>
            </a:r>
          </a:p>
          <a:p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kurtuluş</a:t>
            </a:r>
            <a:r>
              <a:rPr lang="en-US" sz="2400" dirty="0"/>
              <a:t>, </a:t>
            </a:r>
            <a:r>
              <a:rPr lang="en-US" sz="2400" dirty="0" err="1"/>
              <a:t>kendinden</a:t>
            </a:r>
            <a:r>
              <a:rPr lang="en-US" sz="2400" dirty="0"/>
              <a:t> </a:t>
            </a:r>
            <a:r>
              <a:rPr lang="en-US" sz="2400" dirty="0" err="1"/>
              <a:t>kurtulmak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hatırlamaktır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ilk 5 </a:t>
            </a:r>
            <a:r>
              <a:rPr lang="en-US" sz="2400" dirty="0" err="1"/>
              <a:t>ayeti</a:t>
            </a:r>
            <a:r>
              <a:rPr lang="en-US" sz="2400" dirty="0"/>
              <a:t>, sana “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açma</a:t>
            </a:r>
            <a:r>
              <a:rPr lang="en-US" sz="2400" dirty="0"/>
              <a:t>” </a:t>
            </a:r>
            <a:r>
              <a:rPr lang="en-US" sz="2400" dirty="0" err="1"/>
              <a:t>kapısını</a:t>
            </a:r>
            <a:r>
              <a:rPr lang="en-US" sz="2400" dirty="0"/>
              <a:t> </a:t>
            </a:r>
            <a:r>
              <a:rPr lang="en-US" sz="2400" dirty="0" err="1"/>
              <a:t>sunar</a:t>
            </a:r>
            <a:r>
              <a:rPr lang="en-US" sz="2400" dirty="0"/>
              <a:t>. Elif-Lâm-</a:t>
            </a:r>
            <a:r>
              <a:rPr lang="en-US" sz="2400" dirty="0" err="1"/>
              <a:t>Mîm’le</a:t>
            </a:r>
            <a:r>
              <a:rPr lang="en-US" sz="2400" dirty="0"/>
              <a:t> </a:t>
            </a:r>
            <a:r>
              <a:rPr lang="en-US" sz="2400" dirty="0" err="1"/>
              <a:t>kodlar</a:t>
            </a:r>
            <a:r>
              <a:rPr lang="en-US" sz="2400" dirty="0"/>
              <a:t> </a:t>
            </a:r>
            <a:r>
              <a:rPr lang="en-US" sz="2400" dirty="0" err="1"/>
              <a:t>açılır</a:t>
            </a:r>
            <a:r>
              <a:rPr lang="en-US" sz="2400" dirty="0"/>
              <a:t>… </a:t>
            </a:r>
            <a:r>
              <a:rPr lang="en-US" sz="2400" dirty="0" err="1"/>
              <a:t>Kitabın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fark </a:t>
            </a:r>
            <a:r>
              <a:rPr lang="en-US" sz="2400" dirty="0" err="1"/>
              <a:t>edersin</a:t>
            </a:r>
            <a:r>
              <a:rPr lang="en-US" sz="2400" dirty="0"/>
              <a:t>. Ve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yolculuk</a:t>
            </a:r>
            <a:r>
              <a:rPr lang="en-US" sz="2400" dirty="0"/>
              <a:t>, </a:t>
            </a:r>
            <a:r>
              <a:rPr lang="en-US" sz="2400" dirty="0" err="1"/>
              <a:t>dışarıda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içeride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14D241F-7FF4-588A-2B7C-321C980FC15F}"/>
              </a:ext>
            </a:extLst>
          </p:cNvPr>
          <p:cNvSpPr txBox="1"/>
          <p:nvPr/>
        </p:nvSpPr>
        <p:spPr>
          <a:xfrm>
            <a:off x="0" y="1"/>
            <a:ext cx="6857999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Gerçek</a:t>
            </a:r>
            <a:r>
              <a:rPr lang="en-US" sz="2400" b="1" dirty="0"/>
              <a:t> </a:t>
            </a:r>
            <a:r>
              <a:rPr lang="en-US" sz="2400" b="1" dirty="0" err="1"/>
              <a:t>şu</a:t>
            </a:r>
            <a:r>
              <a:rPr lang="en-US" sz="2400" b="1" dirty="0"/>
              <a:t> ki, </a:t>
            </a:r>
            <a:r>
              <a:rPr lang="en-US" sz="2400" b="1" dirty="0" err="1"/>
              <a:t>inkâr</a:t>
            </a:r>
            <a:r>
              <a:rPr lang="en-US" sz="2400" b="1" dirty="0"/>
              <a:t> </a:t>
            </a:r>
            <a:r>
              <a:rPr lang="en-US" sz="2400" b="1" dirty="0" err="1"/>
              <a:t>edenleri</a:t>
            </a:r>
            <a:r>
              <a:rPr lang="en-US" sz="2400" b="1" dirty="0"/>
              <a:t> </a:t>
            </a:r>
            <a:r>
              <a:rPr lang="en-US" sz="2400" b="1" dirty="0" err="1"/>
              <a:t>uyarırsan</a:t>
            </a:r>
            <a:r>
              <a:rPr lang="en-US" sz="2400" b="1" dirty="0"/>
              <a:t> da </a:t>
            </a:r>
            <a:r>
              <a:rPr lang="en-US" sz="2400" b="1" dirty="0" err="1"/>
              <a:t>uyarmasan</a:t>
            </a:r>
            <a:r>
              <a:rPr lang="en-US" sz="2400" b="1" dirty="0"/>
              <a:t> da </a:t>
            </a:r>
            <a:r>
              <a:rPr lang="en-US" sz="2400" b="1" dirty="0" err="1"/>
              <a:t>onlar</a:t>
            </a:r>
            <a:r>
              <a:rPr lang="en-US" sz="2400" b="1" dirty="0"/>
              <a:t> </a:t>
            </a:r>
            <a:r>
              <a:rPr lang="en-US" sz="2400" b="1" dirty="0" err="1"/>
              <a:t>için</a:t>
            </a:r>
            <a:r>
              <a:rPr lang="en-US" sz="2400" b="1" dirty="0"/>
              <a:t> </a:t>
            </a:r>
            <a:r>
              <a:rPr lang="en-US" sz="2400" b="1" dirty="0" err="1"/>
              <a:t>birdir</a:t>
            </a:r>
            <a:r>
              <a:rPr lang="en-US" sz="2400" b="1" dirty="0"/>
              <a:t>; </a:t>
            </a:r>
            <a:r>
              <a:rPr lang="en-US" sz="2400" b="1" dirty="0" err="1"/>
              <a:t>inanmazlar</a:t>
            </a:r>
            <a:r>
              <a:rPr lang="en-US" sz="2400" b="1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kişiler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inançsız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İç</a:t>
            </a:r>
            <a:r>
              <a:rPr lang="en-US" sz="2400" dirty="0"/>
              <a:t> </a:t>
            </a:r>
            <a:r>
              <a:rPr lang="en-US" sz="2400" dirty="0" err="1"/>
              <a:t>kapıları</a:t>
            </a:r>
            <a:r>
              <a:rPr lang="en-US" sz="2400" dirty="0"/>
              <a:t> </a:t>
            </a:r>
            <a:r>
              <a:rPr lang="en-US" sz="2400" dirty="0" err="1"/>
              <a:t>kilitlenmiş</a:t>
            </a:r>
            <a:r>
              <a:rPr lang="en-US" sz="2400" dirty="0"/>
              <a:t> </a:t>
            </a:r>
            <a:r>
              <a:rPr lang="en-US" sz="2400" dirty="0" err="1"/>
              <a:t>benliklerdir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Zihinleri</a:t>
            </a:r>
            <a:r>
              <a:rPr lang="en-US" sz="2400" dirty="0"/>
              <a:t>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doludur</a:t>
            </a:r>
            <a:r>
              <a:rPr lang="en-US" sz="2400" dirty="0"/>
              <a:t>,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kalpleri</a:t>
            </a:r>
            <a:r>
              <a:rPr lang="en-US" sz="2400" dirty="0"/>
              <a:t> </a:t>
            </a:r>
            <a:r>
              <a:rPr lang="en-US" sz="2400" dirty="0" err="1"/>
              <a:t>mühürlüdür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öğretir</a:t>
            </a:r>
            <a:r>
              <a:rPr lang="en-US" sz="2400" dirty="0"/>
              <a:t>: Her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anda</a:t>
            </a:r>
            <a:r>
              <a:rPr lang="en-US" sz="2400" dirty="0"/>
              <a:t> </a:t>
            </a:r>
            <a:r>
              <a:rPr lang="en-US" sz="2400" dirty="0" err="1"/>
              <a:t>uyanmaz</a:t>
            </a:r>
            <a:r>
              <a:rPr lang="en-US" sz="2400" dirty="0"/>
              <a:t>. </a:t>
            </a:r>
            <a:r>
              <a:rPr lang="en-US" sz="2400" dirty="0" err="1"/>
              <a:t>Bazı</a:t>
            </a:r>
            <a:r>
              <a:rPr lang="en-US" sz="2400" dirty="0"/>
              <a:t> </a:t>
            </a:r>
            <a:r>
              <a:rPr lang="en-US" sz="2400" dirty="0" err="1"/>
              <a:t>frekanslar</a:t>
            </a:r>
            <a:r>
              <a:rPr lang="en-US" sz="2400" dirty="0"/>
              <a:t> </a:t>
            </a:r>
            <a:r>
              <a:rPr lang="en-US" sz="2400" dirty="0" err="1"/>
              <a:t>hazır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 O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zorla</a:t>
            </a:r>
            <a:r>
              <a:rPr lang="en-US" sz="2400" dirty="0"/>
              <a:t> fark </a:t>
            </a:r>
            <a:r>
              <a:rPr lang="en-US" sz="2400" dirty="0" err="1"/>
              <a:t>ettirmeye</a:t>
            </a:r>
            <a:r>
              <a:rPr lang="en-US" sz="2400" dirty="0"/>
              <a:t> </a:t>
            </a:r>
            <a:r>
              <a:rPr lang="en-US" sz="2400" dirty="0" err="1"/>
              <a:t>çalışmak</a:t>
            </a:r>
            <a:r>
              <a:rPr lang="en-US" sz="2400" dirty="0"/>
              <a:t>, </a:t>
            </a:r>
            <a:r>
              <a:rPr lang="en-US" sz="2400" dirty="0" err="1"/>
              <a:t>sisteme</a:t>
            </a:r>
            <a:r>
              <a:rPr lang="en-US" sz="2400" dirty="0"/>
              <a:t> </a:t>
            </a:r>
            <a:r>
              <a:rPr lang="en-US" sz="2400" dirty="0" err="1"/>
              <a:t>aykırıdır</a:t>
            </a:r>
            <a:r>
              <a:rPr lang="en-US" sz="2400" dirty="0"/>
              <a:t>.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çağrılana</a:t>
            </a:r>
            <a:r>
              <a:rPr lang="en-US" sz="2400" dirty="0"/>
              <a:t> </a:t>
            </a:r>
            <a:r>
              <a:rPr lang="en-US" sz="2400" dirty="0" err="1"/>
              <a:t>ulaşır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7. </a:t>
            </a:r>
            <a:r>
              <a:rPr lang="en-US" sz="2400" b="1" dirty="0" err="1"/>
              <a:t>Ayet</a:t>
            </a:r>
            <a:r>
              <a:rPr lang="en-US" sz="2400" b="1" dirty="0"/>
              <a:t>: “Allah </a:t>
            </a:r>
            <a:r>
              <a:rPr lang="en-US" sz="2400" b="1" dirty="0" err="1"/>
              <a:t>onların</a:t>
            </a:r>
            <a:r>
              <a:rPr lang="en-US" sz="2400" b="1" dirty="0"/>
              <a:t> </a:t>
            </a:r>
            <a:r>
              <a:rPr lang="en-US" sz="2400" b="1" dirty="0" err="1"/>
              <a:t>kalplerini</a:t>
            </a:r>
            <a:r>
              <a:rPr lang="en-US" sz="2400" b="1" dirty="0"/>
              <a:t>, </a:t>
            </a:r>
            <a:r>
              <a:rPr lang="en-US" sz="2400" b="1" dirty="0" err="1"/>
              <a:t>kulaklarını</a:t>
            </a:r>
            <a:r>
              <a:rPr lang="en-US" sz="2400" b="1" dirty="0"/>
              <a:t> </a:t>
            </a:r>
            <a:r>
              <a:rPr lang="en-US" sz="2400" b="1" dirty="0" err="1"/>
              <a:t>mühürlemiştir</a:t>
            </a:r>
            <a:r>
              <a:rPr lang="en-US" sz="2400" b="1" dirty="0"/>
              <a:t>. </a:t>
            </a:r>
            <a:r>
              <a:rPr lang="en-US" sz="2400" b="1" dirty="0" err="1"/>
              <a:t>Gözlerinde</a:t>
            </a:r>
            <a:r>
              <a:rPr lang="en-US" sz="2400" b="1" dirty="0"/>
              <a:t> </a:t>
            </a:r>
            <a:r>
              <a:rPr lang="en-US" sz="2400" b="1" dirty="0" err="1"/>
              <a:t>perde</a:t>
            </a:r>
            <a:r>
              <a:rPr lang="en-US" sz="2400" b="1" dirty="0"/>
              <a:t> </a:t>
            </a:r>
            <a:r>
              <a:rPr lang="en-US" sz="2400" b="1" dirty="0" err="1"/>
              <a:t>vardır</a:t>
            </a:r>
            <a:r>
              <a:rPr lang="en-US" sz="2400" b="1" dirty="0"/>
              <a:t>. Büyük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azap</a:t>
            </a:r>
            <a:r>
              <a:rPr lang="en-US" sz="2400" b="1" dirty="0"/>
              <a:t> da </a:t>
            </a:r>
            <a:r>
              <a:rPr lang="en-US" sz="2400" b="1" dirty="0" err="1"/>
              <a:t>onlar</a:t>
            </a:r>
            <a:r>
              <a:rPr lang="en-US" sz="2400" b="1" dirty="0"/>
              <a:t> </a:t>
            </a:r>
            <a:r>
              <a:rPr lang="en-US" sz="2400" b="1" dirty="0" err="1"/>
              <a:t>içindir</a:t>
            </a:r>
            <a:r>
              <a:rPr lang="en-US" sz="2400" b="1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mühür</a:t>
            </a:r>
            <a:r>
              <a:rPr lang="en-US" sz="2400" dirty="0"/>
              <a:t>, </a:t>
            </a:r>
            <a:r>
              <a:rPr lang="en-US" sz="2400" dirty="0" err="1"/>
              <a:t>dıştan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ceza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</a:t>
            </a:r>
          </a:p>
          <a:p>
            <a:r>
              <a:rPr lang="en-US" sz="2400" dirty="0"/>
              <a:t>Bu,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seçimlerinin</a:t>
            </a:r>
            <a:r>
              <a:rPr lang="en-US" sz="2400" dirty="0"/>
              <a:t> </a:t>
            </a:r>
            <a:r>
              <a:rPr lang="en-US" sz="2400" dirty="0" err="1"/>
              <a:t>enerjetik</a:t>
            </a:r>
            <a:r>
              <a:rPr lang="en-US" sz="2400" dirty="0"/>
              <a:t> </a:t>
            </a:r>
            <a:r>
              <a:rPr lang="en-US" sz="2400" dirty="0" err="1"/>
              <a:t>sonucudur</a:t>
            </a:r>
            <a:r>
              <a:rPr lang="en-US" sz="2400" dirty="0"/>
              <a:t>.</a:t>
            </a:r>
          </a:p>
          <a:p>
            <a:r>
              <a:rPr lang="en-US" sz="2400" dirty="0"/>
              <a:t>Kalp </a:t>
            </a:r>
            <a:r>
              <a:rPr lang="en-US" sz="2400" dirty="0" err="1"/>
              <a:t>mühürlü</a:t>
            </a:r>
            <a:r>
              <a:rPr lang="en-US" sz="2400" dirty="0"/>
              <a:t>: </a:t>
            </a:r>
            <a:r>
              <a:rPr lang="en-US" sz="2400" dirty="0" err="1"/>
              <a:t>Sevgiye</a:t>
            </a:r>
            <a:r>
              <a:rPr lang="en-US" sz="2400" dirty="0"/>
              <a:t> </a:t>
            </a:r>
            <a:r>
              <a:rPr lang="en-US" sz="2400" dirty="0" err="1"/>
              <a:t>kapalı</a:t>
            </a:r>
            <a:endParaRPr lang="en-US" sz="2400" dirty="0"/>
          </a:p>
          <a:p>
            <a:r>
              <a:rPr lang="en-US" sz="2400" dirty="0"/>
              <a:t>Kulak </a:t>
            </a:r>
            <a:r>
              <a:rPr lang="en-US" sz="2400" dirty="0" err="1"/>
              <a:t>mühürlü</a:t>
            </a:r>
            <a:r>
              <a:rPr lang="en-US" sz="2400" dirty="0"/>
              <a:t>: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duyamaz</a:t>
            </a:r>
            <a:endParaRPr lang="en-US" sz="2400" dirty="0"/>
          </a:p>
          <a:p>
            <a:r>
              <a:rPr lang="en-US" sz="2400" dirty="0" err="1"/>
              <a:t>Göz</a:t>
            </a:r>
            <a:r>
              <a:rPr lang="en-US" sz="2400" dirty="0"/>
              <a:t> </a:t>
            </a:r>
            <a:r>
              <a:rPr lang="en-US" sz="2400" dirty="0" err="1"/>
              <a:t>perdeyle</a:t>
            </a:r>
            <a:r>
              <a:rPr lang="en-US" sz="2400" dirty="0"/>
              <a:t> </a:t>
            </a:r>
            <a:r>
              <a:rPr lang="en-US" sz="2400" dirty="0" err="1"/>
              <a:t>örtülü</a:t>
            </a:r>
            <a:r>
              <a:rPr lang="en-US" sz="2400" dirty="0"/>
              <a:t>: </a:t>
            </a:r>
            <a:r>
              <a:rPr lang="en-US" sz="2400" dirty="0" err="1"/>
              <a:t>Sembolleri</a:t>
            </a:r>
            <a:r>
              <a:rPr lang="en-US" sz="2400" dirty="0"/>
              <a:t> </a:t>
            </a:r>
            <a:r>
              <a:rPr lang="en-US" sz="2400" dirty="0" err="1"/>
              <a:t>okuyamaz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“</a:t>
            </a:r>
            <a:r>
              <a:rPr lang="en-US" sz="2400" dirty="0" err="1"/>
              <a:t>azap</a:t>
            </a:r>
            <a:r>
              <a:rPr lang="en-US" sz="2400" dirty="0"/>
              <a:t>” </a:t>
            </a:r>
            <a:r>
              <a:rPr lang="en-US" sz="2400" dirty="0" err="1"/>
              <a:t>nedir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kopmanın</a:t>
            </a:r>
            <a:r>
              <a:rPr lang="en-US" sz="2400" dirty="0"/>
              <a:t> </a:t>
            </a:r>
            <a:r>
              <a:rPr lang="en-US" sz="2400" dirty="0" err="1"/>
              <a:t>verdiği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boşluk</a:t>
            </a:r>
            <a:r>
              <a:rPr lang="en-US" sz="2400" dirty="0"/>
              <a:t>. Bir </a:t>
            </a:r>
            <a:r>
              <a:rPr lang="en-US" sz="2400" dirty="0" err="1"/>
              <a:t>ruhun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özünden</a:t>
            </a:r>
            <a:r>
              <a:rPr lang="en-US" sz="2400" dirty="0"/>
              <a:t> </a:t>
            </a:r>
            <a:r>
              <a:rPr lang="en-US" sz="2400" dirty="0" err="1"/>
              <a:t>ayrı</a:t>
            </a:r>
            <a:r>
              <a:rPr lang="en-US" sz="2400" dirty="0"/>
              <a:t> </a:t>
            </a:r>
            <a:r>
              <a:rPr lang="en-US" sz="2400" dirty="0" err="1"/>
              <a:t>kalmasının</a:t>
            </a:r>
            <a:r>
              <a:rPr lang="en-US" sz="2400" dirty="0"/>
              <a:t> </a:t>
            </a:r>
            <a:r>
              <a:rPr lang="en-US" sz="2400" dirty="0" err="1"/>
              <a:t>titreşimsel</a:t>
            </a:r>
            <a:r>
              <a:rPr lang="en-US" sz="2400" dirty="0"/>
              <a:t> </a:t>
            </a:r>
            <a:r>
              <a:rPr lang="en-US" sz="2400" dirty="0" err="1"/>
              <a:t>karşılığı</a:t>
            </a:r>
            <a:r>
              <a:rPr lang="en-US" sz="2400" dirty="0"/>
              <a:t>.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867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B3B6121-ADBE-DE78-706C-50611F1D4070}"/>
              </a:ext>
            </a:extLst>
          </p:cNvPr>
          <p:cNvSpPr txBox="1"/>
          <p:nvPr/>
        </p:nvSpPr>
        <p:spPr>
          <a:xfrm>
            <a:off x="0" y="0"/>
            <a:ext cx="6858000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8.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İnsanlardan</a:t>
            </a:r>
            <a:r>
              <a:rPr lang="en-US" sz="2400" b="1" dirty="0"/>
              <a:t> </a:t>
            </a:r>
            <a:r>
              <a:rPr lang="en-US" sz="2400" b="1" dirty="0" err="1"/>
              <a:t>bazıları</a:t>
            </a:r>
            <a:r>
              <a:rPr lang="en-US" sz="2400" b="1" dirty="0"/>
              <a:t> da ‘</a:t>
            </a:r>
            <a:r>
              <a:rPr lang="en-US" sz="2400" b="1" dirty="0" err="1"/>
              <a:t>inandık</a:t>
            </a:r>
            <a:r>
              <a:rPr lang="en-US" sz="2400" b="1" dirty="0"/>
              <a:t>’ </a:t>
            </a:r>
            <a:r>
              <a:rPr lang="en-US" sz="2400" b="1" dirty="0" err="1"/>
              <a:t>derler</a:t>
            </a:r>
            <a:r>
              <a:rPr lang="en-US" sz="2400" b="1" dirty="0"/>
              <a:t>, </a:t>
            </a:r>
            <a:r>
              <a:rPr lang="en-US" sz="2400" b="1" dirty="0" err="1"/>
              <a:t>fakat</a:t>
            </a:r>
            <a:r>
              <a:rPr lang="en-US" sz="2400" b="1" dirty="0"/>
              <a:t> </a:t>
            </a:r>
            <a:r>
              <a:rPr lang="en-US" sz="2400" b="1" dirty="0" err="1"/>
              <a:t>gerçekte</a:t>
            </a:r>
            <a:r>
              <a:rPr lang="en-US" sz="2400" b="1" dirty="0"/>
              <a:t> </a:t>
            </a:r>
            <a:r>
              <a:rPr lang="en-US" sz="2400" b="1" dirty="0" err="1"/>
              <a:t>inanmazlar</a:t>
            </a:r>
            <a:r>
              <a:rPr lang="en-US" sz="2400" b="1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derin</a:t>
            </a:r>
            <a:r>
              <a:rPr lang="en-US" sz="2400" dirty="0"/>
              <a:t> </a:t>
            </a:r>
            <a:r>
              <a:rPr lang="en-US" sz="2400" dirty="0" err="1"/>
              <a:t>yanılsamadır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İçsel</a:t>
            </a:r>
            <a:r>
              <a:rPr lang="en-US" sz="2400" dirty="0"/>
              <a:t> </a:t>
            </a:r>
            <a:r>
              <a:rPr lang="en-US" sz="2400" dirty="0" err="1"/>
              <a:t>ikiyüzlülük</a:t>
            </a:r>
            <a:r>
              <a:rPr lang="en-US" sz="2400" dirty="0"/>
              <a:t>.</a:t>
            </a:r>
          </a:p>
          <a:p>
            <a:r>
              <a:rPr lang="en-US" sz="2400" dirty="0"/>
              <a:t>Dil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söyler</a:t>
            </a:r>
            <a:r>
              <a:rPr lang="en-US" sz="2400" dirty="0"/>
              <a:t>,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inanır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kişi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pozlar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 ama </a:t>
            </a:r>
            <a:r>
              <a:rPr lang="en-US" sz="2400" dirty="0" err="1"/>
              <a:t>özüyle</a:t>
            </a:r>
            <a:r>
              <a:rPr lang="en-US" sz="2400" dirty="0"/>
              <a:t> </a:t>
            </a:r>
            <a:r>
              <a:rPr lang="en-US" sz="2400" dirty="0" err="1"/>
              <a:t>bağlantısızdır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dıştan</a:t>
            </a:r>
            <a:r>
              <a:rPr lang="en-US" sz="2400" dirty="0"/>
              <a:t> “</a:t>
            </a:r>
            <a:r>
              <a:rPr lang="en-US" sz="2400" dirty="0" err="1"/>
              <a:t>uyanmış</a:t>
            </a:r>
            <a:r>
              <a:rPr lang="en-US" sz="2400" dirty="0"/>
              <a:t>” </a:t>
            </a:r>
            <a:r>
              <a:rPr lang="en-US" sz="2400" dirty="0" err="1"/>
              <a:t>görünür</a:t>
            </a:r>
            <a:r>
              <a:rPr lang="en-US" sz="2400" dirty="0"/>
              <a:t>,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kölesidir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uyarı</a:t>
            </a:r>
            <a:r>
              <a:rPr lang="en-US" sz="2400" dirty="0"/>
              <a:t> </a:t>
            </a:r>
            <a:r>
              <a:rPr lang="en-US" sz="2400" dirty="0" err="1"/>
              <a:t>sunar</a:t>
            </a:r>
            <a:r>
              <a:rPr lang="en-US" sz="2400" dirty="0"/>
              <a:t>: </a:t>
            </a:r>
            <a:r>
              <a:rPr lang="en-US" sz="2400" dirty="0" err="1"/>
              <a:t>Kendine</a:t>
            </a:r>
            <a:r>
              <a:rPr lang="en-US" sz="2400" dirty="0"/>
              <a:t> de </a:t>
            </a:r>
            <a:r>
              <a:rPr lang="en-US" sz="2400" dirty="0" err="1"/>
              <a:t>dürüst</a:t>
            </a:r>
            <a:r>
              <a:rPr lang="en-US" sz="2400" dirty="0"/>
              <a:t> </a:t>
            </a:r>
            <a:r>
              <a:rPr lang="en-US" sz="2400" dirty="0" err="1"/>
              <a:t>ol</a:t>
            </a:r>
            <a:r>
              <a:rPr lang="en-US" sz="2400" dirty="0"/>
              <a:t>. </a:t>
            </a:r>
            <a:r>
              <a:rPr lang="en-US" sz="2400" dirty="0" err="1"/>
              <a:t>Dilinle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titreşiminle</a:t>
            </a:r>
            <a:r>
              <a:rPr lang="en-US" sz="2400" dirty="0"/>
              <a:t> </a:t>
            </a:r>
            <a:r>
              <a:rPr lang="en-US" sz="2400" dirty="0" err="1"/>
              <a:t>inan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9.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Allah’ı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iman</a:t>
            </a:r>
            <a:r>
              <a:rPr lang="en-US" sz="2400" b="1" dirty="0"/>
              <a:t> </a:t>
            </a:r>
            <a:r>
              <a:rPr lang="en-US" sz="2400" b="1" dirty="0" err="1"/>
              <a:t>edenleri</a:t>
            </a:r>
            <a:r>
              <a:rPr lang="en-US" sz="2400" b="1" dirty="0"/>
              <a:t> </a:t>
            </a:r>
            <a:r>
              <a:rPr lang="en-US" sz="2400" b="1" dirty="0" err="1"/>
              <a:t>aldatmaya</a:t>
            </a:r>
            <a:r>
              <a:rPr lang="en-US" sz="2400" b="1" dirty="0"/>
              <a:t> </a:t>
            </a:r>
            <a:r>
              <a:rPr lang="en-US" sz="2400" b="1" dirty="0" err="1"/>
              <a:t>çalışırlar</a:t>
            </a:r>
            <a:r>
              <a:rPr lang="en-US" sz="2400" b="1" dirty="0"/>
              <a:t>. </a:t>
            </a:r>
            <a:r>
              <a:rPr lang="en-US" sz="2400" b="1" dirty="0" err="1"/>
              <a:t>Oysa</a:t>
            </a:r>
            <a:r>
              <a:rPr lang="en-US" sz="2400" b="1" dirty="0"/>
              <a:t> </a:t>
            </a:r>
            <a:r>
              <a:rPr lang="en-US" sz="2400" b="1" dirty="0" err="1"/>
              <a:t>yalnızca</a:t>
            </a:r>
            <a:r>
              <a:rPr lang="en-US" sz="2400" b="1" dirty="0"/>
              <a:t> </a:t>
            </a:r>
            <a:r>
              <a:rPr lang="en-US" sz="2400" b="1" dirty="0" err="1"/>
              <a:t>kendilerini</a:t>
            </a:r>
            <a:r>
              <a:rPr lang="en-US" sz="2400" b="1" dirty="0"/>
              <a:t> </a:t>
            </a:r>
            <a:r>
              <a:rPr lang="en-US" sz="2400" b="1" dirty="0" err="1"/>
              <a:t>aldatırlar</a:t>
            </a:r>
            <a:r>
              <a:rPr lang="en-US" sz="2400" b="1" dirty="0"/>
              <a:t>, </a:t>
            </a:r>
            <a:r>
              <a:rPr lang="en-US" sz="2400" b="1" dirty="0" err="1"/>
              <a:t>farkında</a:t>
            </a:r>
            <a:r>
              <a:rPr lang="en-US" sz="2400" b="1" dirty="0"/>
              <a:t> </a:t>
            </a:r>
            <a:r>
              <a:rPr lang="en-US" sz="2400" b="1" dirty="0" err="1"/>
              <a:t>değiller</a:t>
            </a:r>
            <a:r>
              <a:rPr lang="en-US" sz="2400" b="1" dirty="0"/>
              <a:t>.”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manipüle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,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yolunu</a:t>
            </a:r>
            <a:r>
              <a:rPr lang="en-US" sz="2400" dirty="0"/>
              <a:t> </a:t>
            </a:r>
            <a:r>
              <a:rPr lang="en-US" sz="2400" dirty="0" err="1"/>
              <a:t>karartır.Çünkü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, </a:t>
            </a:r>
            <a:r>
              <a:rPr lang="en-US" sz="2400" dirty="0" err="1"/>
              <a:t>aldatılmaya</a:t>
            </a:r>
            <a:r>
              <a:rPr lang="en-US" sz="2400" dirty="0"/>
              <a:t> </a:t>
            </a:r>
            <a:r>
              <a:rPr lang="en-US" sz="2400" dirty="0" err="1"/>
              <a:t>kapalıdır</a:t>
            </a:r>
            <a:r>
              <a:rPr lang="en-US" sz="2400" dirty="0"/>
              <a:t>.</a:t>
            </a:r>
          </a:p>
          <a:p>
            <a:r>
              <a:rPr lang="en-US" sz="2400" dirty="0"/>
              <a:t>Sen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başkasına</a:t>
            </a:r>
            <a:r>
              <a:rPr lang="en-US" sz="2400" dirty="0"/>
              <a:t> “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oyunu</a:t>
            </a:r>
            <a:r>
              <a:rPr lang="en-US" sz="2400" dirty="0"/>
              <a:t>” </a:t>
            </a:r>
            <a:r>
              <a:rPr lang="en-US" sz="2400" dirty="0" err="1"/>
              <a:t>oynadığında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kandırırsın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bize der ki: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oynama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korur</a:t>
            </a:r>
            <a:r>
              <a:rPr lang="en-US" sz="2400" dirty="0"/>
              <a:t>. Ama </a:t>
            </a:r>
            <a:r>
              <a:rPr lang="en-US" sz="2400" dirty="0" err="1"/>
              <a:t>sen</a:t>
            </a:r>
            <a:r>
              <a:rPr lang="en-US" sz="2400" dirty="0"/>
              <a:t>, </a:t>
            </a:r>
            <a:r>
              <a:rPr lang="en-US" sz="2400" dirty="0" err="1"/>
              <a:t>onunla</a:t>
            </a:r>
            <a:r>
              <a:rPr lang="en-US" sz="2400" dirty="0"/>
              <a:t> </a:t>
            </a:r>
            <a:r>
              <a:rPr lang="en-US" sz="2400" dirty="0" err="1"/>
              <a:t>oynarken</a:t>
            </a:r>
            <a:r>
              <a:rPr lang="en-US" sz="2400" dirty="0"/>
              <a:t> </a:t>
            </a:r>
            <a:r>
              <a:rPr lang="en-US" sz="2400" dirty="0" err="1"/>
              <a:t>karanlıkta</a:t>
            </a:r>
            <a:r>
              <a:rPr lang="en-US" sz="2400" dirty="0"/>
              <a:t> </a:t>
            </a:r>
            <a:r>
              <a:rPr lang="en-US" sz="2400" dirty="0" err="1"/>
              <a:t>kalırsın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8751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8618D63-DFCD-EF84-714E-371553FFB3F7}"/>
              </a:ext>
            </a:extLst>
          </p:cNvPr>
          <p:cNvSpPr txBox="1"/>
          <p:nvPr/>
        </p:nvSpPr>
        <p:spPr>
          <a:xfrm>
            <a:off x="0" y="0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10.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Kalplerinde</a:t>
            </a:r>
            <a:r>
              <a:rPr lang="en-US" sz="2400" b="1" dirty="0"/>
              <a:t> </a:t>
            </a:r>
            <a:r>
              <a:rPr lang="en-US" sz="2400" b="1" dirty="0" err="1"/>
              <a:t>hastalık</a:t>
            </a:r>
            <a:r>
              <a:rPr lang="en-US" sz="2400" b="1" dirty="0"/>
              <a:t> </a:t>
            </a:r>
            <a:r>
              <a:rPr lang="en-US" sz="2400" b="1" dirty="0" err="1"/>
              <a:t>vardır</a:t>
            </a:r>
            <a:r>
              <a:rPr lang="en-US" sz="2400" b="1" dirty="0"/>
              <a:t>. Allah da </a:t>
            </a:r>
            <a:r>
              <a:rPr lang="en-US" sz="2400" b="1" dirty="0" err="1"/>
              <a:t>onların</a:t>
            </a:r>
            <a:r>
              <a:rPr lang="en-US" sz="2400" b="1" dirty="0"/>
              <a:t> </a:t>
            </a:r>
            <a:r>
              <a:rPr lang="en-US" sz="2400" b="1" dirty="0" err="1"/>
              <a:t>hastalığını</a:t>
            </a:r>
            <a:r>
              <a:rPr lang="en-US" sz="2400" b="1" dirty="0"/>
              <a:t> </a:t>
            </a:r>
            <a:r>
              <a:rPr lang="en-US" sz="2400" b="1" dirty="0" err="1"/>
              <a:t>artırmıştır</a:t>
            </a:r>
            <a:r>
              <a:rPr lang="en-US" sz="2400" b="1" dirty="0"/>
              <a:t>. Yalan </a:t>
            </a:r>
            <a:r>
              <a:rPr lang="en-US" sz="2400" b="1" dirty="0" err="1"/>
              <a:t>söyledikleri</a:t>
            </a:r>
            <a:r>
              <a:rPr lang="en-US" sz="2400" b="1" dirty="0"/>
              <a:t> </a:t>
            </a:r>
            <a:r>
              <a:rPr lang="en-US" sz="2400" b="1" dirty="0" err="1"/>
              <a:t>için</a:t>
            </a:r>
            <a:r>
              <a:rPr lang="en-US" sz="2400" b="1" dirty="0"/>
              <a:t> </a:t>
            </a:r>
            <a:r>
              <a:rPr lang="en-US" sz="2400" b="1" dirty="0" err="1"/>
              <a:t>onlara</a:t>
            </a:r>
            <a:r>
              <a:rPr lang="en-US" sz="2400" b="1" dirty="0"/>
              <a:t> </a:t>
            </a:r>
            <a:r>
              <a:rPr lang="en-US" sz="2400" b="1" dirty="0" err="1"/>
              <a:t>acıklı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azap</a:t>
            </a:r>
            <a:r>
              <a:rPr lang="en-US" sz="2400" b="1" dirty="0"/>
              <a:t> </a:t>
            </a:r>
            <a:r>
              <a:rPr lang="en-US" sz="2400" b="1" dirty="0" err="1"/>
              <a:t>vardır</a:t>
            </a:r>
            <a:r>
              <a:rPr lang="en-US" sz="2400" b="1" dirty="0"/>
              <a:t>.”</a:t>
            </a:r>
          </a:p>
          <a:p>
            <a:endParaRPr lang="tr-TR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“</a:t>
            </a:r>
            <a:r>
              <a:rPr lang="en-US" sz="2400" dirty="0" err="1"/>
              <a:t>hastalık</a:t>
            </a:r>
            <a:r>
              <a:rPr lang="en-US" sz="2400" dirty="0"/>
              <a:t>”,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İnkar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çelişkiyle</a:t>
            </a:r>
            <a:r>
              <a:rPr lang="en-US" sz="2400" dirty="0"/>
              <a:t> </a:t>
            </a:r>
            <a:r>
              <a:rPr lang="en-US" sz="2400" dirty="0" err="1"/>
              <a:t>oluşmuş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çürüme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yalan</a:t>
            </a:r>
            <a:r>
              <a:rPr lang="en-US" sz="2400" dirty="0"/>
              <a:t> =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düşüklüğü</a:t>
            </a:r>
            <a:endParaRPr lang="en-US" sz="2400" dirty="0"/>
          </a:p>
          <a:p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savunma</a:t>
            </a:r>
            <a:r>
              <a:rPr lang="en-US" sz="2400" dirty="0"/>
              <a:t> = </a:t>
            </a:r>
            <a:r>
              <a:rPr lang="en-US" sz="2400" dirty="0" err="1"/>
              <a:t>Kalpte</a:t>
            </a:r>
            <a:r>
              <a:rPr lang="en-US" sz="2400" dirty="0"/>
              <a:t> </a:t>
            </a:r>
            <a:r>
              <a:rPr lang="en-US" sz="2400" dirty="0" err="1"/>
              <a:t>yoğunlaşan</a:t>
            </a:r>
            <a:r>
              <a:rPr lang="en-US" sz="2400" dirty="0"/>
              <a:t> </a:t>
            </a:r>
            <a:r>
              <a:rPr lang="en-US" sz="2400" dirty="0" err="1"/>
              <a:t>korku</a:t>
            </a:r>
            <a:endParaRPr lang="en-US" sz="2400" dirty="0"/>
          </a:p>
          <a:p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=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bağların</a:t>
            </a:r>
            <a:r>
              <a:rPr lang="en-US" sz="2400" dirty="0"/>
              <a:t> </a:t>
            </a:r>
            <a:r>
              <a:rPr lang="en-US" sz="2400" dirty="0" err="1"/>
              <a:t>kopuşu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Azap</a:t>
            </a:r>
            <a:r>
              <a:rPr lang="en-US" sz="2400" dirty="0"/>
              <a:t>”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ceza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ruhtan</a:t>
            </a:r>
            <a:r>
              <a:rPr lang="en-US" sz="2400" dirty="0"/>
              <a:t> </a:t>
            </a:r>
            <a:r>
              <a:rPr lang="en-US" sz="2400" dirty="0" err="1"/>
              <a:t>uzak</a:t>
            </a:r>
            <a:r>
              <a:rPr lang="en-US" sz="2400" dirty="0"/>
              <a:t> </a:t>
            </a:r>
            <a:r>
              <a:rPr lang="en-US" sz="2400" dirty="0" err="1"/>
              <a:t>yaşamanın</a:t>
            </a:r>
            <a:r>
              <a:rPr lang="en-US" sz="2400" dirty="0"/>
              <a:t> </a:t>
            </a:r>
            <a:r>
              <a:rPr lang="en-US" sz="2400" dirty="0" err="1"/>
              <a:t>doğal</a:t>
            </a:r>
            <a:r>
              <a:rPr lang="en-US" sz="2400" dirty="0"/>
              <a:t> </a:t>
            </a:r>
            <a:r>
              <a:rPr lang="en-US" sz="2400" dirty="0" err="1"/>
              <a:t>enerjisel</a:t>
            </a:r>
            <a:r>
              <a:rPr lang="en-US" sz="2400" dirty="0"/>
              <a:t> </a:t>
            </a:r>
            <a:r>
              <a:rPr lang="en-US" sz="2400" dirty="0" err="1"/>
              <a:t>sonucudur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ayetler</a:t>
            </a:r>
            <a:r>
              <a:rPr lang="en-US" sz="2400" dirty="0"/>
              <a:t>, sana </a:t>
            </a:r>
            <a:r>
              <a:rPr lang="en-US" sz="2400" dirty="0" err="1"/>
              <a:t>uyanmayanları</a:t>
            </a:r>
            <a:r>
              <a:rPr lang="en-US" sz="2400" dirty="0"/>
              <a:t> </a:t>
            </a:r>
            <a:r>
              <a:rPr lang="en-US" sz="2400" dirty="0" err="1"/>
              <a:t>anlatmaz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. </a:t>
            </a:r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mühürlü</a:t>
            </a:r>
            <a:r>
              <a:rPr lang="en-US" sz="2400" dirty="0"/>
              <a:t> </a:t>
            </a:r>
            <a:r>
              <a:rPr lang="en-US" sz="2400" dirty="0" err="1"/>
              <a:t>kalpleri</a:t>
            </a:r>
            <a:r>
              <a:rPr lang="en-US" sz="2400" dirty="0"/>
              <a:t> </a:t>
            </a:r>
            <a:r>
              <a:rPr lang="en-US" sz="2400" dirty="0" err="1"/>
              <a:t>gösterir</a:t>
            </a:r>
            <a:r>
              <a:rPr lang="en-US" sz="2400" dirty="0"/>
              <a:t>. “Ben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inanıyor</a:t>
            </a:r>
            <a:r>
              <a:rPr lang="en-US" sz="2400" dirty="0"/>
              <a:t> </a:t>
            </a:r>
            <a:r>
              <a:rPr lang="en-US" sz="2400" dirty="0" err="1"/>
              <a:t>muyum</a:t>
            </a:r>
            <a:r>
              <a:rPr lang="en-US" sz="2400" dirty="0"/>
              <a:t>?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rol</a:t>
            </a:r>
            <a:r>
              <a:rPr lang="en-US" sz="2400" dirty="0"/>
              <a:t> </a:t>
            </a:r>
            <a:r>
              <a:rPr lang="en-US" sz="2400" dirty="0" err="1"/>
              <a:t>mü</a:t>
            </a:r>
            <a:r>
              <a:rPr lang="en-US" sz="2400" dirty="0"/>
              <a:t> </a:t>
            </a:r>
            <a:r>
              <a:rPr lang="en-US" sz="2400" dirty="0" err="1"/>
              <a:t>oynuyorum</a:t>
            </a:r>
            <a:r>
              <a:rPr lang="en-US" sz="2400" dirty="0"/>
              <a:t>?” Bu </a:t>
            </a:r>
            <a:r>
              <a:rPr lang="en-US" sz="2400" dirty="0" err="1"/>
              <a:t>soruyu</a:t>
            </a:r>
            <a:r>
              <a:rPr lang="en-US" sz="2400" dirty="0"/>
              <a:t> her zaman </a:t>
            </a:r>
            <a:r>
              <a:rPr lang="en-US" sz="2400" dirty="0" err="1"/>
              <a:t>hatırlatır</a:t>
            </a:r>
            <a:r>
              <a:rPr lang="en-US" sz="2400" dirty="0"/>
              <a:t>.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86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16AF298-920B-B980-5F90-524B432176DA}"/>
              </a:ext>
            </a:extLst>
          </p:cNvPr>
          <p:cNvSpPr txBox="1"/>
          <p:nvPr/>
        </p:nvSpPr>
        <p:spPr>
          <a:xfrm>
            <a:off x="0" y="0"/>
            <a:ext cx="6858000" cy="1440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11–15</a:t>
            </a:r>
            <a:br>
              <a:rPr lang="en-US" sz="2400" dirty="0"/>
            </a:b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İkiyüzlü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– </a:t>
            </a:r>
            <a:r>
              <a:rPr lang="en-US" sz="2400" dirty="0" err="1"/>
              <a:t>Gölgeyle</a:t>
            </a:r>
            <a:r>
              <a:rPr lang="en-US" sz="2400" dirty="0"/>
              <a:t> Dans </a:t>
            </a:r>
            <a:r>
              <a:rPr lang="en-US" sz="2400" dirty="0" err="1"/>
              <a:t>Etmeyen</a:t>
            </a:r>
            <a:r>
              <a:rPr lang="en-US" sz="2400" dirty="0"/>
              <a:t> </a:t>
            </a:r>
            <a:r>
              <a:rPr lang="en-US" sz="2400" dirty="0" err="1"/>
              <a:t>Kaybolur</a:t>
            </a:r>
            <a:r>
              <a:rPr lang="en-US" sz="2400" dirty="0"/>
              <a:t>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11.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Onlara</a:t>
            </a:r>
            <a:r>
              <a:rPr lang="en-US" sz="2400" b="1" dirty="0"/>
              <a:t>, ‘</a:t>
            </a:r>
            <a:r>
              <a:rPr lang="en-US" sz="2400" b="1" dirty="0" err="1"/>
              <a:t>Yeryüzünde</a:t>
            </a:r>
            <a:r>
              <a:rPr lang="en-US" sz="2400" b="1" dirty="0"/>
              <a:t> </a:t>
            </a:r>
            <a:r>
              <a:rPr lang="en-US" sz="2400" b="1" dirty="0" err="1"/>
              <a:t>bozgunculuk</a:t>
            </a:r>
            <a:r>
              <a:rPr lang="en-US" sz="2400" b="1" dirty="0"/>
              <a:t> </a:t>
            </a:r>
            <a:r>
              <a:rPr lang="en-US" sz="2400" b="1" dirty="0" err="1"/>
              <a:t>yapmayın</a:t>
            </a:r>
            <a:r>
              <a:rPr lang="en-US" sz="2400" b="1" dirty="0"/>
              <a:t>’ </a:t>
            </a:r>
            <a:r>
              <a:rPr lang="en-US" sz="2400" b="1" dirty="0" err="1"/>
              <a:t>denildiğinde</a:t>
            </a:r>
            <a:r>
              <a:rPr lang="en-US" sz="2400" b="1" dirty="0"/>
              <a:t>, ‘Biz </a:t>
            </a:r>
            <a:r>
              <a:rPr lang="en-US" sz="2400" b="1" dirty="0" err="1"/>
              <a:t>sadece</a:t>
            </a:r>
            <a:r>
              <a:rPr lang="en-US" sz="2400" b="1" dirty="0"/>
              <a:t> </a:t>
            </a:r>
            <a:r>
              <a:rPr lang="en-US" sz="2400" b="1" dirty="0" err="1"/>
              <a:t>ıslah</a:t>
            </a:r>
            <a:r>
              <a:rPr lang="en-US" sz="2400" b="1" dirty="0"/>
              <a:t> </a:t>
            </a:r>
            <a:r>
              <a:rPr lang="en-US" sz="2400" b="1" dirty="0" err="1"/>
              <a:t>edicileriz</a:t>
            </a:r>
            <a:r>
              <a:rPr lang="en-US" sz="2400" b="1" dirty="0"/>
              <a:t>’ </a:t>
            </a:r>
            <a:r>
              <a:rPr lang="en-US" sz="2400" b="1" dirty="0" err="1"/>
              <a:t>derler</a:t>
            </a:r>
            <a:r>
              <a:rPr lang="en-US" sz="2400" b="1" dirty="0"/>
              <a:t>.”</a:t>
            </a:r>
            <a:endParaRPr lang="en-US" sz="2400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yalanını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sanmasını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Kendini</a:t>
            </a:r>
            <a:r>
              <a:rPr lang="en-US" sz="2400" dirty="0"/>
              <a:t> “</a:t>
            </a:r>
            <a:r>
              <a:rPr lang="en-US" sz="2400" dirty="0" err="1"/>
              <a:t>düzen</a:t>
            </a:r>
            <a:r>
              <a:rPr lang="en-US" sz="2400" dirty="0"/>
              <a:t> </a:t>
            </a:r>
            <a:r>
              <a:rPr lang="en-US" sz="2400" dirty="0" err="1"/>
              <a:t>kurucu</a:t>
            </a:r>
            <a:r>
              <a:rPr lang="en-US" sz="2400" dirty="0"/>
              <a:t>” </a:t>
            </a:r>
            <a:r>
              <a:rPr lang="en-US" sz="2400" dirty="0" err="1"/>
              <a:t>zanneder</a:t>
            </a:r>
            <a:r>
              <a:rPr lang="en-US" sz="2400" dirty="0"/>
              <a:t>,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içe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ışığını</a:t>
            </a:r>
            <a:r>
              <a:rPr lang="en-US" sz="2400" dirty="0"/>
              <a:t> </a:t>
            </a:r>
            <a:r>
              <a:rPr lang="en-US" sz="2400" dirty="0" err="1"/>
              <a:t>sabote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“Ben </a:t>
            </a:r>
            <a:r>
              <a:rPr lang="en-US" sz="2400" dirty="0" err="1"/>
              <a:t>iyilik</a:t>
            </a:r>
            <a:r>
              <a:rPr lang="en-US" sz="2400" dirty="0"/>
              <a:t> </a:t>
            </a:r>
            <a:r>
              <a:rPr lang="en-US" sz="2400" dirty="0" err="1"/>
              <a:t>yapıyorum</a:t>
            </a:r>
            <a:r>
              <a:rPr lang="en-US" sz="2400" dirty="0"/>
              <a:t>” </a:t>
            </a:r>
            <a:r>
              <a:rPr lang="en-US" sz="2400" dirty="0" err="1"/>
              <a:t>diyen</a:t>
            </a:r>
            <a:r>
              <a:rPr lang="en-US" sz="2400" dirty="0"/>
              <a:t> </a:t>
            </a:r>
            <a:r>
              <a:rPr lang="en-US" sz="2400" dirty="0" err="1"/>
              <a:t>herkes</a:t>
            </a:r>
            <a:r>
              <a:rPr lang="en-US" sz="2400" dirty="0"/>
              <a:t>,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iyilik</a:t>
            </a:r>
            <a:r>
              <a:rPr lang="en-US" sz="2400" dirty="0"/>
              <a:t> </a:t>
            </a:r>
            <a:r>
              <a:rPr lang="en-US" sz="2400" dirty="0" err="1"/>
              <a:t>yapmaz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kaos</a:t>
            </a:r>
            <a:r>
              <a:rPr lang="en-US" sz="2400" dirty="0"/>
              <a:t> </a:t>
            </a:r>
            <a:r>
              <a:rPr lang="en-US" sz="2400" dirty="0" err="1"/>
              <a:t>varsa</a:t>
            </a:r>
            <a:r>
              <a:rPr lang="en-US" sz="2400" dirty="0"/>
              <a:t>, </a:t>
            </a:r>
            <a:r>
              <a:rPr lang="en-US" sz="2400" dirty="0" err="1"/>
              <a:t>kurduğun</a:t>
            </a:r>
            <a:r>
              <a:rPr lang="en-US" sz="2400" dirty="0"/>
              <a:t> her </a:t>
            </a:r>
            <a:r>
              <a:rPr lang="en-US" sz="2400" dirty="0" err="1"/>
              <a:t>düzen</a:t>
            </a:r>
            <a:r>
              <a:rPr lang="en-US" sz="2400" dirty="0"/>
              <a:t>, ego </a:t>
            </a:r>
            <a:r>
              <a:rPr lang="en-US" sz="2400" dirty="0" err="1"/>
              <a:t>temellidir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</a:p>
          <a:p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İyiliğin</a:t>
            </a:r>
            <a:r>
              <a:rPr lang="en-US" sz="2400" dirty="0"/>
              <a:t> </a:t>
            </a:r>
            <a:r>
              <a:rPr lang="en-US" sz="2400" dirty="0" err="1"/>
              <a:t>niyetini</a:t>
            </a:r>
            <a:r>
              <a:rPr lang="en-US" sz="2400" dirty="0"/>
              <a:t>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kalpten</a:t>
            </a:r>
            <a:r>
              <a:rPr lang="en-US" sz="2400" dirty="0"/>
              <a:t> mi </a:t>
            </a:r>
            <a:r>
              <a:rPr lang="en-US" sz="2400" dirty="0" err="1"/>
              <a:t>yapıyorsun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iyi </a:t>
            </a:r>
            <a:r>
              <a:rPr lang="en-US" sz="2400" dirty="0" err="1"/>
              <a:t>hissetmek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mi?” </a:t>
            </a:r>
          </a:p>
          <a:p>
            <a:endParaRPr lang="tr-TR" sz="2400" dirty="0"/>
          </a:p>
          <a:p>
            <a:r>
              <a:rPr lang="en-US" sz="2400" b="1" dirty="0"/>
              <a:t>12.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Dikkat</a:t>
            </a:r>
            <a:r>
              <a:rPr lang="en-US" sz="2400" b="1" dirty="0"/>
              <a:t> </a:t>
            </a:r>
            <a:r>
              <a:rPr lang="en-US" sz="2400" b="1" dirty="0" err="1"/>
              <a:t>edin</a:t>
            </a:r>
            <a:r>
              <a:rPr lang="en-US" sz="2400" b="1" dirty="0"/>
              <a:t>! </a:t>
            </a:r>
            <a:r>
              <a:rPr lang="en-US" sz="2400" b="1" dirty="0" err="1"/>
              <a:t>Asıl</a:t>
            </a:r>
            <a:r>
              <a:rPr lang="en-US" sz="2400" b="1" dirty="0"/>
              <a:t> </a:t>
            </a:r>
            <a:r>
              <a:rPr lang="en-US" sz="2400" b="1" dirty="0" err="1"/>
              <a:t>bozguncular</a:t>
            </a:r>
            <a:r>
              <a:rPr lang="en-US" sz="2400" b="1" dirty="0"/>
              <a:t> </a:t>
            </a:r>
            <a:r>
              <a:rPr lang="en-US" sz="2400" b="1" dirty="0" err="1"/>
              <a:t>onlardır</a:t>
            </a:r>
            <a:r>
              <a:rPr lang="en-US" sz="2400" b="1" dirty="0"/>
              <a:t> ama </a:t>
            </a:r>
            <a:r>
              <a:rPr lang="en-US" sz="2400" b="1" dirty="0" err="1"/>
              <a:t>farkında</a:t>
            </a:r>
            <a:r>
              <a:rPr lang="en-US" sz="2400" b="1" dirty="0"/>
              <a:t> </a:t>
            </a:r>
            <a:r>
              <a:rPr lang="en-US" sz="2400" b="1" dirty="0" err="1"/>
              <a:t>değillerdir</a:t>
            </a:r>
            <a:r>
              <a:rPr lang="en-US" sz="2400" b="1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farkındalık</a:t>
            </a:r>
            <a:r>
              <a:rPr lang="en-US" sz="2400" dirty="0"/>
              <a:t> </a:t>
            </a:r>
            <a:r>
              <a:rPr lang="en-US" sz="2400" dirty="0" err="1"/>
              <a:t>kaybının</a:t>
            </a:r>
            <a:r>
              <a:rPr lang="en-US" sz="2400" dirty="0"/>
              <a:t> </a:t>
            </a:r>
            <a:r>
              <a:rPr lang="en-US" sz="2400" dirty="0" err="1"/>
              <a:t>ayetidir</a:t>
            </a:r>
            <a:r>
              <a:rPr lang="en-US" sz="2400" dirty="0"/>
              <a:t>.</a:t>
            </a:r>
          </a:p>
          <a:p>
            <a:r>
              <a:rPr lang="en-US" sz="2400" dirty="0"/>
              <a:t>En </a:t>
            </a:r>
            <a:r>
              <a:rPr lang="en-US" sz="2400" dirty="0" err="1"/>
              <a:t>tehlikeli</a:t>
            </a:r>
            <a:r>
              <a:rPr lang="en-US" sz="2400" dirty="0"/>
              <a:t> </a:t>
            </a:r>
            <a:r>
              <a:rPr lang="en-US" sz="2400" dirty="0" err="1"/>
              <a:t>yanılsama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gölgeni</a:t>
            </a:r>
            <a:r>
              <a:rPr lang="en-US" sz="2400" dirty="0"/>
              <a:t> </a:t>
            </a:r>
            <a:r>
              <a:rPr lang="en-US" sz="2400" dirty="0" err="1"/>
              <a:t>melek</a:t>
            </a:r>
            <a:r>
              <a:rPr lang="en-US" sz="2400" dirty="0"/>
              <a:t> </a:t>
            </a:r>
            <a:r>
              <a:rPr lang="en-US" sz="2400" dirty="0" err="1"/>
              <a:t>sanmaktır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kişiler</a:t>
            </a:r>
            <a:r>
              <a:rPr lang="en-US" sz="2400" dirty="0"/>
              <a:t>, </a:t>
            </a:r>
            <a:r>
              <a:rPr lang="en-US" sz="2400" dirty="0" err="1"/>
              <a:t>dışta</a:t>
            </a:r>
            <a:r>
              <a:rPr lang="en-US" sz="2400" dirty="0"/>
              <a:t>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görünür</a:t>
            </a:r>
            <a:endParaRPr lang="en-US" sz="2400" dirty="0"/>
          </a:p>
          <a:p>
            <a:r>
              <a:rPr lang="en-US" sz="2400" dirty="0"/>
              <a:t>ama </a:t>
            </a:r>
            <a:r>
              <a:rPr lang="en-US" sz="2400" dirty="0" err="1"/>
              <a:t>içte</a:t>
            </a:r>
            <a:r>
              <a:rPr lang="en-US" sz="2400" dirty="0"/>
              <a:t> </a:t>
            </a:r>
            <a:r>
              <a:rPr lang="en-US" sz="2400" dirty="0" err="1"/>
              <a:t>bastırılmış</a:t>
            </a:r>
            <a:r>
              <a:rPr lang="en-US" sz="2400" dirty="0"/>
              <a:t> </a:t>
            </a:r>
            <a:r>
              <a:rPr lang="en-US" sz="2400" dirty="0" err="1"/>
              <a:t>karanlıkla</a:t>
            </a:r>
            <a:r>
              <a:rPr lang="en-US" sz="2400" dirty="0"/>
              <a:t> </a:t>
            </a:r>
            <a:r>
              <a:rPr lang="en-US" sz="2400" dirty="0" err="1"/>
              <a:t>hareket</a:t>
            </a:r>
            <a:r>
              <a:rPr lang="en-US" sz="2400" dirty="0"/>
              <a:t> </a:t>
            </a:r>
            <a:r>
              <a:rPr lang="en-US" sz="2400" dirty="0" err="1"/>
              <a:t>ederler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Senin </a:t>
            </a:r>
            <a:r>
              <a:rPr lang="en-US" sz="2400" dirty="0" err="1"/>
              <a:t>içindeki</a:t>
            </a:r>
            <a:r>
              <a:rPr lang="en-US" sz="2400" dirty="0"/>
              <a:t> “</a:t>
            </a:r>
            <a:r>
              <a:rPr lang="en-US" sz="2400" dirty="0" err="1"/>
              <a:t>ıslah</a:t>
            </a:r>
            <a:r>
              <a:rPr lang="en-US" sz="2400" dirty="0"/>
              <a:t> </a:t>
            </a:r>
            <a:r>
              <a:rPr lang="en-US" sz="2400" dirty="0" err="1"/>
              <a:t>edici</a:t>
            </a:r>
            <a:r>
              <a:rPr lang="en-US" sz="2400" dirty="0"/>
              <a:t>”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konuşuyor</a:t>
            </a:r>
            <a:r>
              <a:rPr lang="en-US" sz="2400" dirty="0"/>
              <a:t>? </a:t>
            </a:r>
            <a:r>
              <a:rPr lang="en-US" sz="2400" dirty="0" err="1"/>
              <a:t>Kalbin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egon</a:t>
            </a:r>
            <a:r>
              <a:rPr lang="en-US" sz="2400" dirty="0"/>
              <a:t> mu?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denetime</a:t>
            </a:r>
            <a:r>
              <a:rPr lang="en-US" sz="2400" dirty="0"/>
              <a:t> </a:t>
            </a:r>
            <a:r>
              <a:rPr lang="en-US" sz="2400" dirty="0" err="1"/>
              <a:t>çağırır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görebiliyor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16613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9AA69D5-B173-D2FD-FF48-33EB0B40156B}"/>
              </a:ext>
            </a:extLst>
          </p:cNvPr>
          <p:cNvSpPr txBox="1"/>
          <p:nvPr/>
        </p:nvSpPr>
        <p:spPr>
          <a:xfrm>
            <a:off x="0" y="0"/>
            <a:ext cx="6777990" cy="1191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13.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Onlara</a:t>
            </a:r>
            <a:r>
              <a:rPr lang="en-US" sz="2400" b="1" dirty="0"/>
              <a:t>, ‘</a:t>
            </a:r>
            <a:r>
              <a:rPr lang="en-US" sz="2400" b="1" dirty="0" err="1"/>
              <a:t>İnsanların</a:t>
            </a:r>
            <a:r>
              <a:rPr lang="en-US" sz="2400" b="1" dirty="0"/>
              <a:t> </a:t>
            </a:r>
            <a:r>
              <a:rPr lang="en-US" sz="2400" b="1" dirty="0" err="1"/>
              <a:t>inandığı</a:t>
            </a:r>
            <a:r>
              <a:rPr lang="en-US" sz="2400" b="1" dirty="0"/>
              <a:t> </a:t>
            </a:r>
            <a:r>
              <a:rPr lang="en-US" sz="2400" b="1" dirty="0" err="1"/>
              <a:t>gibi</a:t>
            </a:r>
            <a:r>
              <a:rPr lang="en-US" sz="2400" b="1" dirty="0"/>
              <a:t> </a:t>
            </a:r>
            <a:r>
              <a:rPr lang="en-US" sz="2400" b="1" dirty="0" err="1"/>
              <a:t>inanın</a:t>
            </a:r>
            <a:r>
              <a:rPr lang="en-US" sz="2400" b="1" dirty="0"/>
              <a:t>’ </a:t>
            </a:r>
            <a:r>
              <a:rPr lang="en-US" sz="2400" b="1" dirty="0" err="1"/>
              <a:t>denildiğinde</a:t>
            </a:r>
            <a:r>
              <a:rPr lang="en-US" sz="2400" b="1" dirty="0"/>
              <a:t>, ‘Biz de o </a:t>
            </a:r>
            <a:r>
              <a:rPr lang="en-US" sz="2400" b="1" dirty="0" err="1"/>
              <a:t>akılsızlar</a:t>
            </a:r>
            <a:r>
              <a:rPr lang="en-US" sz="2400" b="1" dirty="0"/>
              <a:t> </a:t>
            </a:r>
            <a:r>
              <a:rPr lang="en-US" sz="2400" b="1" dirty="0" err="1"/>
              <a:t>gibi</a:t>
            </a:r>
            <a:r>
              <a:rPr lang="en-US" sz="2400" b="1" dirty="0"/>
              <a:t> mi </a:t>
            </a:r>
            <a:r>
              <a:rPr lang="en-US" sz="2400" b="1" dirty="0" err="1"/>
              <a:t>inanacağız</a:t>
            </a:r>
            <a:r>
              <a:rPr lang="en-US" sz="2400" b="1" dirty="0"/>
              <a:t>?’ </a:t>
            </a:r>
            <a:r>
              <a:rPr lang="en-US" sz="2400" b="1" dirty="0" err="1"/>
              <a:t>derler</a:t>
            </a:r>
            <a:r>
              <a:rPr lang="en-US" sz="2400" b="1" dirty="0"/>
              <a:t>. </a:t>
            </a:r>
            <a:r>
              <a:rPr lang="en-US" sz="2400" b="1" dirty="0" err="1"/>
              <a:t>Oysa</a:t>
            </a:r>
            <a:r>
              <a:rPr lang="en-US" sz="2400" b="1" dirty="0"/>
              <a:t> </a:t>
            </a:r>
            <a:r>
              <a:rPr lang="en-US" sz="2400" b="1" dirty="0" err="1"/>
              <a:t>asıl</a:t>
            </a:r>
            <a:r>
              <a:rPr lang="en-US" sz="2400" b="1" dirty="0"/>
              <a:t> </a:t>
            </a:r>
            <a:r>
              <a:rPr lang="en-US" sz="2400" b="1" dirty="0" err="1"/>
              <a:t>akılsızlar</a:t>
            </a:r>
            <a:r>
              <a:rPr lang="en-US" sz="2400" b="1" dirty="0"/>
              <a:t> </a:t>
            </a:r>
            <a:r>
              <a:rPr lang="en-US" sz="2400" b="1" dirty="0" err="1"/>
              <a:t>kendileridir</a:t>
            </a:r>
            <a:r>
              <a:rPr lang="en-US" sz="2400" b="1" dirty="0"/>
              <a:t>, </a:t>
            </a:r>
            <a:r>
              <a:rPr lang="en-US" sz="2400" b="1" dirty="0" err="1"/>
              <a:t>fakat</a:t>
            </a:r>
            <a:r>
              <a:rPr lang="en-US" sz="2400" b="1" dirty="0"/>
              <a:t> </a:t>
            </a:r>
            <a:r>
              <a:rPr lang="en-US" sz="2400" b="1" dirty="0" err="1"/>
              <a:t>bilmezler</a:t>
            </a:r>
            <a:r>
              <a:rPr lang="en-US" sz="2400" b="1" dirty="0"/>
              <a:t>.”</a:t>
            </a:r>
            <a:endParaRPr lang="tr-TR" sz="2400" b="1" dirty="0"/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</a:t>
            </a:r>
            <a:r>
              <a:rPr lang="en-US" sz="2400" dirty="0" err="1"/>
              <a:t>kişiler,kalpten</a:t>
            </a:r>
            <a:r>
              <a:rPr lang="en-US" sz="2400" dirty="0"/>
              <a:t> </a:t>
            </a:r>
            <a:r>
              <a:rPr lang="en-US" sz="2400" dirty="0" err="1"/>
              <a:t>inananları</a:t>
            </a:r>
            <a:r>
              <a:rPr lang="en-US" sz="2400" dirty="0"/>
              <a:t> </a:t>
            </a:r>
            <a:r>
              <a:rPr lang="en-US" sz="2400" dirty="0" err="1"/>
              <a:t>küçümseyen</a:t>
            </a:r>
            <a:r>
              <a:rPr lang="en-US" sz="2400" dirty="0"/>
              <a:t> </a:t>
            </a:r>
            <a:r>
              <a:rPr lang="en-US" sz="2400" dirty="0" err="1"/>
              <a:t>zihinlerdir.Onlara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inanç</a:t>
            </a:r>
            <a:r>
              <a:rPr lang="en-US" sz="2400" dirty="0"/>
              <a:t>, </a:t>
            </a:r>
            <a:r>
              <a:rPr lang="en-US" sz="2400" dirty="0" err="1"/>
              <a:t>saflık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aptallıktır</a:t>
            </a:r>
            <a:r>
              <a:rPr lang="en-US" sz="2400" dirty="0"/>
              <a:t>.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 </a:t>
            </a:r>
            <a:r>
              <a:rPr lang="en-US" sz="2400" dirty="0" err="1"/>
              <a:t>ki:Aklı</a:t>
            </a:r>
            <a:r>
              <a:rPr lang="en-US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koyan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körlük</a:t>
            </a:r>
            <a:r>
              <a:rPr lang="en-US" sz="2400" dirty="0"/>
              <a:t> </a:t>
            </a:r>
            <a:r>
              <a:rPr lang="en-US" sz="2400" dirty="0" err="1"/>
              <a:t>içindedir.Bu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akıl</a:t>
            </a:r>
            <a:r>
              <a:rPr lang="en-US" sz="2400" dirty="0"/>
              <a:t>,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doğan</a:t>
            </a:r>
            <a:r>
              <a:rPr lang="en-US" sz="2400" dirty="0"/>
              <a:t> </a:t>
            </a:r>
            <a:r>
              <a:rPr lang="en-US" sz="2400" dirty="0" err="1"/>
              <a:t>farkındalıktır</a:t>
            </a:r>
            <a:r>
              <a:rPr lang="en-US" sz="2400" dirty="0"/>
              <a:t>. </a:t>
            </a:r>
            <a:r>
              <a:rPr lang="en-US" sz="2400" dirty="0" err="1"/>
              <a:t>Diğerleri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programlanmış</a:t>
            </a:r>
            <a:r>
              <a:rPr lang="en-US" sz="2400" dirty="0"/>
              <a:t> </a:t>
            </a:r>
            <a:r>
              <a:rPr lang="en-US" sz="2400" dirty="0" err="1"/>
              <a:t>zekâdır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14. </a:t>
            </a:r>
            <a:r>
              <a:rPr lang="en-US" sz="2400" b="1" dirty="0" err="1"/>
              <a:t>Ayet</a:t>
            </a:r>
            <a:r>
              <a:rPr lang="en-US" sz="2400" b="1" dirty="0"/>
              <a:t>: “İman </a:t>
            </a:r>
            <a:r>
              <a:rPr lang="en-US" sz="2400" b="1" dirty="0" err="1"/>
              <a:t>edenlerle</a:t>
            </a:r>
            <a:r>
              <a:rPr lang="en-US" sz="2400" b="1" dirty="0"/>
              <a:t> </a:t>
            </a:r>
            <a:r>
              <a:rPr lang="en-US" sz="2400" b="1" dirty="0" err="1"/>
              <a:t>karşılaştıklarında</a:t>
            </a:r>
            <a:r>
              <a:rPr lang="en-US" sz="2400" b="1" dirty="0"/>
              <a:t>, ‘</a:t>
            </a:r>
            <a:r>
              <a:rPr lang="en-US" sz="2400" b="1" dirty="0" err="1"/>
              <a:t>İnandık</a:t>
            </a:r>
            <a:r>
              <a:rPr lang="en-US" sz="2400" b="1" dirty="0"/>
              <a:t>’ </a:t>
            </a:r>
            <a:r>
              <a:rPr lang="en-US" sz="2400" b="1" dirty="0" err="1"/>
              <a:t>derler</a:t>
            </a:r>
            <a:r>
              <a:rPr lang="en-US" sz="2400" b="1" dirty="0"/>
              <a:t>. </a:t>
            </a:r>
            <a:r>
              <a:rPr lang="en-US" sz="2400" b="1" dirty="0" err="1"/>
              <a:t>Fakat</a:t>
            </a:r>
            <a:r>
              <a:rPr lang="en-US" sz="2400" b="1" dirty="0"/>
              <a:t> </a:t>
            </a:r>
            <a:r>
              <a:rPr lang="en-US" sz="2400" b="1" dirty="0" err="1"/>
              <a:t>şeytanlarıyla</a:t>
            </a:r>
            <a:r>
              <a:rPr lang="en-US" sz="2400" b="1" dirty="0"/>
              <a:t> </a:t>
            </a:r>
            <a:r>
              <a:rPr lang="en-US" sz="2400" b="1" dirty="0" err="1"/>
              <a:t>baş</a:t>
            </a:r>
            <a:r>
              <a:rPr lang="en-US" sz="2400" b="1" dirty="0"/>
              <a:t> </a:t>
            </a:r>
            <a:r>
              <a:rPr lang="en-US" sz="2400" b="1" dirty="0" err="1"/>
              <a:t>başa</a:t>
            </a:r>
            <a:r>
              <a:rPr lang="en-US" sz="2400" b="1" dirty="0"/>
              <a:t> </a:t>
            </a:r>
            <a:r>
              <a:rPr lang="en-US" sz="2400" b="1" dirty="0" err="1"/>
              <a:t>kaldıklarında</a:t>
            </a:r>
            <a:r>
              <a:rPr lang="en-US" sz="2400" b="1" dirty="0"/>
              <a:t>, ‘Biz </a:t>
            </a:r>
            <a:r>
              <a:rPr lang="en-US" sz="2400" b="1" dirty="0" err="1"/>
              <a:t>sizinleyiz</a:t>
            </a:r>
            <a:r>
              <a:rPr lang="en-US" sz="2400" b="1" dirty="0"/>
              <a:t>, </a:t>
            </a:r>
            <a:r>
              <a:rPr lang="en-US" sz="2400" b="1" dirty="0" err="1"/>
              <a:t>onlarla</a:t>
            </a:r>
            <a:r>
              <a:rPr lang="en-US" sz="2400" b="1" dirty="0"/>
              <a:t> </a:t>
            </a:r>
            <a:r>
              <a:rPr lang="en-US" sz="2400" b="1" dirty="0" err="1"/>
              <a:t>sadece</a:t>
            </a:r>
            <a:r>
              <a:rPr lang="en-US" sz="2400" b="1" dirty="0"/>
              <a:t> </a:t>
            </a:r>
            <a:r>
              <a:rPr lang="en-US" sz="2400" b="1" dirty="0" err="1"/>
              <a:t>alay</a:t>
            </a:r>
            <a:r>
              <a:rPr lang="en-US" sz="2400" b="1" dirty="0"/>
              <a:t> </a:t>
            </a:r>
            <a:r>
              <a:rPr lang="en-US" sz="2400" b="1" dirty="0" err="1"/>
              <a:t>ediyoruz</a:t>
            </a:r>
            <a:r>
              <a:rPr lang="en-US" sz="2400" b="1" dirty="0"/>
              <a:t>’ </a:t>
            </a:r>
            <a:r>
              <a:rPr lang="en-US" sz="2400" b="1" dirty="0" err="1"/>
              <a:t>derler</a:t>
            </a:r>
            <a:r>
              <a:rPr lang="en-US" sz="2400" b="1" dirty="0"/>
              <a:t>.”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Bu, </a:t>
            </a:r>
            <a:r>
              <a:rPr lang="en-US" sz="2400" dirty="0" err="1"/>
              <a:t>çift</a:t>
            </a:r>
            <a:r>
              <a:rPr lang="en-US" sz="2400" dirty="0"/>
              <a:t> </a:t>
            </a:r>
            <a:r>
              <a:rPr lang="en-US" sz="2400" dirty="0" err="1"/>
              <a:t>frekanslı</a:t>
            </a:r>
            <a:r>
              <a:rPr lang="en-US" sz="2400" dirty="0"/>
              <a:t> </a:t>
            </a:r>
            <a:r>
              <a:rPr lang="en-US" sz="2400" dirty="0" err="1"/>
              <a:t>bilinçlerin</a:t>
            </a:r>
            <a:r>
              <a:rPr lang="en-US" sz="2400" dirty="0"/>
              <a:t> </a:t>
            </a:r>
            <a:r>
              <a:rPr lang="en-US" sz="2400" dirty="0" err="1"/>
              <a:t>ayetidir.İki</a:t>
            </a:r>
            <a:r>
              <a:rPr lang="en-US" sz="2400" dirty="0"/>
              <a:t> role </a:t>
            </a:r>
            <a:r>
              <a:rPr lang="en-US" sz="2400" dirty="0" err="1"/>
              <a:t>sahip</a:t>
            </a:r>
            <a:r>
              <a:rPr lang="en-US" sz="2400" dirty="0"/>
              <a:t> </a:t>
            </a:r>
            <a:r>
              <a:rPr lang="en-US" sz="2400" dirty="0" err="1"/>
              <a:t>zihin:Işıkla</a:t>
            </a:r>
            <a:r>
              <a:rPr lang="en-US" sz="2400" dirty="0"/>
              <a:t> </a:t>
            </a:r>
            <a:r>
              <a:rPr lang="en-US" sz="2400" dirty="0" err="1"/>
              <a:t>karşılaştığında</a:t>
            </a:r>
            <a:r>
              <a:rPr lang="en-US" sz="2400" dirty="0"/>
              <a:t> “ben de </a:t>
            </a:r>
            <a:r>
              <a:rPr lang="en-US" sz="2400" dirty="0" err="1"/>
              <a:t>sizdenim</a:t>
            </a:r>
            <a:r>
              <a:rPr lang="en-US" sz="2400" dirty="0"/>
              <a:t>” der</a:t>
            </a:r>
          </a:p>
          <a:p>
            <a:r>
              <a:rPr lang="en-US" sz="2400" dirty="0" err="1"/>
              <a:t>Gölgesiyle</a:t>
            </a:r>
            <a:r>
              <a:rPr lang="en-US" sz="2400" dirty="0"/>
              <a:t> </a:t>
            </a:r>
            <a:r>
              <a:rPr lang="en-US" sz="2400" dirty="0" err="1"/>
              <a:t>kalınca</a:t>
            </a:r>
            <a:r>
              <a:rPr lang="en-US" sz="2400" dirty="0"/>
              <a:t> “ben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karanlıktayım</a:t>
            </a:r>
            <a:r>
              <a:rPr lang="en-US" sz="2400" dirty="0"/>
              <a:t>” der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Ama </a:t>
            </a:r>
            <a:r>
              <a:rPr lang="en-US" sz="2400" dirty="0" err="1"/>
              <a:t>asıl</a:t>
            </a:r>
            <a:r>
              <a:rPr lang="en-US" sz="2400" dirty="0"/>
              <a:t> </a:t>
            </a:r>
            <a:r>
              <a:rPr lang="en-US" sz="2400" dirty="0" err="1"/>
              <a:t>mesele</a:t>
            </a:r>
            <a:r>
              <a:rPr lang="en-US" sz="2400" dirty="0"/>
              <a:t> </a:t>
            </a:r>
            <a:r>
              <a:rPr lang="en-US" sz="2400" dirty="0" err="1"/>
              <a:t>şu:İçinde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çatışma</a:t>
            </a:r>
            <a:r>
              <a:rPr lang="en-US" sz="2400" dirty="0"/>
              <a:t> </a:t>
            </a:r>
            <a:r>
              <a:rPr lang="en-US" sz="2400" dirty="0" err="1"/>
              <a:t>varsa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iki</a:t>
            </a:r>
            <a:r>
              <a:rPr lang="en-US" sz="2400" dirty="0"/>
              <a:t> </a:t>
            </a:r>
            <a:r>
              <a:rPr lang="en-US" sz="2400" dirty="0" err="1"/>
              <a:t>gerçekliğin</a:t>
            </a:r>
            <a:r>
              <a:rPr lang="en-US" sz="2400" dirty="0"/>
              <a:t> </a:t>
            </a:r>
            <a:r>
              <a:rPr lang="en-US" sz="2400" dirty="0" err="1"/>
              <a:t>ortasında</a:t>
            </a:r>
            <a:r>
              <a:rPr lang="en-US" sz="2400" dirty="0"/>
              <a:t> </a:t>
            </a:r>
            <a:r>
              <a:rPr lang="en-US" sz="2400" dirty="0" err="1"/>
              <a:t>sıkışırsın.Ne</a:t>
            </a:r>
            <a:r>
              <a:rPr lang="en-US" sz="2400" dirty="0"/>
              <a:t> </a:t>
            </a:r>
            <a:r>
              <a:rPr lang="en-US" sz="2400" dirty="0" err="1"/>
              <a:t>ışığa</a:t>
            </a:r>
            <a:r>
              <a:rPr lang="en-US" sz="2400" dirty="0"/>
              <a:t> </a:t>
            </a:r>
            <a:r>
              <a:rPr lang="en-US" sz="2400" dirty="0" err="1"/>
              <a:t>ait</a:t>
            </a:r>
            <a:r>
              <a:rPr lang="en-US" sz="2400" dirty="0"/>
              <a:t> </a:t>
            </a:r>
            <a:r>
              <a:rPr lang="en-US" sz="2400" dirty="0" err="1"/>
              <a:t>olabilirsin,ne</a:t>
            </a:r>
            <a:r>
              <a:rPr lang="en-US" sz="2400" dirty="0"/>
              <a:t> de </a:t>
            </a:r>
            <a:r>
              <a:rPr lang="en-US" sz="2400" dirty="0" err="1"/>
              <a:t>karanlık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sahiplenir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sana, </a:t>
            </a:r>
            <a:r>
              <a:rPr lang="en-US" sz="2400" dirty="0" err="1"/>
              <a:t>samimiyetin</a:t>
            </a:r>
            <a:r>
              <a:rPr lang="en-US" sz="2400" dirty="0"/>
              <a:t> </a:t>
            </a:r>
            <a:r>
              <a:rPr lang="en-US" sz="2400" dirty="0" err="1"/>
              <a:t>şifasını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 “</a:t>
            </a:r>
            <a:r>
              <a:rPr lang="en-US" sz="2400" dirty="0" err="1"/>
              <a:t>İçten</a:t>
            </a:r>
            <a:r>
              <a:rPr lang="en-US" sz="2400" dirty="0"/>
              <a:t> </a:t>
            </a:r>
            <a:r>
              <a:rPr lang="en-US" sz="2400" dirty="0" err="1"/>
              <a:t>ol</a:t>
            </a:r>
            <a:r>
              <a:rPr lang="en-US" sz="2400" dirty="0"/>
              <a:t>. Kime </a:t>
            </a:r>
            <a:r>
              <a:rPr lang="en-US" sz="2400" dirty="0" err="1"/>
              <a:t>döndüysen</a:t>
            </a:r>
            <a:r>
              <a:rPr lang="en-US" sz="2400" dirty="0"/>
              <a:t>, tam </a:t>
            </a:r>
            <a:r>
              <a:rPr lang="en-US" sz="2400" dirty="0" err="1"/>
              <a:t>dön</a:t>
            </a:r>
            <a:r>
              <a:rPr lang="en-US" sz="2400" dirty="0"/>
              <a:t>. </a:t>
            </a:r>
            <a:r>
              <a:rPr lang="en-US" sz="2400" dirty="0" err="1"/>
              <a:t>Işıkla</a:t>
            </a:r>
            <a:r>
              <a:rPr lang="en-US" sz="2400" dirty="0"/>
              <a:t> </a:t>
            </a:r>
            <a:r>
              <a:rPr lang="en-US" sz="2400" dirty="0" err="1"/>
              <a:t>isen</a:t>
            </a:r>
            <a:r>
              <a:rPr lang="en-US" sz="2400" dirty="0"/>
              <a:t>, </a:t>
            </a:r>
            <a:r>
              <a:rPr lang="en-US" sz="2400" dirty="0" err="1"/>
              <a:t>korkma</a:t>
            </a:r>
            <a:r>
              <a:rPr lang="en-US" sz="2400" dirty="0"/>
              <a:t>. </a:t>
            </a:r>
            <a:r>
              <a:rPr lang="en-US" sz="2400" dirty="0" err="1"/>
              <a:t>Karanlıktaysan</a:t>
            </a:r>
            <a:r>
              <a:rPr lang="en-US" sz="2400" dirty="0"/>
              <a:t>, </a:t>
            </a:r>
            <a:r>
              <a:rPr lang="en-US" sz="2400" dirty="0" err="1"/>
              <a:t>oradan</a:t>
            </a:r>
            <a:r>
              <a:rPr lang="en-US" sz="2400" dirty="0"/>
              <a:t> </a:t>
            </a:r>
            <a:r>
              <a:rPr lang="en-US" sz="2400" dirty="0" err="1"/>
              <a:t>neden</a:t>
            </a:r>
            <a:r>
              <a:rPr lang="en-US" sz="2400" dirty="0"/>
              <a:t> </a:t>
            </a:r>
            <a:r>
              <a:rPr lang="en-US" sz="2400" dirty="0" err="1"/>
              <a:t>kaçtığını</a:t>
            </a:r>
            <a:r>
              <a:rPr lang="en-US" sz="2400" dirty="0"/>
              <a:t> fark et.” 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2957678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189721D-203D-3F9A-1DDB-880C2F2EFB5D}"/>
              </a:ext>
            </a:extLst>
          </p:cNvPr>
          <p:cNvSpPr txBox="1"/>
          <p:nvPr/>
        </p:nvSpPr>
        <p:spPr>
          <a:xfrm>
            <a:off x="0" y="1"/>
            <a:ext cx="6858000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15. </a:t>
            </a:r>
            <a:r>
              <a:rPr lang="en-US" sz="2400" b="1" dirty="0" err="1"/>
              <a:t>Ayet</a:t>
            </a:r>
            <a:r>
              <a:rPr lang="en-US" sz="2400" b="1" dirty="0"/>
              <a:t>: “Allah da </a:t>
            </a:r>
            <a:r>
              <a:rPr lang="en-US" sz="2400" b="1" dirty="0" err="1"/>
              <a:t>onlarla</a:t>
            </a:r>
            <a:r>
              <a:rPr lang="en-US" sz="2400" b="1" dirty="0"/>
              <a:t> </a:t>
            </a:r>
            <a:r>
              <a:rPr lang="en-US" sz="2400" b="1" dirty="0" err="1"/>
              <a:t>alay</a:t>
            </a:r>
            <a:r>
              <a:rPr lang="en-US" sz="2400" b="1" dirty="0"/>
              <a:t> </a:t>
            </a:r>
            <a:r>
              <a:rPr lang="en-US" sz="2400" b="1" dirty="0" err="1"/>
              <a:t>eder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azgınlıkları</a:t>
            </a:r>
            <a:r>
              <a:rPr lang="en-US" sz="2400" b="1" dirty="0"/>
              <a:t> </a:t>
            </a:r>
            <a:r>
              <a:rPr lang="en-US" sz="2400" b="1" dirty="0" err="1"/>
              <a:t>içinde</a:t>
            </a:r>
            <a:r>
              <a:rPr lang="en-US" sz="2400" b="1" dirty="0"/>
              <a:t> </a:t>
            </a:r>
            <a:r>
              <a:rPr lang="en-US" sz="2400" b="1" dirty="0" err="1"/>
              <a:t>bocalamalarına</a:t>
            </a:r>
            <a:r>
              <a:rPr lang="en-US" sz="2400" b="1" dirty="0"/>
              <a:t> </a:t>
            </a:r>
            <a:r>
              <a:rPr lang="en-US" sz="2400" b="1" dirty="0" err="1"/>
              <a:t>izin</a:t>
            </a:r>
            <a:r>
              <a:rPr lang="en-US" sz="2400" b="1" dirty="0"/>
              <a:t> </a:t>
            </a:r>
            <a:r>
              <a:rPr lang="en-US" sz="2400" b="1" dirty="0" err="1"/>
              <a:t>verir</a:t>
            </a:r>
            <a:r>
              <a:rPr lang="en-US" sz="2400" b="1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Buradaki</a:t>
            </a:r>
            <a:r>
              <a:rPr lang="en-US" sz="2400" dirty="0"/>
              <a:t> “</a:t>
            </a:r>
            <a:r>
              <a:rPr lang="en-US" sz="2400" dirty="0" err="1"/>
              <a:t>alay</a:t>
            </a:r>
            <a:r>
              <a:rPr lang="en-US" sz="2400" dirty="0"/>
              <a:t>”,</a:t>
            </a:r>
          </a:p>
          <a:p>
            <a:r>
              <a:rPr lang="en-US" sz="2400" dirty="0" err="1"/>
              <a:t>intikam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ayna</a:t>
            </a:r>
            <a:r>
              <a:rPr lang="en-US" sz="2400" dirty="0"/>
              <a:t> </a:t>
            </a:r>
            <a:r>
              <a:rPr lang="en-US" sz="2400" dirty="0" err="1"/>
              <a:t>etkisidir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Ne </a:t>
            </a:r>
            <a:r>
              <a:rPr lang="en-US" sz="2400" dirty="0" err="1"/>
              <a:t>yaparsan</a:t>
            </a:r>
            <a:r>
              <a:rPr lang="en-US" sz="2400" dirty="0"/>
              <a:t>, sana </a:t>
            </a:r>
            <a:r>
              <a:rPr lang="en-US" sz="2400" dirty="0" err="1"/>
              <a:t>geri</a:t>
            </a:r>
            <a:r>
              <a:rPr lang="en-US" sz="2400" dirty="0"/>
              <a:t> </a:t>
            </a:r>
            <a:r>
              <a:rPr lang="en-US" sz="2400" dirty="0" err="1"/>
              <a:t>yansır</a:t>
            </a:r>
            <a:r>
              <a:rPr lang="en-US" sz="2400" dirty="0"/>
              <a:t>.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gerçekliği</a:t>
            </a:r>
            <a:r>
              <a:rPr lang="en-US" sz="2400" dirty="0"/>
              <a:t> </a:t>
            </a:r>
            <a:r>
              <a:rPr lang="en-US" sz="2400" dirty="0" err="1"/>
              <a:t>küçümsersen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labirentine</a:t>
            </a:r>
            <a:r>
              <a:rPr lang="en-US" sz="2400" dirty="0"/>
              <a:t> </a:t>
            </a:r>
            <a:r>
              <a:rPr lang="en-US" sz="2400" dirty="0" err="1"/>
              <a:t>hapseder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ceza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yasasıdır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kez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dürüst</a:t>
            </a:r>
            <a:r>
              <a:rPr lang="en-US" sz="2400" dirty="0"/>
              <a:t> </a:t>
            </a:r>
            <a:r>
              <a:rPr lang="en-US" sz="2400" dirty="0" err="1"/>
              <a:t>olmadığında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bulanır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Yolun</a:t>
            </a:r>
            <a:r>
              <a:rPr lang="en-US" sz="2400" dirty="0"/>
              <a:t> </a:t>
            </a:r>
            <a:r>
              <a:rPr lang="en-US" sz="2400" dirty="0" err="1"/>
              <a:t>karışır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dıştan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kaybolmaya</a:t>
            </a:r>
            <a:r>
              <a:rPr lang="en-US" sz="2400" dirty="0"/>
              <a:t> </a:t>
            </a:r>
            <a:r>
              <a:rPr lang="en-US" sz="2400" dirty="0" err="1"/>
              <a:t>başlarsın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ayetler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münafıklığı</a:t>
            </a:r>
            <a:r>
              <a:rPr lang="en-US" sz="2400" dirty="0"/>
              <a:t> </a:t>
            </a:r>
            <a:r>
              <a:rPr lang="en-US" sz="2400" dirty="0" err="1"/>
              <a:t>anlatmaz</a:t>
            </a:r>
            <a:r>
              <a:rPr lang="en-US" sz="2400" dirty="0"/>
              <a:t>. </a:t>
            </a:r>
            <a:r>
              <a:rPr lang="en-US" sz="2400" dirty="0" err="1"/>
              <a:t>Gölgeyle</a:t>
            </a:r>
            <a:r>
              <a:rPr lang="en-US" sz="2400" dirty="0"/>
              <a:t> </a:t>
            </a:r>
            <a:r>
              <a:rPr lang="en-US" sz="2400" dirty="0" err="1"/>
              <a:t>yüzleşmemiş</a:t>
            </a:r>
            <a:r>
              <a:rPr lang="en-US" sz="2400" dirty="0"/>
              <a:t> </a:t>
            </a:r>
            <a:r>
              <a:rPr lang="en-US" sz="2400" dirty="0" err="1"/>
              <a:t>zihinleri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. </a:t>
            </a:r>
            <a:r>
              <a:rPr lang="en-US" sz="2400" dirty="0" err="1"/>
              <a:t>Samimiyet</a:t>
            </a:r>
            <a:r>
              <a:rPr lang="en-US" sz="2400" dirty="0"/>
              <a:t>,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ilacıdır</a:t>
            </a:r>
            <a:r>
              <a:rPr lang="en-US" sz="2400" dirty="0"/>
              <a:t>. Rol </a:t>
            </a:r>
            <a:r>
              <a:rPr lang="en-US" sz="2400" dirty="0" err="1"/>
              <a:t>yaparak</a:t>
            </a:r>
            <a:r>
              <a:rPr lang="en-US" sz="2400" dirty="0"/>
              <a:t> </a:t>
            </a:r>
            <a:r>
              <a:rPr lang="en-US" sz="2400" dirty="0" err="1"/>
              <a:t>kurtuluş</a:t>
            </a:r>
            <a:r>
              <a:rPr lang="en-US" sz="2400" dirty="0"/>
              <a:t> </a:t>
            </a:r>
            <a:r>
              <a:rPr lang="en-US" sz="2400" dirty="0" err="1"/>
              <a:t>yoktur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Kur’an’ın</a:t>
            </a:r>
            <a:r>
              <a:rPr lang="en-US" sz="2400" dirty="0"/>
              <a:t> </a:t>
            </a:r>
            <a:r>
              <a:rPr lang="en-US" sz="2400" dirty="0" err="1"/>
              <a:t>dili</a:t>
            </a:r>
            <a:r>
              <a:rPr lang="en-US" sz="2400" dirty="0"/>
              <a:t> “</a:t>
            </a:r>
            <a:r>
              <a:rPr lang="en-US" sz="2400" dirty="0" err="1"/>
              <a:t>gerçeklik</a:t>
            </a:r>
            <a:r>
              <a:rPr lang="en-US" sz="2400" dirty="0"/>
              <a:t> </a:t>
            </a:r>
            <a:r>
              <a:rPr lang="en-US" sz="2400" dirty="0" err="1"/>
              <a:t>frekansıdır</a:t>
            </a:r>
            <a:r>
              <a:rPr lang="en-US" sz="2400" dirty="0"/>
              <a:t>.” Sen </a:t>
            </a:r>
            <a:r>
              <a:rPr lang="en-US" sz="2400" dirty="0" err="1"/>
              <a:t>neysen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sana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yansıtır</a:t>
            </a:r>
            <a:r>
              <a:rPr lang="en-US" sz="2400" dirty="0"/>
              <a:t>.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10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C1E012D-B31A-75D0-99D5-C5D5A2409ED3}"/>
              </a:ext>
            </a:extLst>
          </p:cNvPr>
          <p:cNvSpPr txBox="1"/>
          <p:nvPr/>
        </p:nvSpPr>
        <p:spPr>
          <a:xfrm>
            <a:off x="0" y="0"/>
            <a:ext cx="6858000" cy="1240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16–20</a:t>
            </a:r>
            <a:br>
              <a:rPr lang="tr-TR" sz="2000" b="1" dirty="0"/>
            </a:br>
            <a:r>
              <a:rPr lang="en-US" sz="2000" dirty="0" err="1"/>
              <a:t>Bölüm</a:t>
            </a:r>
            <a:r>
              <a:rPr lang="en-US" sz="2000" dirty="0"/>
              <a:t>: “Nuru </a:t>
            </a:r>
            <a:r>
              <a:rPr lang="en-US" sz="2000" dirty="0" err="1"/>
              <a:t>Satmak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Yarı</a:t>
            </a:r>
            <a:r>
              <a:rPr lang="en-US" sz="2000" dirty="0"/>
              <a:t> </a:t>
            </a:r>
            <a:r>
              <a:rPr lang="en-US" sz="2000" dirty="0" err="1"/>
              <a:t>Yolda</a:t>
            </a:r>
            <a:r>
              <a:rPr lang="en-US" sz="2000" dirty="0"/>
              <a:t> </a:t>
            </a:r>
            <a:r>
              <a:rPr lang="en-US" sz="2000" dirty="0" err="1"/>
              <a:t>Kalmak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16. </a:t>
            </a:r>
            <a:r>
              <a:rPr lang="en-US" sz="2000" b="1" dirty="0" err="1"/>
              <a:t>Ayet</a:t>
            </a:r>
            <a:r>
              <a:rPr lang="en-US" sz="2000" b="1" dirty="0"/>
              <a:t>: “</a:t>
            </a:r>
            <a:r>
              <a:rPr lang="en-US" sz="2000" b="1" dirty="0" err="1"/>
              <a:t>İşte</a:t>
            </a:r>
            <a:r>
              <a:rPr lang="en-US" sz="2000" b="1" dirty="0"/>
              <a:t> </a:t>
            </a:r>
            <a:r>
              <a:rPr lang="en-US" sz="2000" b="1" dirty="0" err="1"/>
              <a:t>onlar</a:t>
            </a:r>
            <a:r>
              <a:rPr lang="en-US" sz="2000" b="1" dirty="0"/>
              <a:t>, </a:t>
            </a:r>
            <a:r>
              <a:rPr lang="en-US" sz="2000" b="1" dirty="0" err="1"/>
              <a:t>doğru</a:t>
            </a:r>
            <a:r>
              <a:rPr lang="en-US" sz="2000" b="1" dirty="0"/>
              <a:t> </a:t>
            </a:r>
            <a:r>
              <a:rPr lang="en-US" sz="2000" b="1" dirty="0" err="1"/>
              <a:t>yol</a:t>
            </a:r>
            <a:r>
              <a:rPr lang="en-US" sz="2000" b="1" dirty="0"/>
              <a:t> </a:t>
            </a:r>
            <a:r>
              <a:rPr lang="en-US" sz="2000" b="1" dirty="0" err="1"/>
              <a:t>karşılığında</a:t>
            </a:r>
            <a:r>
              <a:rPr lang="en-US" sz="2000" b="1" dirty="0"/>
              <a:t> </a:t>
            </a:r>
            <a:r>
              <a:rPr lang="en-US" sz="2000" b="1" dirty="0" err="1"/>
              <a:t>sapıklığı</a:t>
            </a:r>
            <a:r>
              <a:rPr lang="en-US" sz="2000" b="1" dirty="0"/>
              <a:t> </a:t>
            </a:r>
            <a:r>
              <a:rPr lang="en-US" sz="2000" b="1" dirty="0" err="1"/>
              <a:t>satın</a:t>
            </a:r>
            <a:r>
              <a:rPr lang="en-US" sz="2000" b="1" dirty="0"/>
              <a:t> </a:t>
            </a:r>
            <a:r>
              <a:rPr lang="en-US" sz="2000" b="1" dirty="0" err="1"/>
              <a:t>alanlardır</a:t>
            </a:r>
            <a:r>
              <a:rPr lang="en-US" sz="2000" b="1" dirty="0"/>
              <a:t>. </a:t>
            </a:r>
            <a:r>
              <a:rPr lang="en-US" sz="2000" b="1" dirty="0" err="1"/>
              <a:t>Ticaretleri</a:t>
            </a:r>
            <a:r>
              <a:rPr lang="en-US" sz="2000" b="1" dirty="0"/>
              <a:t> </a:t>
            </a:r>
            <a:r>
              <a:rPr lang="en-US" sz="2000" b="1" dirty="0" err="1"/>
              <a:t>onlara</a:t>
            </a:r>
            <a:r>
              <a:rPr lang="en-US" sz="2000" b="1" dirty="0"/>
              <a:t> </a:t>
            </a:r>
            <a:r>
              <a:rPr lang="en-US" sz="2000" b="1" dirty="0" err="1"/>
              <a:t>kâr</a:t>
            </a:r>
            <a:r>
              <a:rPr lang="en-US" sz="2000" b="1" dirty="0"/>
              <a:t> </a:t>
            </a:r>
            <a:r>
              <a:rPr lang="en-US" sz="2000" b="1" dirty="0" err="1"/>
              <a:t>sağlamamış</a:t>
            </a:r>
            <a:r>
              <a:rPr lang="en-US" sz="2000" b="1" dirty="0"/>
              <a:t>, </a:t>
            </a:r>
            <a:r>
              <a:rPr lang="en-US" sz="2000" b="1" dirty="0" err="1"/>
              <a:t>doğru</a:t>
            </a:r>
            <a:r>
              <a:rPr lang="en-US" sz="2000" b="1" dirty="0"/>
              <a:t> </a:t>
            </a:r>
            <a:r>
              <a:rPr lang="en-US" sz="2000" b="1" dirty="0" err="1"/>
              <a:t>yolu</a:t>
            </a:r>
            <a:r>
              <a:rPr lang="en-US" sz="2000" b="1" dirty="0"/>
              <a:t> da </a:t>
            </a:r>
            <a:r>
              <a:rPr lang="en-US" sz="2000" b="1" dirty="0" err="1"/>
              <a:t>bulamamışlardır</a:t>
            </a:r>
            <a:r>
              <a:rPr lang="en-US" sz="2000" b="1" dirty="0"/>
              <a:t>.”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 </a:t>
            </a:r>
            <a:r>
              <a:rPr lang="en-US" sz="2000" dirty="0" err="1"/>
              <a:t>frekansını</a:t>
            </a:r>
            <a:r>
              <a:rPr lang="en-US" sz="2000" dirty="0"/>
              <a:t> takas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en-US" sz="2000" dirty="0"/>
              <a:t>.</a:t>
            </a:r>
          </a:p>
          <a:p>
            <a:r>
              <a:rPr lang="en-US" sz="2000" dirty="0"/>
              <a:t>Yani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aslında</a:t>
            </a:r>
            <a:r>
              <a:rPr lang="en-US" sz="2000" dirty="0"/>
              <a:t> </a:t>
            </a:r>
            <a:r>
              <a:rPr lang="en-US" sz="2000" dirty="0" err="1"/>
              <a:t>ışığı</a:t>
            </a:r>
            <a:r>
              <a:rPr lang="en-US" sz="2000" dirty="0"/>
              <a:t> </a:t>
            </a:r>
            <a:r>
              <a:rPr lang="en-US" sz="2000" dirty="0" err="1"/>
              <a:t>biliyorsun</a:t>
            </a:r>
            <a:r>
              <a:rPr lang="en-US" sz="2000" dirty="0"/>
              <a:t>…</a:t>
            </a:r>
          </a:p>
          <a:p>
            <a:r>
              <a:rPr lang="en-US" sz="2000" dirty="0"/>
              <a:t>Ama </a:t>
            </a:r>
            <a:r>
              <a:rPr lang="en-US" sz="2000" dirty="0" err="1"/>
              <a:t>kısa</a:t>
            </a:r>
            <a:r>
              <a:rPr lang="en-US" sz="2000" dirty="0"/>
              <a:t> </a:t>
            </a:r>
            <a:r>
              <a:rPr lang="en-US" sz="2000" dirty="0" err="1"/>
              <a:t>vadeli</a:t>
            </a:r>
            <a:r>
              <a:rPr lang="en-US" sz="2000" dirty="0"/>
              <a:t> </a:t>
            </a:r>
            <a:r>
              <a:rPr lang="en-US" sz="2000" dirty="0" err="1"/>
              <a:t>kazanç</a:t>
            </a:r>
            <a:r>
              <a:rPr lang="en-US" sz="2000" dirty="0"/>
              <a:t>, </a:t>
            </a:r>
            <a:r>
              <a:rPr lang="en-US" sz="2000" dirty="0" err="1"/>
              <a:t>rahatlık</a:t>
            </a:r>
            <a:r>
              <a:rPr lang="en-US" sz="2000" dirty="0"/>
              <a:t>, ego </a:t>
            </a:r>
            <a:r>
              <a:rPr lang="en-US" sz="2000" dirty="0" err="1"/>
              <a:t>tatmini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endParaRPr lang="en-US" sz="2000" dirty="0"/>
          </a:p>
          <a:p>
            <a:r>
              <a:rPr lang="en-US" sz="2000" dirty="0" err="1"/>
              <a:t>gerçeği</a:t>
            </a:r>
            <a:r>
              <a:rPr lang="en-US" sz="2000" dirty="0"/>
              <a:t> takas </a:t>
            </a:r>
            <a:r>
              <a:rPr lang="en-US" sz="2000" dirty="0" err="1"/>
              <a:t>ediyorsun</a:t>
            </a:r>
            <a:r>
              <a:rPr lang="en-US" sz="2000" dirty="0"/>
              <a:t>.</a:t>
            </a:r>
          </a:p>
          <a:p>
            <a:r>
              <a:rPr lang="en-US" sz="2000" dirty="0"/>
              <a:t>Doğru </a:t>
            </a:r>
            <a:r>
              <a:rPr lang="en-US" sz="2000" dirty="0" err="1"/>
              <a:t>yol</a:t>
            </a:r>
            <a:r>
              <a:rPr lang="en-US" sz="2000" dirty="0"/>
              <a:t> = </a:t>
            </a:r>
            <a:r>
              <a:rPr lang="en-US" sz="2000" dirty="0" err="1"/>
              <a:t>Kalbinin</a:t>
            </a:r>
            <a:r>
              <a:rPr lang="en-US" sz="2000" dirty="0"/>
              <a:t> </a:t>
            </a:r>
            <a:r>
              <a:rPr lang="en-US" sz="2000" dirty="0" err="1"/>
              <a:t>rehberliği</a:t>
            </a:r>
            <a:endParaRPr lang="en-US" sz="2000" dirty="0"/>
          </a:p>
          <a:p>
            <a:r>
              <a:rPr lang="en-US" sz="2000" dirty="0" err="1"/>
              <a:t>Sapıklık</a:t>
            </a:r>
            <a:r>
              <a:rPr lang="en-US" sz="2000" dirty="0"/>
              <a:t> = </a:t>
            </a:r>
            <a:r>
              <a:rPr lang="en-US" sz="2000" dirty="0" err="1"/>
              <a:t>Onun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dışsal</a:t>
            </a:r>
            <a:r>
              <a:rPr lang="en-US" sz="2000" dirty="0"/>
              <a:t> </a:t>
            </a:r>
            <a:r>
              <a:rPr lang="en-US" sz="2000" dirty="0" err="1"/>
              <a:t>yönlendirme</a:t>
            </a:r>
            <a:r>
              <a:rPr lang="en-US" sz="2000" dirty="0"/>
              <a:t>, </a:t>
            </a:r>
            <a:r>
              <a:rPr lang="en-US" sz="2000" dirty="0" err="1"/>
              <a:t>sistemsel</a:t>
            </a:r>
            <a:r>
              <a:rPr lang="en-US" sz="2000" dirty="0"/>
              <a:t> </a:t>
            </a:r>
            <a:r>
              <a:rPr lang="en-US" sz="2000" dirty="0" err="1"/>
              <a:t>çıkar</a:t>
            </a:r>
            <a:endParaRPr lang="en-US" sz="2000" dirty="0"/>
          </a:p>
          <a:p>
            <a:r>
              <a:rPr lang="en-US" sz="2000" dirty="0"/>
              <a:t>Ve </a:t>
            </a:r>
            <a:r>
              <a:rPr lang="en-US" sz="2000" dirty="0" err="1"/>
              <a:t>evrenin</a:t>
            </a:r>
            <a:r>
              <a:rPr lang="en-US" sz="2000" dirty="0"/>
              <a:t> </a:t>
            </a:r>
            <a:r>
              <a:rPr lang="en-US" sz="2000" dirty="0" err="1"/>
              <a:t>yasası</a:t>
            </a:r>
            <a:r>
              <a:rPr lang="en-US" sz="2000" dirty="0"/>
              <a:t> </a:t>
            </a:r>
            <a:r>
              <a:rPr lang="en-US" sz="2000" dirty="0" err="1"/>
              <a:t>açık</a:t>
            </a:r>
            <a:r>
              <a:rPr lang="en-US" sz="2000" dirty="0"/>
              <a:t>: “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olmayan</a:t>
            </a:r>
            <a:r>
              <a:rPr lang="en-US" sz="2000" dirty="0"/>
              <a:t> </a:t>
            </a:r>
            <a:r>
              <a:rPr lang="en-US" sz="2000" dirty="0" err="1"/>
              <a:t>hiçbir</a:t>
            </a:r>
            <a:r>
              <a:rPr lang="en-US" sz="2000" dirty="0"/>
              <a:t> </a:t>
            </a:r>
            <a:r>
              <a:rPr lang="en-US" sz="2000" dirty="0" err="1"/>
              <a:t>şey</a:t>
            </a:r>
            <a:r>
              <a:rPr lang="en-US" sz="2000" dirty="0"/>
              <a:t>, </a:t>
            </a:r>
            <a:r>
              <a:rPr lang="en-US" sz="2000" dirty="0" err="1"/>
              <a:t>sürdürülebilir</a:t>
            </a:r>
            <a:r>
              <a:rPr lang="en-US" sz="2000" dirty="0"/>
              <a:t> </a:t>
            </a:r>
            <a:r>
              <a:rPr lang="en-US" sz="2000" dirty="0" err="1"/>
              <a:t>değildir</a:t>
            </a:r>
            <a:r>
              <a:rPr lang="en-US" sz="2000" dirty="0"/>
              <a:t>.” Bu </a:t>
            </a:r>
            <a:r>
              <a:rPr lang="en-US" sz="2000" dirty="0" err="1"/>
              <a:t>yüzden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, </a:t>
            </a:r>
            <a:r>
              <a:rPr lang="en-US" sz="2000" dirty="0" err="1"/>
              <a:t>içten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doğru</a:t>
            </a:r>
            <a:r>
              <a:rPr lang="en-US" sz="2000" dirty="0"/>
              <a:t> </a:t>
            </a:r>
            <a:r>
              <a:rPr lang="en-US" sz="2000" dirty="0" err="1"/>
              <a:t>yönü</a:t>
            </a:r>
            <a:r>
              <a:rPr lang="en-US" sz="2000" dirty="0"/>
              <a:t> </a:t>
            </a:r>
            <a:r>
              <a:rPr lang="en-US" sz="2000" dirty="0" err="1"/>
              <a:t>satarsan,ticaretin</a:t>
            </a:r>
            <a:r>
              <a:rPr lang="en-US" sz="2000" dirty="0"/>
              <a:t> </a:t>
            </a:r>
            <a:r>
              <a:rPr lang="en-US" sz="2000" dirty="0" err="1"/>
              <a:t>zararla</a:t>
            </a:r>
            <a:r>
              <a:rPr lang="en-US" sz="2000" dirty="0"/>
              <a:t> biter.</a:t>
            </a:r>
          </a:p>
          <a:p>
            <a:endParaRPr lang="tr-TR" sz="2000" dirty="0"/>
          </a:p>
          <a:p>
            <a:r>
              <a:rPr lang="en-US" sz="2000" b="1" dirty="0"/>
              <a:t>17. </a:t>
            </a:r>
            <a:r>
              <a:rPr lang="en-US" sz="2000" b="1" dirty="0" err="1"/>
              <a:t>Ayet</a:t>
            </a:r>
            <a:r>
              <a:rPr lang="en-US" sz="2000" b="1" dirty="0"/>
              <a:t>: “</a:t>
            </a:r>
            <a:r>
              <a:rPr lang="en-US" sz="2000" b="1" dirty="0" err="1"/>
              <a:t>Onların</a:t>
            </a:r>
            <a:r>
              <a:rPr lang="en-US" sz="2000" b="1" dirty="0"/>
              <a:t> </a:t>
            </a:r>
            <a:r>
              <a:rPr lang="en-US" sz="2000" b="1" dirty="0" err="1"/>
              <a:t>durumu</a:t>
            </a:r>
            <a:r>
              <a:rPr lang="en-US" sz="2000" b="1" dirty="0"/>
              <a:t>, </a:t>
            </a:r>
            <a:r>
              <a:rPr lang="en-US" sz="2000" b="1" dirty="0" err="1"/>
              <a:t>ateş</a:t>
            </a:r>
            <a:r>
              <a:rPr lang="en-US" sz="2000" b="1" dirty="0"/>
              <a:t> </a:t>
            </a:r>
            <a:r>
              <a:rPr lang="en-US" sz="2000" b="1" dirty="0" err="1"/>
              <a:t>yakan</a:t>
            </a:r>
            <a:r>
              <a:rPr lang="en-US" sz="2000" b="1" dirty="0"/>
              <a:t> </a:t>
            </a:r>
            <a:r>
              <a:rPr lang="en-US" sz="2000" b="1" dirty="0" err="1"/>
              <a:t>kimsenin</a:t>
            </a:r>
            <a:r>
              <a:rPr lang="en-US" sz="2000" b="1" dirty="0"/>
              <a:t> </a:t>
            </a:r>
            <a:r>
              <a:rPr lang="en-US" sz="2000" b="1" dirty="0" err="1"/>
              <a:t>durumu</a:t>
            </a:r>
            <a:r>
              <a:rPr lang="en-US" sz="2000" b="1" dirty="0"/>
              <a:t> </a:t>
            </a:r>
            <a:r>
              <a:rPr lang="en-US" sz="2000" b="1" dirty="0" err="1"/>
              <a:t>gibidir</a:t>
            </a:r>
            <a:r>
              <a:rPr lang="en-US" sz="2000" b="1" dirty="0"/>
              <a:t>. </a:t>
            </a:r>
            <a:r>
              <a:rPr lang="en-US" sz="2000" b="1" dirty="0" err="1"/>
              <a:t>Etrafını</a:t>
            </a:r>
            <a:r>
              <a:rPr lang="en-US" sz="2000" b="1" dirty="0"/>
              <a:t> </a:t>
            </a:r>
            <a:r>
              <a:rPr lang="en-US" sz="2000" b="1" dirty="0" err="1"/>
              <a:t>aydınlatınca</a:t>
            </a:r>
            <a:r>
              <a:rPr lang="en-US" sz="2000" b="1" dirty="0"/>
              <a:t> Allah </a:t>
            </a:r>
            <a:r>
              <a:rPr lang="en-US" sz="2000" b="1" dirty="0" err="1"/>
              <a:t>onların</a:t>
            </a:r>
            <a:r>
              <a:rPr lang="en-US" sz="2000" b="1" dirty="0"/>
              <a:t> </a:t>
            </a:r>
            <a:r>
              <a:rPr lang="en-US" sz="2000" b="1" dirty="0" err="1"/>
              <a:t>nurunu</a:t>
            </a:r>
            <a:r>
              <a:rPr lang="en-US" sz="2000" b="1" dirty="0"/>
              <a:t> </a:t>
            </a:r>
            <a:r>
              <a:rPr lang="en-US" sz="2000" b="1" dirty="0" err="1"/>
              <a:t>alır</a:t>
            </a:r>
            <a:r>
              <a:rPr lang="en-US" sz="2000" b="1" dirty="0"/>
              <a:t> </a:t>
            </a:r>
            <a:r>
              <a:rPr lang="en-US" sz="2000" b="1" dirty="0" err="1"/>
              <a:t>ve</a:t>
            </a:r>
            <a:r>
              <a:rPr lang="en-US" sz="2000" b="1" dirty="0"/>
              <a:t> </a:t>
            </a:r>
            <a:r>
              <a:rPr lang="en-US" sz="2000" b="1" dirty="0" err="1"/>
              <a:t>onları</a:t>
            </a:r>
            <a:r>
              <a:rPr lang="en-US" sz="2000" b="1" dirty="0"/>
              <a:t> </a:t>
            </a:r>
            <a:r>
              <a:rPr lang="en-US" sz="2000" b="1" dirty="0" err="1"/>
              <a:t>karanlıklar</a:t>
            </a:r>
            <a:r>
              <a:rPr lang="en-US" sz="2000" b="1" dirty="0"/>
              <a:t> </a:t>
            </a:r>
            <a:r>
              <a:rPr lang="en-US" sz="2000" b="1" dirty="0" err="1"/>
              <a:t>içinde</a:t>
            </a:r>
            <a:r>
              <a:rPr lang="en-US" sz="2000" b="1" dirty="0"/>
              <a:t> </a:t>
            </a:r>
            <a:r>
              <a:rPr lang="en-US" sz="2000" b="1" dirty="0" err="1"/>
              <a:t>bırakır</a:t>
            </a:r>
            <a:r>
              <a:rPr lang="en-US" sz="2000" b="1" dirty="0"/>
              <a:t>; </a:t>
            </a:r>
            <a:r>
              <a:rPr lang="en-US" sz="2000" b="1" dirty="0" err="1"/>
              <a:t>artık</a:t>
            </a:r>
            <a:r>
              <a:rPr lang="en-US" sz="2000" b="1" dirty="0"/>
              <a:t> </a:t>
            </a:r>
            <a:r>
              <a:rPr lang="en-US" sz="2000" b="1" dirty="0" err="1"/>
              <a:t>göremezler</a:t>
            </a:r>
            <a:r>
              <a:rPr lang="en-US" sz="2000" b="1" dirty="0"/>
              <a:t>.”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</a:p>
          <a:p>
            <a:pPr marL="0" indent="0" algn="ctr">
              <a:buNone/>
            </a:pP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sembol</a:t>
            </a:r>
            <a:r>
              <a:rPr lang="en-US" sz="2000" dirty="0"/>
              <a:t>:</a:t>
            </a:r>
          </a:p>
          <a:p>
            <a:r>
              <a:rPr lang="en-US" sz="2000" dirty="0"/>
              <a:t>Ateş </a:t>
            </a:r>
            <a:r>
              <a:rPr lang="en-US" sz="2000" dirty="0" err="1"/>
              <a:t>yakmak</a:t>
            </a:r>
            <a:r>
              <a:rPr lang="en-US" sz="2000" dirty="0"/>
              <a:t> = </a:t>
            </a:r>
            <a:r>
              <a:rPr lang="en-US" sz="2000" dirty="0" err="1"/>
              <a:t>İçsel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uyanış</a:t>
            </a:r>
            <a:r>
              <a:rPr lang="en-US" sz="2000" dirty="0"/>
              <a:t> </a:t>
            </a:r>
            <a:r>
              <a:rPr lang="en-US" sz="2000" dirty="0" err="1"/>
              <a:t>başlatmak</a:t>
            </a:r>
            <a:endParaRPr lang="en-US" sz="2000" dirty="0"/>
          </a:p>
          <a:p>
            <a:r>
              <a:rPr lang="en-US" sz="2000" dirty="0" err="1"/>
              <a:t>Etrafı</a:t>
            </a:r>
            <a:r>
              <a:rPr lang="en-US" sz="2000" dirty="0"/>
              <a:t> </a:t>
            </a:r>
            <a:r>
              <a:rPr lang="en-US" sz="2000" dirty="0" err="1"/>
              <a:t>aydınlatmak</a:t>
            </a:r>
            <a:r>
              <a:rPr lang="en-US" sz="2000" dirty="0"/>
              <a:t> =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açıklığı</a:t>
            </a:r>
            <a:r>
              <a:rPr lang="en-US" sz="2000" dirty="0"/>
              <a:t> </a:t>
            </a:r>
            <a:r>
              <a:rPr lang="en-US" sz="2000" dirty="0" err="1"/>
              <a:t>başlar</a:t>
            </a:r>
            <a:endParaRPr lang="en-US" sz="2000" dirty="0"/>
          </a:p>
          <a:p>
            <a:r>
              <a:rPr lang="en-US" sz="2000" dirty="0"/>
              <a:t>Nurun </a:t>
            </a:r>
            <a:r>
              <a:rPr lang="en-US" sz="2000" dirty="0" err="1"/>
              <a:t>alınması</a:t>
            </a:r>
            <a:r>
              <a:rPr lang="en-US" sz="2000" dirty="0"/>
              <a:t> = </a:t>
            </a:r>
            <a:r>
              <a:rPr lang="en-US" sz="2000" dirty="0" err="1"/>
              <a:t>Kalbin</a:t>
            </a:r>
            <a:r>
              <a:rPr lang="en-US" sz="2000" dirty="0"/>
              <a:t> 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taşıyamayacak</a:t>
            </a:r>
            <a:r>
              <a:rPr lang="en-US" sz="2000" dirty="0"/>
              <a:t> hale </a:t>
            </a:r>
            <a:r>
              <a:rPr lang="en-US" sz="2000" dirty="0" err="1"/>
              <a:t>gelmesi</a:t>
            </a:r>
            <a:endParaRPr lang="en-US" sz="2000" dirty="0"/>
          </a:p>
          <a:p>
            <a:r>
              <a:rPr lang="en-US" sz="2000" dirty="0" err="1"/>
              <a:t>Karanlıkta</a:t>
            </a:r>
            <a:r>
              <a:rPr lang="en-US" sz="2000" dirty="0"/>
              <a:t> </a:t>
            </a:r>
            <a:r>
              <a:rPr lang="en-US" sz="2000" dirty="0" err="1"/>
              <a:t>kalmak</a:t>
            </a:r>
            <a:r>
              <a:rPr lang="en-US" sz="2000" dirty="0"/>
              <a:t> = </a:t>
            </a:r>
            <a:r>
              <a:rPr lang="en-US" sz="2000" dirty="0" err="1"/>
              <a:t>Bilginin</a:t>
            </a:r>
            <a:r>
              <a:rPr lang="en-US" sz="2000" dirty="0"/>
              <a:t> </a:t>
            </a:r>
            <a:r>
              <a:rPr lang="en-US" sz="2000" dirty="0" err="1"/>
              <a:t>yüküyle</a:t>
            </a:r>
            <a:r>
              <a:rPr lang="en-US" sz="2000" dirty="0"/>
              <a:t> ama </a:t>
            </a:r>
            <a:r>
              <a:rPr lang="en-US" sz="2000" dirty="0" err="1"/>
              <a:t>ışıksız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hâl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kişi</a:t>
            </a:r>
            <a:r>
              <a:rPr lang="en-US" sz="2000" dirty="0"/>
              <a:t> </a:t>
            </a:r>
            <a:r>
              <a:rPr lang="en-US" sz="2000" dirty="0" err="1"/>
              <a:t>uyanışa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yaklaşmıştır</a:t>
            </a:r>
            <a:r>
              <a:rPr lang="en-US" sz="2000" dirty="0"/>
              <a:t>.</a:t>
            </a:r>
          </a:p>
          <a:p>
            <a:r>
              <a:rPr lang="en-US" sz="2000" dirty="0"/>
              <a:t>Belki </a:t>
            </a:r>
            <a:r>
              <a:rPr lang="en-US" sz="2000" dirty="0" err="1"/>
              <a:t>bilgiyi</a:t>
            </a:r>
            <a:r>
              <a:rPr lang="en-US" sz="2000" dirty="0"/>
              <a:t> </a:t>
            </a:r>
            <a:r>
              <a:rPr lang="en-US" sz="2000" dirty="0" err="1"/>
              <a:t>duymuştur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şeyler</a:t>
            </a:r>
            <a:r>
              <a:rPr lang="en-US" sz="2000" dirty="0"/>
              <a:t> fark </a:t>
            </a:r>
            <a:r>
              <a:rPr lang="en-US" sz="2000" dirty="0" err="1"/>
              <a:t>etmiştir</a:t>
            </a:r>
            <a:r>
              <a:rPr lang="en-US" sz="2000" dirty="0"/>
              <a:t>…</a:t>
            </a:r>
          </a:p>
          <a:p>
            <a:r>
              <a:rPr lang="en-US" sz="2000" dirty="0"/>
              <a:t>Ama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içselleştirmediği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,</a:t>
            </a:r>
          </a:p>
          <a:p>
            <a:r>
              <a:rPr lang="en-US" sz="2000" dirty="0"/>
              <a:t>o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ona</a:t>
            </a:r>
            <a:r>
              <a:rPr lang="en-US" sz="2000" dirty="0"/>
              <a:t> </a:t>
            </a:r>
            <a:r>
              <a:rPr lang="en-US" sz="2000" dirty="0" err="1"/>
              <a:t>karanlık</a:t>
            </a:r>
            <a:r>
              <a:rPr lang="en-US" sz="2000" dirty="0"/>
              <a:t> </a:t>
            </a:r>
            <a:r>
              <a:rPr lang="en-US" sz="2000" dirty="0" err="1"/>
              <a:t>olmuştur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err="1"/>
              <a:t>Bilgiyle</a:t>
            </a:r>
            <a:r>
              <a:rPr lang="en-US" sz="2000" dirty="0"/>
              <a:t> </a:t>
            </a:r>
            <a:r>
              <a:rPr lang="en-US" sz="2000" dirty="0" err="1"/>
              <a:t>aydınlanmadıysan</a:t>
            </a:r>
            <a:r>
              <a:rPr lang="en-US" sz="2000" dirty="0"/>
              <a:t>, o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yakar</a:t>
            </a:r>
            <a:r>
              <a:rPr lang="en-US" sz="2000" dirty="0"/>
              <a:t>. Nur,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hak</a:t>
            </a:r>
            <a:r>
              <a:rPr lang="en-US" sz="2000" dirty="0"/>
              <a:t>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kalpte</a:t>
            </a:r>
            <a:r>
              <a:rPr lang="en-US" sz="2000" dirty="0"/>
              <a:t> </a:t>
            </a:r>
            <a:r>
              <a:rPr lang="en-US" sz="2000" dirty="0" err="1"/>
              <a:t>yaşar</a:t>
            </a:r>
            <a:r>
              <a:rPr lang="en-US" sz="2000" dirty="0"/>
              <a:t>. </a:t>
            </a:r>
            <a:endParaRPr lang="en-TR" sz="2000" dirty="0"/>
          </a:p>
          <a:p>
            <a:br>
              <a:rPr lang="en-US" sz="2000" dirty="0"/>
            </a:b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418369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343C9DF-512D-8BEA-2FA4-BA3622067285}"/>
              </a:ext>
            </a:extLst>
          </p:cNvPr>
          <p:cNvSpPr txBox="1"/>
          <p:nvPr/>
        </p:nvSpPr>
        <p:spPr>
          <a:xfrm>
            <a:off x="0" y="0"/>
            <a:ext cx="6858000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18.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Sağırdırlar</a:t>
            </a:r>
            <a:r>
              <a:rPr lang="en-US" sz="2400" b="1" dirty="0"/>
              <a:t>, </a:t>
            </a:r>
            <a:r>
              <a:rPr lang="en-US" sz="2400" b="1" dirty="0" err="1"/>
              <a:t>dilsizdirler</a:t>
            </a:r>
            <a:r>
              <a:rPr lang="en-US" sz="2400" b="1" dirty="0"/>
              <a:t>, </a:t>
            </a:r>
            <a:r>
              <a:rPr lang="en-US" sz="2400" b="1" dirty="0" err="1"/>
              <a:t>kördürler</a:t>
            </a:r>
            <a:r>
              <a:rPr lang="en-US" sz="2400" b="1" dirty="0"/>
              <a:t>. </a:t>
            </a:r>
            <a:r>
              <a:rPr lang="en-US" sz="2400" b="1" dirty="0" err="1"/>
              <a:t>Artık</a:t>
            </a:r>
            <a:r>
              <a:rPr lang="en-US" sz="2400" b="1" dirty="0"/>
              <a:t> </a:t>
            </a:r>
            <a:r>
              <a:rPr lang="en-US" sz="2400" b="1" dirty="0" err="1"/>
              <a:t>dönmezler</a:t>
            </a:r>
            <a:r>
              <a:rPr lang="en-US" sz="2400" b="1" dirty="0"/>
              <a:t>.”</a:t>
            </a:r>
          </a:p>
          <a:p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kapanmasıdır.Yani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seviyor</a:t>
            </a:r>
            <a:r>
              <a:rPr lang="en-US" sz="2400" dirty="0"/>
              <a:t>…Ama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almaya</a:t>
            </a:r>
            <a:r>
              <a:rPr lang="en-US" sz="2400" dirty="0"/>
              <a:t> </a:t>
            </a:r>
            <a:r>
              <a:rPr lang="en-US" sz="2400" dirty="0" err="1"/>
              <a:t>kapalı</a:t>
            </a:r>
            <a:r>
              <a:rPr lang="en-US" sz="2400" dirty="0"/>
              <a:t>.</a:t>
            </a:r>
          </a:p>
          <a:p>
            <a:r>
              <a:rPr lang="en-US" sz="2400" dirty="0"/>
              <a:t>Sağır = </a:t>
            </a:r>
            <a:r>
              <a:rPr lang="en-US" sz="2400" dirty="0" err="1"/>
              <a:t>Evrenin</a:t>
            </a:r>
            <a:r>
              <a:rPr lang="en-US" sz="2400" dirty="0"/>
              <a:t> </a:t>
            </a:r>
            <a:r>
              <a:rPr lang="en-US" sz="2400" dirty="0" err="1"/>
              <a:t>fısıltısını</a:t>
            </a:r>
            <a:r>
              <a:rPr lang="en-US" sz="2400" dirty="0"/>
              <a:t> </a:t>
            </a:r>
            <a:r>
              <a:rPr lang="en-US" sz="2400" dirty="0" err="1"/>
              <a:t>duyamaz</a:t>
            </a:r>
            <a:endParaRPr lang="en-US" sz="2400" dirty="0"/>
          </a:p>
          <a:p>
            <a:r>
              <a:rPr lang="en-US" sz="2400" dirty="0" err="1"/>
              <a:t>Dilsiz</a:t>
            </a:r>
            <a:r>
              <a:rPr lang="en-US" sz="2400" dirty="0"/>
              <a:t> =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ifade</a:t>
            </a:r>
            <a:r>
              <a:rPr lang="en-US" sz="2400" dirty="0"/>
              <a:t> </a:t>
            </a:r>
            <a:r>
              <a:rPr lang="en-US" sz="2400" dirty="0" err="1"/>
              <a:t>edemez</a:t>
            </a:r>
            <a:endParaRPr lang="en-US" sz="2400" dirty="0"/>
          </a:p>
          <a:p>
            <a:r>
              <a:rPr lang="en-US" sz="2400" dirty="0"/>
              <a:t>Kör = </a:t>
            </a:r>
            <a:r>
              <a:rPr lang="en-US" sz="2400" dirty="0" err="1"/>
              <a:t>Sembolleri</a:t>
            </a:r>
            <a:r>
              <a:rPr lang="en-US" sz="2400" dirty="0"/>
              <a:t> </a:t>
            </a:r>
            <a:r>
              <a:rPr lang="en-US" sz="2400" dirty="0" err="1"/>
              <a:t>okuyamaz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bir</a:t>
            </a:r>
            <a:r>
              <a:rPr lang="en-US" sz="2400" dirty="0"/>
              <a:t> “</a:t>
            </a:r>
            <a:r>
              <a:rPr lang="en-US" sz="2400" dirty="0" err="1"/>
              <a:t>ceza</a:t>
            </a:r>
            <a:r>
              <a:rPr lang="en-US" sz="2400" dirty="0"/>
              <a:t>” </a:t>
            </a:r>
            <a:r>
              <a:rPr lang="en-US" sz="2400" dirty="0" err="1"/>
              <a:t>değil.Bu</a:t>
            </a:r>
            <a:r>
              <a:rPr lang="en-US" sz="2400" dirty="0"/>
              <a:t>,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frekansının</a:t>
            </a:r>
            <a:r>
              <a:rPr lang="en-US" sz="2400" dirty="0"/>
              <a:t> </a:t>
            </a:r>
            <a:r>
              <a:rPr lang="en-US" sz="2400" dirty="0" err="1"/>
              <a:t>sonucu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yeterince</a:t>
            </a:r>
            <a:r>
              <a:rPr lang="en-US" sz="2400" dirty="0"/>
              <a:t> </a:t>
            </a:r>
            <a:r>
              <a:rPr lang="en-US" sz="2400" dirty="0" err="1"/>
              <a:t>gerçeğe</a:t>
            </a:r>
            <a:r>
              <a:rPr lang="en-US" sz="2400" dirty="0"/>
              <a:t> </a:t>
            </a:r>
            <a:r>
              <a:rPr lang="en-US" sz="2400" dirty="0" err="1"/>
              <a:t>direnç</a:t>
            </a:r>
            <a:r>
              <a:rPr lang="en-US" sz="2400" dirty="0"/>
              <a:t> </a:t>
            </a:r>
            <a:r>
              <a:rPr lang="en-US" sz="2400" dirty="0" err="1"/>
              <a:t>gösterdiğinde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sessizliğinde</a:t>
            </a:r>
            <a:r>
              <a:rPr lang="en-US" sz="2400" dirty="0"/>
              <a:t> </a:t>
            </a:r>
            <a:r>
              <a:rPr lang="en-US" sz="2400" dirty="0" err="1"/>
              <a:t>bırakır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19. </a:t>
            </a:r>
            <a:r>
              <a:rPr lang="en-US" sz="2400" b="1" dirty="0" err="1"/>
              <a:t>Ayet</a:t>
            </a:r>
            <a:r>
              <a:rPr lang="en-US" sz="2400" b="1" dirty="0"/>
              <a:t>: “Ya da </a:t>
            </a:r>
            <a:r>
              <a:rPr lang="en-US" sz="2400" b="1" dirty="0" err="1"/>
              <a:t>onların</a:t>
            </a:r>
            <a:r>
              <a:rPr lang="en-US" sz="2400" b="1" dirty="0"/>
              <a:t> </a:t>
            </a:r>
            <a:r>
              <a:rPr lang="en-US" sz="2400" b="1" dirty="0" err="1"/>
              <a:t>durumu</a:t>
            </a:r>
            <a:r>
              <a:rPr lang="en-US" sz="2400" b="1" dirty="0"/>
              <a:t>, </a:t>
            </a:r>
            <a:r>
              <a:rPr lang="en-US" sz="2400" b="1" dirty="0" err="1"/>
              <a:t>gökten</a:t>
            </a:r>
            <a:r>
              <a:rPr lang="en-US" sz="2400" b="1" dirty="0"/>
              <a:t> </a:t>
            </a:r>
            <a:r>
              <a:rPr lang="en-US" sz="2400" b="1" dirty="0" err="1"/>
              <a:t>boşanan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yağmura</a:t>
            </a:r>
            <a:r>
              <a:rPr lang="en-US" sz="2400" b="1" dirty="0"/>
              <a:t> </a:t>
            </a:r>
            <a:r>
              <a:rPr lang="en-US" sz="2400" b="1" dirty="0" err="1"/>
              <a:t>tutulmuş</a:t>
            </a:r>
            <a:r>
              <a:rPr lang="en-US" sz="2400" b="1" dirty="0"/>
              <a:t> </a:t>
            </a:r>
            <a:r>
              <a:rPr lang="en-US" sz="2400" b="1" dirty="0" err="1"/>
              <a:t>kimselerin</a:t>
            </a:r>
            <a:r>
              <a:rPr lang="en-US" sz="2400" b="1" dirty="0"/>
              <a:t> </a:t>
            </a:r>
            <a:r>
              <a:rPr lang="en-US" sz="2400" b="1" dirty="0" err="1"/>
              <a:t>durumu</a:t>
            </a:r>
            <a:r>
              <a:rPr lang="en-US" sz="2400" b="1" dirty="0"/>
              <a:t> </a:t>
            </a:r>
            <a:r>
              <a:rPr lang="en-US" sz="2400" b="1" dirty="0" err="1"/>
              <a:t>gibidir</a:t>
            </a:r>
            <a:r>
              <a:rPr lang="en-US" sz="2400" b="1" dirty="0"/>
              <a:t>. O </a:t>
            </a:r>
            <a:r>
              <a:rPr lang="en-US" sz="2400" b="1" dirty="0" err="1"/>
              <a:t>yağmurda</a:t>
            </a:r>
            <a:r>
              <a:rPr lang="en-US" sz="2400" b="1" dirty="0"/>
              <a:t> </a:t>
            </a:r>
            <a:r>
              <a:rPr lang="en-US" sz="2400" b="1" dirty="0" err="1"/>
              <a:t>karanlıklar</a:t>
            </a:r>
            <a:r>
              <a:rPr lang="en-US" sz="2400" b="1" dirty="0"/>
              <a:t>, </a:t>
            </a:r>
            <a:r>
              <a:rPr lang="en-US" sz="2400" b="1" dirty="0" err="1"/>
              <a:t>gök</a:t>
            </a:r>
            <a:r>
              <a:rPr lang="en-US" sz="2400" b="1" dirty="0"/>
              <a:t> </a:t>
            </a:r>
            <a:r>
              <a:rPr lang="en-US" sz="2400" b="1" dirty="0" err="1"/>
              <a:t>gürültüsü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şimşek</a:t>
            </a:r>
            <a:r>
              <a:rPr lang="en-US" sz="2400" b="1" dirty="0"/>
              <a:t> </a:t>
            </a:r>
            <a:r>
              <a:rPr lang="en-US" sz="2400" b="1" dirty="0" err="1"/>
              <a:t>vardır</a:t>
            </a:r>
            <a:r>
              <a:rPr lang="en-US" sz="2400" b="1" dirty="0"/>
              <a:t>. </a:t>
            </a:r>
            <a:r>
              <a:rPr lang="en-US" sz="2400" b="1" dirty="0" err="1"/>
              <a:t>Ölüm</a:t>
            </a:r>
            <a:r>
              <a:rPr lang="en-US" sz="2400" b="1" dirty="0"/>
              <a:t> </a:t>
            </a:r>
            <a:r>
              <a:rPr lang="en-US" sz="2400" b="1" dirty="0" err="1"/>
              <a:t>korkusuyla</a:t>
            </a:r>
            <a:r>
              <a:rPr lang="en-US" sz="2400" b="1" dirty="0"/>
              <a:t> </a:t>
            </a:r>
            <a:r>
              <a:rPr lang="en-US" sz="2400" b="1" dirty="0" err="1"/>
              <a:t>parmaklarını</a:t>
            </a:r>
            <a:r>
              <a:rPr lang="en-US" sz="2400" b="1" dirty="0"/>
              <a:t> </a:t>
            </a:r>
            <a:r>
              <a:rPr lang="en-US" sz="2400" b="1" dirty="0" err="1"/>
              <a:t>kulaklarına</a:t>
            </a:r>
            <a:r>
              <a:rPr lang="en-US" sz="2400" b="1" dirty="0"/>
              <a:t> </a:t>
            </a:r>
            <a:r>
              <a:rPr lang="en-US" sz="2400" b="1" dirty="0" err="1"/>
              <a:t>tıkarlar</a:t>
            </a:r>
            <a:r>
              <a:rPr lang="en-US" sz="2400" b="1" dirty="0"/>
              <a:t>…”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muazzam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metafor:Bilinç</a:t>
            </a:r>
            <a:r>
              <a:rPr lang="en-US" sz="2400" dirty="0"/>
              <a:t> </a:t>
            </a:r>
            <a:r>
              <a:rPr lang="en-US" sz="2400" dirty="0" err="1"/>
              <a:t>açıldığında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 </a:t>
            </a:r>
            <a:r>
              <a:rPr lang="en-US" sz="2400" dirty="0" err="1"/>
              <a:t>yağmuru.Ama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yağmur</a:t>
            </a:r>
            <a:r>
              <a:rPr lang="en-US" sz="2400" dirty="0"/>
              <a:t>:</a:t>
            </a:r>
          </a:p>
          <a:p>
            <a:r>
              <a:rPr lang="en-US" sz="2400" dirty="0"/>
              <a:t>Gök </a:t>
            </a:r>
            <a:r>
              <a:rPr lang="en-US" sz="2400" dirty="0" err="1"/>
              <a:t>gürültüsü</a:t>
            </a:r>
            <a:r>
              <a:rPr lang="en-US" sz="2400" dirty="0"/>
              <a:t> = Derin </a:t>
            </a:r>
            <a:r>
              <a:rPr lang="en-US" sz="2400" dirty="0" err="1"/>
              <a:t>uyarılar</a:t>
            </a:r>
            <a:endParaRPr lang="en-US" sz="2400" dirty="0"/>
          </a:p>
          <a:p>
            <a:r>
              <a:rPr lang="en-US" sz="2400" dirty="0"/>
              <a:t>Şimşek = </a:t>
            </a:r>
            <a:r>
              <a:rPr lang="en-US" sz="2400" dirty="0" err="1"/>
              <a:t>Gerçeğin</a:t>
            </a:r>
            <a:r>
              <a:rPr lang="en-US" sz="2400" dirty="0"/>
              <a:t> ani </a:t>
            </a:r>
            <a:r>
              <a:rPr lang="en-US" sz="2400" dirty="0" err="1"/>
              <a:t>parlayışı</a:t>
            </a:r>
            <a:endParaRPr lang="en-US" sz="2400" dirty="0"/>
          </a:p>
          <a:p>
            <a:r>
              <a:rPr lang="en-US" sz="2400" dirty="0" err="1"/>
              <a:t>Karanlık</a:t>
            </a:r>
            <a:r>
              <a:rPr lang="en-US" sz="2400" dirty="0"/>
              <a:t> = Ego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yüzleşme</a:t>
            </a:r>
            <a:r>
              <a:rPr lang="en-US" sz="2400" dirty="0"/>
              <a:t> </a:t>
            </a:r>
            <a:r>
              <a:rPr lang="en-US" sz="2400" dirty="0" err="1"/>
              <a:t>anı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kişi,hakikati</a:t>
            </a:r>
            <a:r>
              <a:rPr lang="en-US" sz="2400" dirty="0"/>
              <a:t> </a:t>
            </a:r>
            <a:r>
              <a:rPr lang="en-US" sz="2400" dirty="0" err="1"/>
              <a:t>hissetmiştir.Ama</a:t>
            </a:r>
            <a:r>
              <a:rPr lang="en-US" sz="2400" dirty="0"/>
              <a:t> </a:t>
            </a:r>
            <a:r>
              <a:rPr lang="en-US" sz="2400" dirty="0" err="1"/>
              <a:t>korkmuştur.Bu</a:t>
            </a:r>
            <a:r>
              <a:rPr lang="en-US" sz="2400" dirty="0"/>
              <a:t>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kulaklarını</a:t>
            </a:r>
            <a:r>
              <a:rPr lang="en-US" sz="2400" dirty="0"/>
              <a:t> </a:t>
            </a:r>
            <a:r>
              <a:rPr lang="en-US" sz="2400" dirty="0" err="1"/>
              <a:t>tıkar.Yani</a:t>
            </a:r>
            <a:r>
              <a:rPr lang="en-US" sz="2400" dirty="0"/>
              <a:t> “Ben </a:t>
            </a:r>
            <a:r>
              <a:rPr lang="en-US" sz="2400" dirty="0" err="1"/>
              <a:t>duymuyorum</a:t>
            </a:r>
            <a:r>
              <a:rPr lang="en-US" sz="2400" dirty="0"/>
              <a:t>, ben </a:t>
            </a:r>
            <a:r>
              <a:rPr lang="en-US" sz="2400" dirty="0" err="1"/>
              <a:t>bilmiyorum</a:t>
            </a:r>
            <a:r>
              <a:rPr lang="en-US" sz="2400" dirty="0"/>
              <a:t>” </a:t>
            </a:r>
            <a:r>
              <a:rPr lang="en-US" sz="2400" dirty="0" err="1"/>
              <a:t>diyerekkendi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uyanışını</a:t>
            </a:r>
            <a:r>
              <a:rPr lang="en-US" sz="2400" dirty="0"/>
              <a:t> </a:t>
            </a:r>
            <a:r>
              <a:rPr lang="en-US" sz="2400" dirty="0" err="1"/>
              <a:t>sabote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çağırdığında</a:t>
            </a:r>
            <a:r>
              <a:rPr lang="en-US" sz="2400" dirty="0"/>
              <a:t>, </a:t>
            </a:r>
            <a:r>
              <a:rPr lang="en-US" sz="2400" dirty="0" err="1"/>
              <a:t>ya</a:t>
            </a:r>
            <a:r>
              <a:rPr lang="en-US" sz="2400" dirty="0"/>
              <a:t> </a:t>
            </a:r>
            <a:r>
              <a:rPr lang="en-US" sz="2400" dirty="0" err="1"/>
              <a:t>içine</a:t>
            </a:r>
            <a:r>
              <a:rPr lang="en-US" sz="2400" dirty="0"/>
              <a:t> </a:t>
            </a:r>
            <a:r>
              <a:rPr lang="en-US" sz="2400" dirty="0" err="1"/>
              <a:t>girersin</a:t>
            </a:r>
            <a:r>
              <a:rPr lang="en-US" sz="2400" dirty="0"/>
              <a:t>…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ondan</a:t>
            </a:r>
            <a:r>
              <a:rPr lang="en-US" sz="2400" dirty="0"/>
              <a:t> </a:t>
            </a:r>
            <a:r>
              <a:rPr lang="en-US" sz="2400" dirty="0" err="1"/>
              <a:t>kaçarsın</a:t>
            </a:r>
            <a:r>
              <a:rPr lang="en-US" sz="2400" dirty="0"/>
              <a:t>. Ama </a:t>
            </a:r>
            <a:r>
              <a:rPr lang="en-US" sz="2400" dirty="0" err="1"/>
              <a:t>kaçarsan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sesini</a:t>
            </a:r>
            <a:r>
              <a:rPr lang="en-US" sz="2400" dirty="0"/>
              <a:t> de </a:t>
            </a:r>
            <a:r>
              <a:rPr lang="en-US" sz="2400" dirty="0" err="1"/>
              <a:t>kaybedersin</a:t>
            </a:r>
            <a:r>
              <a:rPr lang="en-US" sz="2400" dirty="0"/>
              <a:t>.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92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04DAD0E-A240-E52B-697A-2814C98C5064}"/>
              </a:ext>
            </a:extLst>
          </p:cNvPr>
          <p:cNvSpPr txBox="1"/>
          <p:nvPr/>
        </p:nvSpPr>
        <p:spPr>
          <a:xfrm>
            <a:off x="0" y="91440"/>
            <a:ext cx="6858000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20. </a:t>
            </a:r>
            <a:r>
              <a:rPr lang="en-US" sz="2400" b="1" dirty="0" err="1"/>
              <a:t>Ayet</a:t>
            </a:r>
            <a:r>
              <a:rPr lang="en-US" sz="2400" b="1" dirty="0"/>
              <a:t>: “Şimşek </a:t>
            </a:r>
            <a:r>
              <a:rPr lang="en-US" sz="2400" b="1" dirty="0" err="1"/>
              <a:t>neredeyse</a:t>
            </a:r>
            <a:r>
              <a:rPr lang="en-US" sz="2400" b="1" dirty="0"/>
              <a:t> </a:t>
            </a:r>
            <a:r>
              <a:rPr lang="en-US" sz="2400" b="1" dirty="0" err="1"/>
              <a:t>gözlerini</a:t>
            </a:r>
            <a:r>
              <a:rPr lang="en-US" sz="2400" b="1" dirty="0"/>
              <a:t> </a:t>
            </a:r>
            <a:r>
              <a:rPr lang="en-US" sz="2400" b="1" dirty="0" err="1"/>
              <a:t>alacak</a:t>
            </a:r>
            <a:r>
              <a:rPr lang="en-US" sz="2400" b="1" dirty="0"/>
              <a:t>. </a:t>
            </a:r>
            <a:r>
              <a:rPr lang="en-US" sz="2400" b="1" dirty="0" err="1"/>
              <a:t>Onlara</a:t>
            </a:r>
            <a:r>
              <a:rPr lang="en-US" sz="2400" b="1" dirty="0"/>
              <a:t> </a:t>
            </a:r>
            <a:r>
              <a:rPr lang="en-US" sz="2400" b="1" dirty="0" err="1"/>
              <a:t>biraz</a:t>
            </a:r>
            <a:r>
              <a:rPr lang="en-US" sz="2400" b="1" dirty="0"/>
              <a:t> </a:t>
            </a:r>
            <a:r>
              <a:rPr lang="en-US" sz="2400" b="1" dirty="0" err="1"/>
              <a:t>aydınlık</a:t>
            </a:r>
            <a:r>
              <a:rPr lang="en-US" sz="2400" b="1" dirty="0"/>
              <a:t> </a:t>
            </a:r>
            <a:r>
              <a:rPr lang="en-US" sz="2400" b="1" dirty="0" err="1"/>
              <a:t>verince</a:t>
            </a:r>
            <a:r>
              <a:rPr lang="en-US" sz="2400" b="1" dirty="0"/>
              <a:t> o </a:t>
            </a:r>
            <a:r>
              <a:rPr lang="en-US" sz="2400" b="1" dirty="0" err="1"/>
              <a:t>ışıkta</a:t>
            </a:r>
            <a:r>
              <a:rPr lang="en-US" sz="2400" b="1" dirty="0"/>
              <a:t> </a:t>
            </a:r>
            <a:r>
              <a:rPr lang="en-US" sz="2400" b="1" dirty="0" err="1"/>
              <a:t>yürürler</a:t>
            </a:r>
            <a:r>
              <a:rPr lang="en-US" sz="2400" b="1" dirty="0"/>
              <a:t>. </a:t>
            </a:r>
            <a:r>
              <a:rPr lang="en-US" sz="2400" b="1" dirty="0" err="1"/>
              <a:t>Karanlık</a:t>
            </a:r>
            <a:r>
              <a:rPr lang="en-US" sz="2400" b="1" dirty="0"/>
              <a:t> </a:t>
            </a:r>
            <a:r>
              <a:rPr lang="en-US" sz="2400" b="1" dirty="0" err="1"/>
              <a:t>çökünce</a:t>
            </a:r>
            <a:r>
              <a:rPr lang="en-US" sz="2400" b="1" dirty="0"/>
              <a:t> </a:t>
            </a:r>
            <a:r>
              <a:rPr lang="en-US" sz="2400" b="1" dirty="0" err="1"/>
              <a:t>dururlar</a:t>
            </a:r>
            <a:r>
              <a:rPr lang="en-US" sz="2400" b="1" dirty="0"/>
              <a:t>…”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yarı</a:t>
            </a:r>
            <a:r>
              <a:rPr lang="en-US" sz="2400" dirty="0"/>
              <a:t> </a:t>
            </a:r>
            <a:r>
              <a:rPr lang="en-US" sz="2400" dirty="0" err="1"/>
              <a:t>uyanmış</a:t>
            </a:r>
            <a:r>
              <a:rPr lang="en-US" sz="2400" dirty="0"/>
              <a:t> </a:t>
            </a:r>
            <a:r>
              <a:rPr lang="en-US" sz="2400" dirty="0" err="1"/>
              <a:t>bilincin</a:t>
            </a:r>
            <a:r>
              <a:rPr lang="en-US" sz="2400" dirty="0"/>
              <a:t> </a:t>
            </a:r>
            <a:r>
              <a:rPr lang="en-US" sz="2400" dirty="0" err="1"/>
              <a:t>dramıdır</a:t>
            </a:r>
            <a:r>
              <a:rPr lang="en-US" sz="2400" dirty="0"/>
              <a:t>.</a:t>
            </a:r>
          </a:p>
          <a:p>
            <a:r>
              <a:rPr lang="en-US" sz="2400" dirty="0"/>
              <a:t>Şimşek </a:t>
            </a:r>
            <a:r>
              <a:rPr lang="en-US" sz="2400" dirty="0" err="1"/>
              <a:t>çakar</a:t>
            </a:r>
            <a:r>
              <a:rPr lang="en-US" sz="2400" dirty="0"/>
              <a:t> = Bir </a:t>
            </a:r>
            <a:r>
              <a:rPr lang="en-US" sz="2400" dirty="0" err="1"/>
              <a:t>anlık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fark </a:t>
            </a:r>
            <a:r>
              <a:rPr lang="en-US" sz="2400" dirty="0" err="1"/>
              <a:t>edilir</a:t>
            </a:r>
            <a:endParaRPr lang="en-US" sz="2400" dirty="0"/>
          </a:p>
          <a:p>
            <a:r>
              <a:rPr lang="en-US" sz="2400" dirty="0" err="1"/>
              <a:t>Işıkta</a:t>
            </a:r>
            <a:r>
              <a:rPr lang="en-US" sz="2400" dirty="0"/>
              <a:t> </a:t>
            </a:r>
            <a:r>
              <a:rPr lang="en-US" sz="2400" dirty="0" err="1"/>
              <a:t>yürürler</a:t>
            </a:r>
            <a:r>
              <a:rPr lang="en-US" sz="2400" dirty="0"/>
              <a:t> = </a:t>
            </a:r>
            <a:r>
              <a:rPr lang="en-US" sz="2400" dirty="0" err="1"/>
              <a:t>Geçici</a:t>
            </a:r>
            <a:r>
              <a:rPr lang="en-US" sz="2400" dirty="0"/>
              <a:t> </a:t>
            </a:r>
            <a:r>
              <a:rPr lang="en-US" sz="2400" dirty="0" err="1"/>
              <a:t>farkındalık</a:t>
            </a:r>
            <a:endParaRPr lang="en-US" sz="2400" dirty="0"/>
          </a:p>
          <a:p>
            <a:r>
              <a:rPr lang="en-US" sz="2400" dirty="0" err="1"/>
              <a:t>Karanlık</a:t>
            </a:r>
            <a:r>
              <a:rPr lang="en-US" sz="2400" dirty="0"/>
              <a:t> </a:t>
            </a:r>
            <a:r>
              <a:rPr lang="en-US" sz="2400" dirty="0" err="1"/>
              <a:t>gelince</a:t>
            </a:r>
            <a:r>
              <a:rPr lang="en-US" sz="2400" dirty="0"/>
              <a:t> </a:t>
            </a:r>
            <a:r>
              <a:rPr lang="en-US" sz="2400" dirty="0" err="1"/>
              <a:t>dururlar</a:t>
            </a:r>
            <a:r>
              <a:rPr lang="en-US" sz="2400" dirty="0"/>
              <a:t> = </a:t>
            </a:r>
            <a:r>
              <a:rPr lang="en-US" sz="2400" dirty="0" err="1"/>
              <a:t>İçsel</a:t>
            </a:r>
            <a:r>
              <a:rPr lang="en-US" sz="2400" dirty="0"/>
              <a:t> </a:t>
            </a:r>
            <a:r>
              <a:rPr lang="en-US" sz="2400" dirty="0" err="1"/>
              <a:t>istikrar</a:t>
            </a:r>
            <a:r>
              <a:rPr lang="en-US" sz="2400" dirty="0"/>
              <a:t> yok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fark </a:t>
            </a:r>
            <a:r>
              <a:rPr lang="en-US" sz="2400" dirty="0" err="1"/>
              <a:t>etmişsin</a:t>
            </a:r>
            <a:r>
              <a:rPr lang="en-US" sz="2400" dirty="0"/>
              <a:t> ama </a:t>
            </a:r>
            <a:r>
              <a:rPr lang="en-US" sz="2400" dirty="0" err="1"/>
              <a:t>derinleşememişsin</a:t>
            </a:r>
            <a:r>
              <a:rPr lang="en-US" sz="2400" dirty="0"/>
              <a:t>. </a:t>
            </a:r>
            <a:r>
              <a:rPr lang="en-US" sz="2400" dirty="0" err="1"/>
              <a:t>Aydınlık</a:t>
            </a:r>
            <a:r>
              <a:rPr lang="en-US" sz="2400" dirty="0"/>
              <a:t> </a:t>
            </a:r>
            <a:r>
              <a:rPr lang="en-US" sz="2400" dirty="0" err="1"/>
              <a:t>yeterince</a:t>
            </a:r>
            <a:r>
              <a:rPr lang="en-US" sz="2400" dirty="0"/>
              <a:t> </a:t>
            </a:r>
            <a:r>
              <a:rPr lang="en-US" sz="2400" dirty="0" err="1"/>
              <a:t>güçlü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 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ışıkla</a:t>
            </a:r>
            <a:r>
              <a:rPr lang="en-US" sz="2400" dirty="0"/>
              <a:t> </a:t>
            </a:r>
            <a:r>
              <a:rPr lang="en-US" sz="2400" dirty="0" err="1"/>
              <a:t>karanlık</a:t>
            </a:r>
            <a:r>
              <a:rPr lang="en-US" sz="2400" dirty="0"/>
              <a:t> </a:t>
            </a:r>
            <a:r>
              <a:rPr lang="en-US" sz="2400" dirty="0" err="1"/>
              <a:t>arasında</a:t>
            </a:r>
            <a:r>
              <a:rPr lang="en-US" sz="2400" dirty="0"/>
              <a:t> </a:t>
            </a:r>
            <a:r>
              <a:rPr lang="en-US" sz="2400" dirty="0" err="1"/>
              <a:t>salınmaktasın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şöyle</a:t>
            </a:r>
            <a:r>
              <a:rPr lang="en-US" sz="2400" dirty="0"/>
              <a:t> der: “</a:t>
            </a:r>
            <a:r>
              <a:rPr lang="en-US" sz="2400" dirty="0" err="1"/>
              <a:t>Kıvılcımla</a:t>
            </a:r>
            <a:r>
              <a:rPr lang="en-US" sz="2400" dirty="0"/>
              <a:t> </a:t>
            </a:r>
            <a:r>
              <a:rPr lang="en-US" sz="2400" dirty="0" err="1"/>
              <a:t>yetinme</a:t>
            </a:r>
            <a:r>
              <a:rPr lang="en-US" sz="2400" dirty="0"/>
              <a:t>,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güneşi</a:t>
            </a:r>
            <a:r>
              <a:rPr lang="en-US" sz="2400" dirty="0"/>
              <a:t> </a:t>
            </a:r>
            <a:r>
              <a:rPr lang="en-US" sz="2400" dirty="0" err="1"/>
              <a:t>uyandır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beş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ışığı</a:t>
            </a:r>
            <a:r>
              <a:rPr lang="en-US" sz="2400" dirty="0"/>
              <a:t> </a:t>
            </a:r>
            <a:r>
              <a:rPr lang="en-US" sz="2400" dirty="0" err="1"/>
              <a:t>görüp</a:t>
            </a:r>
            <a:r>
              <a:rPr lang="en-US" sz="2400" dirty="0"/>
              <a:t> </a:t>
            </a:r>
            <a:r>
              <a:rPr lang="en-US" sz="2400" dirty="0" err="1"/>
              <a:t>sahiplenmeyenleri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. </a:t>
            </a:r>
            <a:r>
              <a:rPr lang="en-US" sz="2400" dirty="0" err="1"/>
              <a:t>Gerçekle</a:t>
            </a:r>
            <a:r>
              <a:rPr lang="en-US" sz="2400" dirty="0"/>
              <a:t> </a:t>
            </a:r>
            <a:r>
              <a:rPr lang="en-US" sz="2400" dirty="0" err="1"/>
              <a:t>buluşup</a:t>
            </a:r>
            <a:r>
              <a:rPr lang="en-US" sz="2400" dirty="0"/>
              <a:t> </a:t>
            </a:r>
            <a:r>
              <a:rPr lang="en-US" sz="2400" dirty="0" err="1"/>
              <a:t>onunla</a:t>
            </a:r>
            <a:r>
              <a:rPr lang="en-US" sz="2400" dirty="0"/>
              <a:t> </a:t>
            </a:r>
            <a:r>
              <a:rPr lang="en-US" sz="2400" dirty="0" err="1"/>
              <a:t>birleşmeyenler</a:t>
            </a:r>
            <a:r>
              <a:rPr lang="en-US" sz="2400" dirty="0"/>
              <a:t>, </a:t>
            </a:r>
            <a:r>
              <a:rPr lang="en-US" sz="2400" dirty="0" err="1"/>
              <a:t>zamanla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nurunu</a:t>
            </a:r>
            <a:r>
              <a:rPr lang="en-US" sz="2400" dirty="0"/>
              <a:t> </a:t>
            </a:r>
            <a:r>
              <a:rPr lang="en-US" sz="2400" dirty="0" err="1"/>
              <a:t>kaybeder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kayıpta</a:t>
            </a:r>
            <a:r>
              <a:rPr lang="en-US" sz="2400" dirty="0"/>
              <a:t> </a:t>
            </a:r>
            <a:r>
              <a:rPr lang="en-US" sz="2400" dirty="0" err="1"/>
              <a:t>suç</a:t>
            </a:r>
            <a:r>
              <a:rPr lang="en-US" sz="2400" dirty="0"/>
              <a:t> </a:t>
            </a:r>
            <a:r>
              <a:rPr lang="en-US" sz="2400" dirty="0" err="1"/>
              <a:t>yoktur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seçim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adildir</a:t>
            </a:r>
            <a:r>
              <a:rPr lang="en-US" sz="2400" dirty="0"/>
              <a:t>: Nur,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taşıyabilene</a:t>
            </a:r>
            <a:r>
              <a:rPr lang="en-US" sz="2400" dirty="0"/>
              <a:t> </a:t>
            </a:r>
            <a:r>
              <a:rPr lang="en-US" sz="2400" dirty="0" err="1"/>
              <a:t>emanet</a:t>
            </a:r>
            <a:r>
              <a:rPr lang="en-US" sz="2400" dirty="0"/>
              <a:t> </a:t>
            </a:r>
            <a:r>
              <a:rPr lang="en-US" sz="2400" dirty="0" err="1"/>
              <a:t>edilir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1693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A3AF70F-6566-B79D-E149-96D5921F8C6A}"/>
              </a:ext>
            </a:extLst>
          </p:cNvPr>
          <p:cNvSpPr txBox="1"/>
          <p:nvPr/>
        </p:nvSpPr>
        <p:spPr>
          <a:xfrm>
            <a:off x="1" y="1"/>
            <a:ext cx="6858000" cy="13234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21–25</a:t>
            </a:r>
            <a:br>
              <a:rPr lang="tr-TR" sz="2400" b="1" dirty="0"/>
            </a:b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Yaradan’ı</a:t>
            </a:r>
            <a:r>
              <a:rPr lang="en-US" sz="2400" dirty="0"/>
              <a:t> </a:t>
            </a:r>
            <a:r>
              <a:rPr lang="en-US" sz="2400" dirty="0" err="1"/>
              <a:t>Hatırlayan</a:t>
            </a:r>
            <a:r>
              <a:rPr lang="en-US" sz="2400" dirty="0"/>
              <a:t>, </a:t>
            </a:r>
            <a:r>
              <a:rPr lang="en-US" sz="2400" dirty="0" err="1"/>
              <a:t>Cenneti</a:t>
            </a:r>
            <a:r>
              <a:rPr lang="en-US" sz="2400" dirty="0"/>
              <a:t> </a:t>
            </a:r>
            <a:r>
              <a:rPr lang="en-US" sz="2400" dirty="0" err="1"/>
              <a:t>İçinde</a:t>
            </a:r>
            <a:r>
              <a:rPr lang="en-US" sz="2400" dirty="0"/>
              <a:t> </a:t>
            </a:r>
            <a:r>
              <a:rPr lang="en-US" sz="2400" dirty="0" err="1"/>
              <a:t>Bulur</a:t>
            </a:r>
            <a:br>
              <a:rPr lang="en-US" sz="2400" dirty="0"/>
            </a:br>
            <a:endParaRPr lang="tr-TR" sz="2400" dirty="0"/>
          </a:p>
          <a:p>
            <a:r>
              <a:rPr lang="en-US" sz="2400" b="1" dirty="0"/>
              <a:t>21. </a:t>
            </a:r>
            <a:r>
              <a:rPr lang="en-US" sz="2400" b="1" dirty="0" err="1"/>
              <a:t>Ayet</a:t>
            </a:r>
            <a:r>
              <a:rPr lang="en-US" sz="2400" b="1" dirty="0"/>
              <a:t>: “Ey </a:t>
            </a:r>
            <a:r>
              <a:rPr lang="en-US" sz="2400" b="1" dirty="0" err="1"/>
              <a:t>insanlar</a:t>
            </a:r>
            <a:r>
              <a:rPr lang="en-US" sz="2400" b="1" dirty="0"/>
              <a:t>! </a:t>
            </a:r>
            <a:r>
              <a:rPr lang="en-US" sz="2400" b="1" dirty="0" err="1"/>
              <a:t>Sizi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sizden</a:t>
            </a:r>
            <a:r>
              <a:rPr lang="en-US" sz="2400" b="1" dirty="0"/>
              <a:t> </a:t>
            </a:r>
            <a:r>
              <a:rPr lang="en-US" sz="2400" b="1" dirty="0" err="1"/>
              <a:t>öncekileri</a:t>
            </a:r>
            <a:r>
              <a:rPr lang="en-US" sz="2400" b="1" dirty="0"/>
              <a:t> </a:t>
            </a:r>
            <a:r>
              <a:rPr lang="en-US" sz="2400" b="1" dirty="0" err="1"/>
              <a:t>yaratan</a:t>
            </a:r>
            <a:r>
              <a:rPr lang="en-US" sz="2400" b="1" dirty="0"/>
              <a:t> </a:t>
            </a:r>
            <a:r>
              <a:rPr lang="en-US" sz="2400" b="1" dirty="0" err="1"/>
              <a:t>Rabbinize</a:t>
            </a:r>
            <a:r>
              <a:rPr lang="en-US" sz="2400" b="1" dirty="0"/>
              <a:t> </a:t>
            </a:r>
            <a:r>
              <a:rPr lang="en-US" sz="2400" b="1" dirty="0" err="1"/>
              <a:t>kulluk</a:t>
            </a:r>
            <a:r>
              <a:rPr lang="en-US" sz="2400" b="1" dirty="0"/>
              <a:t> </a:t>
            </a:r>
            <a:r>
              <a:rPr lang="en-US" sz="2400" b="1" dirty="0" err="1"/>
              <a:t>edin</a:t>
            </a:r>
            <a:r>
              <a:rPr lang="en-US" sz="2400" b="1" dirty="0"/>
              <a:t> ki </a:t>
            </a:r>
            <a:r>
              <a:rPr lang="en-US" sz="2400" b="1" dirty="0" err="1"/>
              <a:t>korunabilesiniz</a:t>
            </a:r>
            <a:r>
              <a:rPr lang="en-US" sz="2400" b="1" dirty="0"/>
              <a:t>.”</a:t>
            </a:r>
            <a:br>
              <a:rPr lang="en-US" sz="2400" dirty="0"/>
            </a:b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uyanış</a:t>
            </a:r>
            <a:r>
              <a:rPr lang="en-US" sz="2400" dirty="0"/>
              <a:t> </a:t>
            </a:r>
            <a:r>
              <a:rPr lang="en-US" sz="2400" dirty="0" err="1"/>
              <a:t>çağrısıdır</a:t>
            </a:r>
            <a:r>
              <a:rPr lang="en-US" sz="2400" dirty="0"/>
              <a:t>.“Ey </a:t>
            </a:r>
            <a:r>
              <a:rPr lang="en-US" sz="2400" dirty="0" err="1"/>
              <a:t>insanlar</a:t>
            </a:r>
            <a:r>
              <a:rPr lang="en-US" sz="2400" dirty="0"/>
              <a:t>!” </a:t>
            </a:r>
            <a:r>
              <a:rPr lang="en-US" sz="2400" dirty="0" err="1"/>
              <a:t>diyerek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müminlere</a:t>
            </a:r>
            <a:r>
              <a:rPr lang="en-US" sz="2400" dirty="0"/>
              <a:t> </a:t>
            </a:r>
            <a:r>
              <a:rPr lang="en-US" sz="2400" dirty="0" err="1"/>
              <a:t>değil,tüm</a:t>
            </a:r>
            <a:r>
              <a:rPr lang="en-US" sz="2400" dirty="0"/>
              <a:t> </a:t>
            </a:r>
            <a:r>
              <a:rPr lang="en-US" sz="2400" dirty="0" err="1"/>
              <a:t>varlıklara</a:t>
            </a:r>
            <a:r>
              <a:rPr lang="en-US" sz="2400" dirty="0"/>
              <a:t> </a:t>
            </a:r>
            <a:r>
              <a:rPr lang="en-US" sz="2400" dirty="0" err="1"/>
              <a:t>seslenilir</a:t>
            </a:r>
            <a:r>
              <a:rPr lang="en-US" sz="2400" dirty="0"/>
              <a:t>.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yaratan</a:t>
            </a:r>
            <a:r>
              <a:rPr lang="en-US" sz="2400" dirty="0"/>
              <a:t>” = İlahi </a:t>
            </a:r>
            <a:r>
              <a:rPr lang="en-US" sz="2400" dirty="0" err="1"/>
              <a:t>Öz’ü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Sizden</a:t>
            </a:r>
            <a:r>
              <a:rPr lang="en-US" sz="2400" dirty="0"/>
              <a:t> </a:t>
            </a:r>
            <a:r>
              <a:rPr lang="en-US" sz="2400" dirty="0" err="1"/>
              <a:t>öncekileri</a:t>
            </a:r>
            <a:r>
              <a:rPr lang="en-US" sz="2400" dirty="0"/>
              <a:t> de” = </a:t>
            </a:r>
            <a:r>
              <a:rPr lang="en-US" sz="2400" dirty="0" err="1"/>
              <a:t>Zamanı</a:t>
            </a:r>
            <a:r>
              <a:rPr lang="en-US" sz="2400" dirty="0"/>
              <a:t> </a:t>
            </a:r>
            <a:r>
              <a:rPr lang="en-US" sz="2400" dirty="0" err="1"/>
              <a:t>aşan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endParaRPr lang="en-US" sz="2400" dirty="0"/>
          </a:p>
          <a:p>
            <a:r>
              <a:rPr lang="en-US" sz="2400" dirty="0"/>
              <a:t>“Kulluk </a:t>
            </a:r>
            <a:r>
              <a:rPr lang="en-US" sz="2400" dirty="0" err="1"/>
              <a:t>edin</a:t>
            </a:r>
            <a:r>
              <a:rPr lang="en-US" sz="2400" dirty="0"/>
              <a:t>” = Ego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özle</a:t>
            </a:r>
            <a:r>
              <a:rPr lang="en-US" sz="2400" dirty="0"/>
              <a:t> </a:t>
            </a:r>
            <a:r>
              <a:rPr lang="en-US" sz="2400" dirty="0" err="1"/>
              <a:t>birleşin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Korunabilesiniz</a:t>
            </a:r>
            <a:r>
              <a:rPr lang="en-US" sz="2400" dirty="0"/>
              <a:t>” = </a:t>
            </a:r>
            <a:r>
              <a:rPr lang="en-US" sz="2400" dirty="0" err="1"/>
              <a:t>Düşük</a:t>
            </a:r>
            <a:r>
              <a:rPr lang="en-US" sz="2400" dirty="0"/>
              <a:t> </a:t>
            </a:r>
            <a:r>
              <a:rPr lang="en-US" sz="2400" dirty="0" err="1"/>
              <a:t>frekanslardan</a:t>
            </a:r>
            <a:r>
              <a:rPr lang="en-US" sz="2400" dirty="0"/>
              <a:t>,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zehrinden</a:t>
            </a:r>
            <a:r>
              <a:rPr lang="en-US" sz="2400" dirty="0"/>
              <a:t> </a:t>
            </a:r>
            <a:r>
              <a:rPr lang="en-US" sz="2400" dirty="0" err="1"/>
              <a:t>arınma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sesi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 “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yaratana</a:t>
            </a:r>
            <a:r>
              <a:rPr lang="en-US" sz="2400" dirty="0"/>
              <a:t> </a:t>
            </a:r>
            <a:r>
              <a:rPr lang="en-US" sz="2400" dirty="0" err="1"/>
              <a:t>yönel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gerçeğin</a:t>
            </a:r>
            <a:r>
              <a:rPr lang="en-US" sz="2400" dirty="0"/>
              <a:t>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22. </a:t>
            </a:r>
            <a:r>
              <a:rPr lang="en-US" sz="2400" b="1" dirty="0" err="1"/>
              <a:t>Ayet</a:t>
            </a:r>
            <a:r>
              <a:rPr lang="en-US" sz="2400" b="1" dirty="0"/>
              <a:t>: “O ki </a:t>
            </a:r>
            <a:r>
              <a:rPr lang="en-US" sz="2400" b="1" dirty="0" err="1"/>
              <a:t>sizin</a:t>
            </a:r>
            <a:r>
              <a:rPr lang="en-US" sz="2400" b="1" dirty="0"/>
              <a:t> </a:t>
            </a:r>
            <a:r>
              <a:rPr lang="en-US" sz="2400" b="1" dirty="0" err="1"/>
              <a:t>için</a:t>
            </a:r>
            <a:r>
              <a:rPr lang="en-US" sz="2400" b="1" dirty="0"/>
              <a:t> </a:t>
            </a:r>
            <a:r>
              <a:rPr lang="en-US" sz="2400" b="1" dirty="0" err="1"/>
              <a:t>yeryüzünü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döşek</a:t>
            </a:r>
            <a:r>
              <a:rPr lang="en-US" sz="2400" b="1" dirty="0"/>
              <a:t>, </a:t>
            </a:r>
            <a:r>
              <a:rPr lang="en-US" sz="2400" b="1" dirty="0" err="1"/>
              <a:t>gökyüzünü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</a:t>
            </a:r>
            <a:r>
              <a:rPr lang="en-US" sz="2400" b="1" dirty="0" err="1"/>
              <a:t>bina</a:t>
            </a:r>
            <a:r>
              <a:rPr lang="en-US" sz="2400" b="1" dirty="0"/>
              <a:t> </a:t>
            </a:r>
            <a:r>
              <a:rPr lang="en-US" sz="2400" b="1" dirty="0" err="1"/>
              <a:t>yaptı</a:t>
            </a:r>
            <a:r>
              <a:rPr lang="en-US" sz="2400" b="1" dirty="0"/>
              <a:t>. </a:t>
            </a:r>
            <a:r>
              <a:rPr lang="en-US" sz="2400" b="1" dirty="0" err="1"/>
              <a:t>Gökten</a:t>
            </a:r>
            <a:r>
              <a:rPr lang="en-US" sz="2400" b="1" dirty="0"/>
              <a:t> </a:t>
            </a:r>
            <a:r>
              <a:rPr lang="en-US" sz="2400" b="1" dirty="0" err="1"/>
              <a:t>su</a:t>
            </a:r>
            <a:r>
              <a:rPr lang="en-US" sz="2400" b="1" dirty="0"/>
              <a:t> </a:t>
            </a:r>
            <a:r>
              <a:rPr lang="en-US" sz="2400" b="1" dirty="0" err="1"/>
              <a:t>indirip</a:t>
            </a:r>
            <a:r>
              <a:rPr lang="en-US" sz="2400" b="1" dirty="0"/>
              <a:t> </a:t>
            </a:r>
            <a:r>
              <a:rPr lang="en-US" sz="2400" b="1" dirty="0" err="1"/>
              <a:t>onunla</a:t>
            </a:r>
            <a:r>
              <a:rPr lang="en-US" sz="2400" b="1" dirty="0"/>
              <a:t> </a:t>
            </a:r>
            <a:r>
              <a:rPr lang="en-US" sz="2400" b="1" dirty="0" err="1"/>
              <a:t>rızık</a:t>
            </a:r>
            <a:r>
              <a:rPr lang="en-US" sz="2400" b="1" dirty="0"/>
              <a:t> </a:t>
            </a:r>
            <a:r>
              <a:rPr lang="en-US" sz="2400" b="1" dirty="0" err="1"/>
              <a:t>olarak</a:t>
            </a:r>
            <a:r>
              <a:rPr lang="en-US" sz="2400" b="1" dirty="0"/>
              <a:t> </a:t>
            </a:r>
            <a:r>
              <a:rPr lang="en-US" sz="2400" b="1" dirty="0" err="1"/>
              <a:t>ürünler</a:t>
            </a:r>
            <a:r>
              <a:rPr lang="en-US" sz="2400" b="1" dirty="0"/>
              <a:t> </a:t>
            </a:r>
            <a:r>
              <a:rPr lang="en-US" sz="2400" b="1" dirty="0" err="1"/>
              <a:t>çıkardı</a:t>
            </a:r>
            <a:r>
              <a:rPr lang="en-US" sz="2400" b="1" dirty="0"/>
              <a:t>. </a:t>
            </a:r>
            <a:r>
              <a:rPr lang="en-US" sz="2400" b="1" dirty="0" err="1"/>
              <a:t>Artık</a:t>
            </a:r>
            <a:r>
              <a:rPr lang="en-US" sz="2400" b="1" dirty="0"/>
              <a:t> bile </a:t>
            </a:r>
            <a:r>
              <a:rPr lang="en-US" sz="2400" b="1" dirty="0" err="1"/>
              <a:t>bile</a:t>
            </a:r>
            <a:r>
              <a:rPr lang="en-US" sz="2400" b="1" dirty="0"/>
              <a:t> </a:t>
            </a:r>
            <a:r>
              <a:rPr lang="en-US" sz="2400" b="1" dirty="0" err="1"/>
              <a:t>Allah’a</a:t>
            </a:r>
            <a:r>
              <a:rPr lang="en-US" sz="2400" b="1" dirty="0"/>
              <a:t> </a:t>
            </a:r>
            <a:r>
              <a:rPr lang="en-US" sz="2400" b="1" dirty="0" err="1"/>
              <a:t>eşler</a:t>
            </a:r>
            <a:r>
              <a:rPr lang="en-US" sz="2400" b="1" dirty="0"/>
              <a:t> </a:t>
            </a:r>
            <a:r>
              <a:rPr lang="en-US" sz="2400" b="1" dirty="0" err="1"/>
              <a:t>koşmayın</a:t>
            </a:r>
            <a:r>
              <a:rPr lang="en-US" sz="2400" b="1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Bu, </a:t>
            </a:r>
            <a:r>
              <a:rPr lang="en-US" sz="2400" dirty="0" err="1"/>
              <a:t>doğal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kodlanmış</a:t>
            </a:r>
            <a:r>
              <a:rPr lang="en-US" sz="2400" dirty="0"/>
              <a:t> </a:t>
            </a:r>
            <a:r>
              <a:rPr lang="en-US" sz="2400" dirty="0" err="1"/>
              <a:t>birliğini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Yeryüzü</a:t>
            </a:r>
            <a:r>
              <a:rPr lang="en-US" sz="2400" dirty="0"/>
              <a:t> = </a:t>
            </a:r>
            <a:r>
              <a:rPr lang="en-US" sz="2400" dirty="0" err="1"/>
              <a:t>Bedenin</a:t>
            </a:r>
            <a:endParaRPr lang="en-US" sz="2400" dirty="0"/>
          </a:p>
          <a:p>
            <a:r>
              <a:rPr lang="en-US" sz="2400" dirty="0" err="1"/>
              <a:t>Gökyüzü</a:t>
            </a:r>
            <a:r>
              <a:rPr lang="en-US" sz="2400" dirty="0"/>
              <a:t> = </a:t>
            </a:r>
            <a:r>
              <a:rPr lang="en-US" sz="2400" dirty="0" err="1"/>
              <a:t>Bilincin</a:t>
            </a:r>
            <a:endParaRPr lang="en-US" sz="2400" dirty="0"/>
          </a:p>
          <a:p>
            <a:r>
              <a:rPr lang="en-US" sz="2400" dirty="0"/>
              <a:t>Yağmur = İlahi </a:t>
            </a:r>
            <a:r>
              <a:rPr lang="en-US" sz="2400" dirty="0" err="1"/>
              <a:t>bilgi</a:t>
            </a:r>
            <a:endParaRPr lang="en-US" sz="2400" dirty="0"/>
          </a:p>
          <a:p>
            <a:r>
              <a:rPr lang="en-US" sz="2400" dirty="0" err="1"/>
              <a:t>Meyve</a:t>
            </a:r>
            <a:r>
              <a:rPr lang="en-US" sz="2400" dirty="0"/>
              <a:t> = Senin </a:t>
            </a:r>
            <a:r>
              <a:rPr lang="en-US" sz="2400" dirty="0" err="1"/>
              <a:t>yaratımın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 </a:t>
            </a:r>
            <a:r>
              <a:rPr lang="en-US" sz="2400" dirty="0" err="1"/>
              <a:t>uyarı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Sakın</a:t>
            </a:r>
            <a:r>
              <a:rPr lang="en-US" sz="2400" dirty="0"/>
              <a:t> </a:t>
            </a:r>
            <a:r>
              <a:rPr lang="en-US" sz="2400" dirty="0" err="1"/>
              <a:t>yaratımı</a:t>
            </a:r>
            <a:r>
              <a:rPr lang="en-US" sz="2400" dirty="0"/>
              <a:t>, </a:t>
            </a:r>
            <a:r>
              <a:rPr lang="en-US" sz="2400" dirty="0" err="1"/>
              <a:t>Yaratan’ın</a:t>
            </a:r>
            <a:r>
              <a:rPr lang="en-US" sz="2400" dirty="0"/>
              <a:t> </a:t>
            </a:r>
            <a:r>
              <a:rPr lang="en-US" sz="2400" dirty="0" err="1"/>
              <a:t>önüne</a:t>
            </a:r>
            <a:r>
              <a:rPr lang="en-US" sz="2400" dirty="0"/>
              <a:t> </a:t>
            </a:r>
            <a:r>
              <a:rPr lang="en-US" sz="2400" dirty="0" err="1"/>
              <a:t>koyma</a:t>
            </a:r>
            <a:r>
              <a:rPr lang="en-US" sz="2400" dirty="0"/>
              <a:t>.”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dünyada</a:t>
            </a:r>
            <a:r>
              <a:rPr lang="en-US" sz="2400" dirty="0"/>
              <a:t> </a:t>
            </a:r>
            <a:r>
              <a:rPr lang="en-US" sz="2400" dirty="0" err="1"/>
              <a:t>unutturma</a:t>
            </a:r>
            <a:r>
              <a:rPr lang="en-US" sz="2400" dirty="0"/>
              <a:t> </a:t>
            </a:r>
            <a:r>
              <a:rPr lang="en-US" sz="2400" dirty="0" err="1"/>
              <a:t>sistemi</a:t>
            </a:r>
            <a:r>
              <a:rPr lang="en-US" sz="2400" dirty="0"/>
              <a:t> </a:t>
            </a:r>
            <a:r>
              <a:rPr lang="en-US" sz="2400" dirty="0" err="1"/>
              <a:t>işlerken,sen</a:t>
            </a:r>
            <a:r>
              <a:rPr lang="en-US" sz="2400" dirty="0"/>
              <a:t> </a:t>
            </a:r>
            <a:r>
              <a:rPr lang="en-US" sz="2400" dirty="0" err="1"/>
              <a:t>hatırlarsan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eş</a:t>
            </a:r>
            <a:r>
              <a:rPr lang="en-US" sz="2400" dirty="0"/>
              <a:t> </a:t>
            </a:r>
            <a:r>
              <a:rPr lang="en-US" sz="2400" dirty="0" err="1"/>
              <a:t>koşmak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birliğe</a:t>
            </a:r>
            <a:r>
              <a:rPr lang="en-US" sz="2400" dirty="0"/>
              <a:t> </a:t>
            </a:r>
            <a:r>
              <a:rPr lang="en-US" sz="2400" dirty="0" err="1"/>
              <a:t>dönersin</a:t>
            </a:r>
            <a:r>
              <a:rPr lang="en-US" sz="2400" dirty="0"/>
              <a:t>.</a:t>
            </a:r>
          </a:p>
          <a:p>
            <a:endParaRPr lang="en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3657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D2C0282-96C1-08D5-2257-6127BE794C32}"/>
              </a:ext>
            </a:extLst>
          </p:cNvPr>
          <p:cNvSpPr txBox="1"/>
          <p:nvPr/>
        </p:nvSpPr>
        <p:spPr>
          <a:xfrm>
            <a:off x="0" y="0"/>
            <a:ext cx="6858000" cy="1191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23.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Eğer</a:t>
            </a:r>
            <a:r>
              <a:rPr lang="en-US" sz="2400" b="1" dirty="0"/>
              <a:t> </a:t>
            </a:r>
            <a:r>
              <a:rPr lang="en-US" sz="2400" b="1" dirty="0" err="1"/>
              <a:t>kulumuza</a:t>
            </a:r>
            <a:r>
              <a:rPr lang="en-US" sz="2400" b="1" dirty="0"/>
              <a:t> </a:t>
            </a:r>
            <a:r>
              <a:rPr lang="en-US" sz="2400" b="1" dirty="0" err="1"/>
              <a:t>indirdiğimizden</a:t>
            </a:r>
            <a:r>
              <a:rPr lang="en-US" sz="2400" b="1" dirty="0"/>
              <a:t> </a:t>
            </a:r>
            <a:r>
              <a:rPr lang="en-US" sz="2400" b="1" dirty="0" err="1"/>
              <a:t>şüphedeyseniz</a:t>
            </a:r>
            <a:r>
              <a:rPr lang="en-US" sz="2400" b="1" dirty="0"/>
              <a:t>, </a:t>
            </a:r>
            <a:r>
              <a:rPr lang="en-US" sz="2400" b="1" dirty="0" err="1"/>
              <a:t>onun</a:t>
            </a:r>
            <a:r>
              <a:rPr lang="en-US" sz="2400" b="1" dirty="0"/>
              <a:t> </a:t>
            </a:r>
            <a:r>
              <a:rPr lang="en-US" sz="2400" b="1" dirty="0" err="1"/>
              <a:t>benzeri</a:t>
            </a:r>
            <a:r>
              <a:rPr lang="en-US" sz="2400" b="1" dirty="0"/>
              <a:t> </a:t>
            </a:r>
            <a:r>
              <a:rPr lang="en-US" sz="2400" b="1" dirty="0" err="1"/>
              <a:t>bir</a:t>
            </a:r>
            <a:r>
              <a:rPr lang="en-US" sz="2400" b="1" dirty="0"/>
              <a:t> sure </a:t>
            </a:r>
            <a:r>
              <a:rPr lang="en-US" sz="2400" b="1" dirty="0" err="1"/>
              <a:t>getirin</a:t>
            </a:r>
            <a:r>
              <a:rPr lang="en-US" sz="2400" b="1" dirty="0"/>
              <a:t>. </a:t>
            </a:r>
            <a:r>
              <a:rPr lang="en-US" sz="2400" b="1" dirty="0" err="1"/>
              <a:t>Allah’tan</a:t>
            </a:r>
            <a:r>
              <a:rPr lang="en-US" sz="2400" b="1" dirty="0"/>
              <a:t> </a:t>
            </a:r>
            <a:r>
              <a:rPr lang="en-US" sz="2400" b="1" dirty="0" err="1"/>
              <a:t>başka</a:t>
            </a:r>
            <a:r>
              <a:rPr lang="en-US" sz="2400" b="1" dirty="0"/>
              <a:t> </a:t>
            </a:r>
            <a:r>
              <a:rPr lang="en-US" sz="2400" b="1" dirty="0" err="1"/>
              <a:t>şahitlerinizi</a:t>
            </a:r>
            <a:r>
              <a:rPr lang="en-US" sz="2400" b="1" dirty="0"/>
              <a:t> </a:t>
            </a:r>
            <a:r>
              <a:rPr lang="en-US" sz="2400" b="1" dirty="0" err="1"/>
              <a:t>çağırın</a:t>
            </a:r>
            <a:r>
              <a:rPr lang="en-US" sz="2400" b="1" dirty="0"/>
              <a:t> – </a:t>
            </a:r>
            <a:r>
              <a:rPr lang="en-US" sz="2400" b="1" dirty="0" err="1"/>
              <a:t>eğer</a:t>
            </a:r>
            <a:r>
              <a:rPr lang="en-US" sz="2400" b="1" dirty="0"/>
              <a:t> </a:t>
            </a:r>
            <a:r>
              <a:rPr lang="en-US" sz="2400" b="1" dirty="0" err="1"/>
              <a:t>doğruysanız</a:t>
            </a:r>
            <a:r>
              <a:rPr lang="en-US" sz="2400" b="1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Kur’an’ın</a:t>
            </a:r>
            <a:r>
              <a:rPr lang="en-US" sz="2400" dirty="0"/>
              <a:t> </a:t>
            </a:r>
            <a:r>
              <a:rPr lang="en-US" sz="2400" dirty="0" err="1"/>
              <a:t>sembol</a:t>
            </a:r>
            <a:r>
              <a:rPr lang="en-US" sz="2400" dirty="0"/>
              <a:t> </a:t>
            </a:r>
            <a:r>
              <a:rPr lang="en-US" sz="2400" dirty="0" err="1"/>
              <a:t>dilini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edenlere</a:t>
            </a:r>
            <a:r>
              <a:rPr lang="en-US" sz="2400" dirty="0"/>
              <a:t> </a:t>
            </a:r>
            <a:r>
              <a:rPr lang="en-US" sz="2400" dirty="0" err="1"/>
              <a:t>yönelik</a:t>
            </a:r>
            <a:endParaRPr lang="en-US" sz="2400" dirty="0"/>
          </a:p>
          <a:p>
            <a:r>
              <a:rPr lang="en-US" sz="2400" dirty="0" err="1"/>
              <a:t>enerjik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meydan</a:t>
            </a:r>
            <a:r>
              <a:rPr lang="en-US" sz="2400" dirty="0"/>
              <a:t> </a:t>
            </a:r>
            <a:r>
              <a:rPr lang="en-US" sz="2400" dirty="0" err="1"/>
              <a:t>okumadır</a:t>
            </a:r>
            <a:r>
              <a:rPr lang="en-US" sz="2400" dirty="0"/>
              <a:t>.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derininde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söyler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kelamın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olmadığını</a:t>
            </a:r>
            <a:r>
              <a:rPr lang="en-US" sz="2400" dirty="0"/>
              <a:t> </a:t>
            </a:r>
            <a:r>
              <a:rPr lang="en-US" sz="2400" dirty="0" err="1"/>
              <a:t>düşünüyorsan</a:t>
            </a:r>
            <a:r>
              <a:rPr lang="en-US" sz="2400" dirty="0"/>
              <a:t>,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frekansta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eser</a:t>
            </a:r>
            <a:r>
              <a:rPr lang="en-US" sz="2400" dirty="0"/>
              <a:t> </a:t>
            </a:r>
            <a:r>
              <a:rPr lang="en-US" sz="2400" dirty="0" err="1"/>
              <a:t>üret</a:t>
            </a:r>
            <a:r>
              <a:rPr lang="en-US" sz="2400" dirty="0"/>
              <a:t>. Ama </a:t>
            </a:r>
            <a:r>
              <a:rPr lang="en-US" sz="2400" dirty="0" err="1"/>
              <a:t>unutma</a:t>
            </a:r>
            <a:r>
              <a:rPr lang="en-US" sz="2400" dirty="0"/>
              <a:t>: 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metin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boyuttur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kelimeyle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frekansıyla</a:t>
            </a:r>
            <a:r>
              <a:rPr lang="en-US" sz="2400" dirty="0"/>
              <a:t> </a:t>
            </a:r>
            <a:r>
              <a:rPr lang="en-US" sz="2400" dirty="0" err="1"/>
              <a:t>yaratılanı</a:t>
            </a:r>
            <a:r>
              <a:rPr lang="en-US" sz="2400" dirty="0"/>
              <a:t> </a:t>
            </a:r>
            <a:r>
              <a:rPr lang="en-US" sz="2400" dirty="0" err="1"/>
              <a:t>anla</a:t>
            </a:r>
            <a:r>
              <a:rPr lang="en-US" sz="2400" dirty="0"/>
              <a:t>. Bu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alanıdır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24. </a:t>
            </a:r>
            <a:r>
              <a:rPr lang="en-US" sz="2400" b="1" dirty="0" err="1"/>
              <a:t>Ayet</a:t>
            </a:r>
            <a:r>
              <a:rPr lang="en-US" sz="2400" b="1" dirty="0"/>
              <a:t>: “</a:t>
            </a:r>
            <a:r>
              <a:rPr lang="en-US" sz="2400" b="1" dirty="0" err="1"/>
              <a:t>Bunu</a:t>
            </a:r>
            <a:r>
              <a:rPr lang="en-US" sz="2400" b="1" dirty="0"/>
              <a:t> </a:t>
            </a:r>
            <a:r>
              <a:rPr lang="en-US" sz="2400" b="1" dirty="0" err="1"/>
              <a:t>yapamazsanız</a:t>
            </a:r>
            <a:r>
              <a:rPr lang="en-US" sz="2400" b="1" dirty="0"/>
              <a:t> –ki </a:t>
            </a:r>
            <a:r>
              <a:rPr lang="en-US" sz="2400" b="1" dirty="0" err="1"/>
              <a:t>asla</a:t>
            </a:r>
            <a:r>
              <a:rPr lang="en-US" sz="2400" b="1" dirty="0"/>
              <a:t> </a:t>
            </a:r>
            <a:r>
              <a:rPr lang="en-US" sz="2400" b="1" dirty="0" err="1"/>
              <a:t>yapamayacaksınız</a:t>
            </a:r>
            <a:r>
              <a:rPr lang="en-US" sz="2400" b="1" dirty="0"/>
              <a:t>–, o </a:t>
            </a:r>
            <a:r>
              <a:rPr lang="en-US" sz="2400" b="1" dirty="0" err="1"/>
              <a:t>hâlde</a:t>
            </a:r>
            <a:r>
              <a:rPr lang="en-US" sz="2400" b="1" dirty="0"/>
              <a:t> </a:t>
            </a:r>
            <a:r>
              <a:rPr lang="en-US" sz="2400" b="1" dirty="0" err="1"/>
              <a:t>yakıtı</a:t>
            </a:r>
            <a:r>
              <a:rPr lang="en-US" sz="2400" b="1" dirty="0"/>
              <a:t> </a:t>
            </a:r>
            <a:r>
              <a:rPr lang="en-US" sz="2400" b="1" dirty="0" err="1"/>
              <a:t>insanlar</a:t>
            </a:r>
            <a:r>
              <a:rPr lang="en-US" sz="2400" b="1" dirty="0"/>
              <a:t> </a:t>
            </a:r>
            <a:r>
              <a:rPr lang="en-US" sz="2400" b="1" dirty="0" err="1"/>
              <a:t>ve</a:t>
            </a:r>
            <a:r>
              <a:rPr lang="en-US" sz="2400" b="1" dirty="0"/>
              <a:t> </a:t>
            </a:r>
            <a:r>
              <a:rPr lang="en-US" sz="2400" b="1" dirty="0" err="1"/>
              <a:t>taşlar</a:t>
            </a:r>
            <a:r>
              <a:rPr lang="en-US" sz="2400" b="1" dirty="0"/>
              <a:t> </a:t>
            </a:r>
            <a:r>
              <a:rPr lang="en-US" sz="2400" b="1" dirty="0" err="1"/>
              <a:t>olan</a:t>
            </a:r>
            <a:r>
              <a:rPr lang="en-US" sz="2400" b="1" dirty="0"/>
              <a:t>, </a:t>
            </a:r>
            <a:r>
              <a:rPr lang="en-US" sz="2400" b="1" dirty="0" err="1"/>
              <a:t>kâfirler</a:t>
            </a:r>
            <a:r>
              <a:rPr lang="en-US" sz="2400" b="1" dirty="0"/>
              <a:t> </a:t>
            </a:r>
            <a:r>
              <a:rPr lang="en-US" sz="2400" b="1" dirty="0" err="1"/>
              <a:t>için</a:t>
            </a:r>
            <a:r>
              <a:rPr lang="en-US" sz="2400" b="1" dirty="0"/>
              <a:t> </a:t>
            </a:r>
            <a:r>
              <a:rPr lang="en-US" sz="2400" b="1" dirty="0" err="1"/>
              <a:t>hazırlanmış</a:t>
            </a:r>
            <a:r>
              <a:rPr lang="en-US" sz="2400" b="1" dirty="0"/>
              <a:t> </a:t>
            </a:r>
            <a:r>
              <a:rPr lang="en-US" sz="2400" b="1" dirty="0" err="1"/>
              <a:t>ateşten</a:t>
            </a:r>
            <a:r>
              <a:rPr lang="en-US" sz="2400" b="1" dirty="0"/>
              <a:t> </a:t>
            </a:r>
            <a:r>
              <a:rPr lang="en-US" sz="2400" b="1" dirty="0" err="1"/>
              <a:t>sakının</a:t>
            </a:r>
            <a:r>
              <a:rPr lang="en-US" sz="2400" b="1" dirty="0"/>
              <a:t>.”</a:t>
            </a:r>
          </a:p>
          <a:p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“</a:t>
            </a:r>
            <a:r>
              <a:rPr lang="en-US" sz="2400" dirty="0" err="1"/>
              <a:t>cehennem</a:t>
            </a:r>
            <a:r>
              <a:rPr lang="en-US" sz="2400" dirty="0"/>
              <a:t>” </a:t>
            </a:r>
            <a:r>
              <a:rPr lang="en-US" sz="2400" dirty="0" err="1"/>
              <a:t>kavramını</a:t>
            </a:r>
            <a:endParaRPr lang="en-US" sz="2400" dirty="0"/>
          </a:p>
          <a:p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yer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yanma</a:t>
            </a:r>
            <a:r>
              <a:rPr lang="en-US" sz="2400" dirty="0"/>
              <a:t> </a:t>
            </a:r>
            <a:r>
              <a:rPr lang="en-US" sz="2400" dirty="0" err="1"/>
              <a:t>hali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sunar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Yakıtı</a:t>
            </a:r>
            <a:r>
              <a:rPr lang="en-US" sz="2400" dirty="0"/>
              <a:t> </a:t>
            </a:r>
            <a:r>
              <a:rPr lang="en-US" sz="2400" dirty="0" err="1"/>
              <a:t>insanlar</a:t>
            </a:r>
            <a:r>
              <a:rPr lang="en-US" sz="2400" dirty="0"/>
              <a:t> = Kendi </a:t>
            </a:r>
            <a:r>
              <a:rPr lang="en-US" sz="2400" dirty="0" err="1"/>
              <a:t>egosunu</a:t>
            </a:r>
            <a:r>
              <a:rPr lang="en-US" sz="2400" dirty="0"/>
              <a:t> </a:t>
            </a:r>
            <a:r>
              <a:rPr lang="en-US" sz="2400" dirty="0" err="1"/>
              <a:t>yakıt</a:t>
            </a:r>
            <a:r>
              <a:rPr lang="en-US" sz="2400" dirty="0"/>
              <a:t> </a:t>
            </a:r>
            <a:r>
              <a:rPr lang="en-US" sz="2400" dirty="0" err="1"/>
              <a:t>yapan</a:t>
            </a:r>
            <a:r>
              <a:rPr lang="en-US" sz="2400" dirty="0"/>
              <a:t> </a:t>
            </a:r>
            <a:r>
              <a:rPr lang="en-US" sz="2400" dirty="0" err="1"/>
              <a:t>benlikler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taşlar</a:t>
            </a:r>
            <a:r>
              <a:rPr lang="en-US" sz="2400" dirty="0"/>
              <a:t> = </a:t>
            </a:r>
            <a:r>
              <a:rPr lang="en-US" sz="2400" dirty="0" err="1"/>
              <a:t>Katılaşmış</a:t>
            </a:r>
            <a:r>
              <a:rPr lang="en-US" sz="2400" dirty="0"/>
              <a:t> </a:t>
            </a:r>
            <a:r>
              <a:rPr lang="en-US" sz="2400" dirty="0" err="1"/>
              <a:t>kalpler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frekansla</a:t>
            </a:r>
            <a:r>
              <a:rPr lang="en-US" sz="2400" dirty="0"/>
              <a:t> </a:t>
            </a:r>
            <a:r>
              <a:rPr lang="en-US" sz="2400" dirty="0" err="1"/>
              <a:t>hizalanmazsan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yanarsın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duymayan</a:t>
            </a:r>
            <a:r>
              <a:rPr lang="en-US" sz="2400" dirty="0"/>
              <a:t> </a:t>
            </a:r>
            <a:r>
              <a:rPr lang="en-US" sz="2400" dirty="0" err="1"/>
              <a:t>kalp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ateşinde</a:t>
            </a:r>
            <a:r>
              <a:rPr lang="en-US" sz="2400" dirty="0"/>
              <a:t> </a:t>
            </a:r>
            <a:r>
              <a:rPr lang="en-US" sz="2400" dirty="0" err="1"/>
              <a:t>tükenir</a:t>
            </a:r>
            <a:r>
              <a:rPr lang="en-US" sz="2400" dirty="0"/>
              <a:t>. </a:t>
            </a:r>
          </a:p>
          <a:p>
            <a:r>
              <a:rPr lang="en-US" sz="2400" dirty="0"/>
              <a:t>Bu “</a:t>
            </a:r>
            <a:r>
              <a:rPr lang="en-US" sz="2400" dirty="0" err="1"/>
              <a:t>azap</a:t>
            </a:r>
            <a:r>
              <a:rPr lang="en-US" sz="2400" dirty="0"/>
              <a:t>”,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ceza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</a:t>
            </a:r>
          </a:p>
          <a:p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dışılığın</a:t>
            </a:r>
            <a:r>
              <a:rPr lang="en-US" sz="2400" dirty="0"/>
              <a:t> </a:t>
            </a:r>
            <a:r>
              <a:rPr lang="en-US" sz="2400" dirty="0" err="1"/>
              <a:t>doğal</a:t>
            </a:r>
            <a:r>
              <a:rPr lang="en-US" sz="2400" dirty="0"/>
              <a:t> </a:t>
            </a:r>
            <a:r>
              <a:rPr lang="en-US" sz="2400" dirty="0" err="1"/>
              <a:t>enerjisidir</a:t>
            </a:r>
            <a:r>
              <a:rPr lang="en-US" sz="2400" dirty="0"/>
              <a:t>.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4157498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8DEACE6-3CDA-41E6-B487-940774F65934}"/>
              </a:ext>
            </a:extLst>
          </p:cNvPr>
          <p:cNvSpPr txBox="1"/>
          <p:nvPr/>
        </p:nvSpPr>
        <p:spPr>
          <a:xfrm>
            <a:off x="0" y="0"/>
            <a:ext cx="6857999" cy="1107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25. </a:t>
            </a:r>
            <a:r>
              <a:rPr lang="en-US" sz="2400" b="1" dirty="0" err="1"/>
              <a:t>Ayet</a:t>
            </a:r>
            <a:r>
              <a:rPr lang="en-US" sz="2400" b="1" dirty="0"/>
              <a:t>: “İman </a:t>
            </a:r>
            <a:r>
              <a:rPr lang="en-US" sz="2400" b="1" dirty="0" err="1"/>
              <a:t>edip</a:t>
            </a:r>
            <a:r>
              <a:rPr lang="en-US" sz="2400" b="1" dirty="0"/>
              <a:t> </a:t>
            </a:r>
            <a:r>
              <a:rPr lang="en-US" sz="2400" b="1" dirty="0" err="1"/>
              <a:t>salih</a:t>
            </a:r>
            <a:r>
              <a:rPr lang="en-US" sz="2400" b="1" dirty="0"/>
              <a:t> </a:t>
            </a:r>
            <a:r>
              <a:rPr lang="en-US" sz="2400" b="1" dirty="0" err="1"/>
              <a:t>amel</a:t>
            </a:r>
            <a:r>
              <a:rPr lang="en-US" sz="2400" b="1" dirty="0"/>
              <a:t> </a:t>
            </a:r>
            <a:r>
              <a:rPr lang="en-US" sz="2400" b="1" dirty="0" err="1"/>
              <a:t>işleyenlere</a:t>
            </a:r>
            <a:r>
              <a:rPr lang="en-US" sz="2400" b="1" dirty="0"/>
              <a:t>, </a:t>
            </a:r>
            <a:r>
              <a:rPr lang="en-US" sz="2400" b="1" dirty="0" err="1"/>
              <a:t>altından</a:t>
            </a:r>
            <a:r>
              <a:rPr lang="en-US" sz="2400" b="1" dirty="0"/>
              <a:t> </a:t>
            </a:r>
            <a:r>
              <a:rPr lang="en-US" sz="2400" b="1" dirty="0" err="1"/>
              <a:t>ırmaklar</a:t>
            </a:r>
            <a:r>
              <a:rPr lang="en-US" sz="2400" b="1" dirty="0"/>
              <a:t> </a:t>
            </a:r>
            <a:r>
              <a:rPr lang="en-US" sz="2400" b="1" dirty="0" err="1"/>
              <a:t>akan</a:t>
            </a:r>
            <a:r>
              <a:rPr lang="en-US" sz="2400" b="1" dirty="0"/>
              <a:t> </a:t>
            </a:r>
            <a:r>
              <a:rPr lang="en-US" sz="2400" b="1" dirty="0" err="1"/>
              <a:t>cennetlerle</a:t>
            </a:r>
            <a:r>
              <a:rPr lang="en-US" sz="2400" b="1" dirty="0"/>
              <a:t> </a:t>
            </a:r>
            <a:r>
              <a:rPr lang="en-US" sz="2400" b="1" dirty="0" err="1"/>
              <a:t>müjde</a:t>
            </a:r>
            <a:r>
              <a:rPr lang="en-US" sz="2400" b="1" dirty="0"/>
              <a:t> ver. </a:t>
            </a:r>
            <a:r>
              <a:rPr lang="en-US" sz="2400" b="1" dirty="0" err="1"/>
              <a:t>Oradaki</a:t>
            </a:r>
            <a:r>
              <a:rPr lang="en-US" sz="2400" b="1" dirty="0"/>
              <a:t> </a:t>
            </a:r>
            <a:r>
              <a:rPr lang="en-US" sz="2400" b="1" dirty="0" err="1"/>
              <a:t>meyveler</a:t>
            </a:r>
            <a:r>
              <a:rPr lang="en-US" sz="2400" b="1" dirty="0"/>
              <a:t> </a:t>
            </a:r>
            <a:r>
              <a:rPr lang="en-US" sz="2400" b="1" dirty="0" err="1"/>
              <a:t>onlara</a:t>
            </a:r>
            <a:r>
              <a:rPr lang="en-US" sz="2400" b="1" dirty="0"/>
              <a:t> </a:t>
            </a:r>
            <a:r>
              <a:rPr lang="en-US" sz="2400" b="1" dirty="0" err="1"/>
              <a:t>tanıdık</a:t>
            </a:r>
            <a:r>
              <a:rPr lang="en-US" sz="2400" b="1" dirty="0"/>
              <a:t> </a:t>
            </a:r>
            <a:r>
              <a:rPr lang="en-US" sz="2400" b="1" dirty="0" err="1"/>
              <a:t>gelir</a:t>
            </a:r>
            <a:r>
              <a:rPr lang="en-US" sz="2400" b="1" dirty="0"/>
              <a:t>. </a:t>
            </a:r>
            <a:r>
              <a:rPr lang="en-US" sz="2400" b="1" dirty="0" err="1"/>
              <a:t>Orada</a:t>
            </a:r>
            <a:r>
              <a:rPr lang="en-US" sz="2400" b="1" dirty="0"/>
              <a:t> </a:t>
            </a:r>
            <a:r>
              <a:rPr lang="en-US" sz="2400" b="1" dirty="0" err="1"/>
              <a:t>arınmış</a:t>
            </a:r>
            <a:r>
              <a:rPr lang="en-US" sz="2400" b="1" dirty="0"/>
              <a:t> </a:t>
            </a:r>
            <a:r>
              <a:rPr lang="en-US" sz="2400" b="1" dirty="0" err="1"/>
              <a:t>eşler</a:t>
            </a:r>
            <a:r>
              <a:rPr lang="en-US" sz="2400" b="1" dirty="0"/>
              <a:t> </a:t>
            </a:r>
            <a:r>
              <a:rPr lang="en-US" sz="2400" b="1" dirty="0" err="1"/>
              <a:t>vardır</a:t>
            </a:r>
            <a:r>
              <a:rPr lang="en-US" sz="2400" b="1" dirty="0"/>
              <a:t>. </a:t>
            </a:r>
            <a:r>
              <a:rPr lang="en-US" sz="2400" b="1" dirty="0" err="1"/>
              <a:t>Onlar</a:t>
            </a:r>
            <a:r>
              <a:rPr lang="en-US" sz="2400" b="1" dirty="0"/>
              <a:t> </a:t>
            </a:r>
            <a:r>
              <a:rPr lang="en-US" sz="2400" b="1" dirty="0" err="1"/>
              <a:t>orada</a:t>
            </a:r>
            <a:r>
              <a:rPr lang="en-US" sz="2400" b="1" dirty="0"/>
              <a:t> </a:t>
            </a:r>
            <a:r>
              <a:rPr lang="en-US" sz="2400" b="1" dirty="0" err="1"/>
              <a:t>ebedî</a:t>
            </a:r>
            <a:r>
              <a:rPr lang="en-US" sz="2400" b="1" dirty="0"/>
              <a:t> </a:t>
            </a:r>
            <a:r>
              <a:rPr lang="en-US" sz="2400" b="1" dirty="0" err="1"/>
              <a:t>kalacaklardır</a:t>
            </a:r>
            <a:r>
              <a:rPr lang="en-US" sz="2400" b="1" dirty="0"/>
              <a:t>.”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“</a:t>
            </a:r>
            <a:r>
              <a:rPr lang="en-US" sz="2400" dirty="0" err="1"/>
              <a:t>cennet</a:t>
            </a:r>
            <a:r>
              <a:rPr lang="en-US" sz="2400" dirty="0"/>
              <a:t>”,</a:t>
            </a:r>
          </a:p>
          <a:p>
            <a:r>
              <a:rPr lang="en-US" sz="2400" dirty="0"/>
              <a:t>zaman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mekânın</a:t>
            </a:r>
            <a:r>
              <a:rPr lang="en-US" sz="2400" dirty="0"/>
              <a:t> </a:t>
            </a:r>
            <a:r>
              <a:rPr lang="en-US" sz="2400" dirty="0" err="1"/>
              <a:t>ötesinde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haldir</a:t>
            </a:r>
            <a:r>
              <a:rPr lang="en-US" sz="2400" dirty="0"/>
              <a:t>.</a:t>
            </a:r>
          </a:p>
          <a:p>
            <a:r>
              <a:rPr lang="en-US" sz="2400" dirty="0"/>
              <a:t>Senin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açılan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boyutudur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Altından</a:t>
            </a:r>
            <a:r>
              <a:rPr lang="en-US" sz="2400" dirty="0"/>
              <a:t> </a:t>
            </a:r>
            <a:r>
              <a:rPr lang="en-US" sz="2400" dirty="0" err="1"/>
              <a:t>ırmaklar</a:t>
            </a:r>
            <a:r>
              <a:rPr lang="en-US" sz="2400" dirty="0"/>
              <a:t> =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, </a:t>
            </a:r>
            <a:r>
              <a:rPr lang="en-US" sz="2400" dirty="0" err="1"/>
              <a:t>sezgi</a:t>
            </a:r>
            <a:endParaRPr lang="en-US" sz="2400" dirty="0"/>
          </a:p>
          <a:p>
            <a:r>
              <a:rPr lang="en-US" sz="2400" dirty="0" err="1"/>
              <a:t>Tanıdık</a:t>
            </a:r>
            <a:r>
              <a:rPr lang="en-US" sz="2400" dirty="0"/>
              <a:t> </a:t>
            </a:r>
            <a:r>
              <a:rPr lang="en-US" sz="2400" dirty="0" err="1"/>
              <a:t>meyveler</a:t>
            </a:r>
            <a:r>
              <a:rPr lang="en-US" sz="2400" dirty="0"/>
              <a:t> = </a:t>
            </a:r>
            <a:r>
              <a:rPr lang="en-US" sz="2400" dirty="0" err="1"/>
              <a:t>Ruhunun</a:t>
            </a:r>
            <a:r>
              <a:rPr lang="en-US" sz="2400" dirty="0"/>
              <a:t> </a:t>
            </a:r>
            <a:r>
              <a:rPr lang="en-US" sz="2400" dirty="0" err="1"/>
              <a:t>özlemini</a:t>
            </a:r>
            <a:r>
              <a:rPr lang="en-US" sz="2400" dirty="0"/>
              <a:t> </a:t>
            </a:r>
            <a:r>
              <a:rPr lang="en-US" sz="2400" dirty="0" err="1"/>
              <a:t>duyduğu</a:t>
            </a:r>
            <a:r>
              <a:rPr lang="en-US" sz="2400" dirty="0"/>
              <a:t> </a:t>
            </a:r>
            <a:r>
              <a:rPr lang="en-US" sz="2400" dirty="0" err="1"/>
              <a:t>hakikatler</a:t>
            </a:r>
            <a:endParaRPr lang="en-US" sz="2400" dirty="0"/>
          </a:p>
          <a:p>
            <a:r>
              <a:rPr lang="en-US" sz="2400" dirty="0" err="1"/>
              <a:t>Arınmış</a:t>
            </a:r>
            <a:r>
              <a:rPr lang="en-US" sz="2400" dirty="0"/>
              <a:t> </a:t>
            </a:r>
            <a:r>
              <a:rPr lang="en-US" sz="2400" dirty="0" err="1"/>
              <a:t>eşler</a:t>
            </a:r>
            <a:r>
              <a:rPr lang="en-US" sz="2400" dirty="0"/>
              <a:t> = Kendi </a:t>
            </a:r>
            <a:r>
              <a:rPr lang="en-US" sz="2400" dirty="0" err="1"/>
              <a:t>dengelenmiş</a:t>
            </a:r>
            <a:r>
              <a:rPr lang="en-US" sz="2400" dirty="0"/>
              <a:t> </a:t>
            </a:r>
            <a:r>
              <a:rPr lang="en-US" sz="2400" dirty="0" err="1"/>
              <a:t>eril-dişil</a:t>
            </a:r>
            <a:r>
              <a:rPr lang="en-US" sz="2400" dirty="0"/>
              <a:t> </a:t>
            </a:r>
            <a:r>
              <a:rPr lang="en-US" sz="2400" dirty="0" err="1"/>
              <a:t>enerjin</a:t>
            </a:r>
            <a:endParaRPr lang="en-US" sz="2400" dirty="0"/>
          </a:p>
          <a:p>
            <a:r>
              <a:rPr lang="en-US" sz="2400" dirty="0" err="1"/>
              <a:t>Ebedîlik</a:t>
            </a:r>
            <a:r>
              <a:rPr lang="en-US" sz="2400" dirty="0"/>
              <a:t> = </a:t>
            </a:r>
            <a:r>
              <a:rPr lang="en-US" sz="2400" dirty="0" err="1"/>
              <a:t>Zamanı</a:t>
            </a:r>
            <a:r>
              <a:rPr lang="en-US" sz="2400" dirty="0"/>
              <a:t> </a:t>
            </a:r>
            <a:r>
              <a:rPr lang="en-US" sz="2400" dirty="0" err="1"/>
              <a:t>aşmış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hali</a:t>
            </a: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der: “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cennet</a:t>
            </a:r>
            <a:r>
              <a:rPr lang="en-US" sz="2400" dirty="0"/>
              <a:t> </a:t>
            </a:r>
            <a:r>
              <a:rPr lang="en-US" sz="2400" dirty="0" err="1"/>
              <a:t>dışarda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 O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frekansında</a:t>
            </a:r>
            <a:r>
              <a:rPr lang="en-US" sz="2400" dirty="0"/>
              <a:t> </a:t>
            </a:r>
            <a:r>
              <a:rPr lang="en-US" sz="2400" dirty="0" err="1"/>
              <a:t>açılır</a:t>
            </a:r>
            <a:r>
              <a:rPr lang="en-US" sz="2400" dirty="0"/>
              <a:t>. Ve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kez</a:t>
            </a:r>
            <a:r>
              <a:rPr lang="en-US" sz="2400" dirty="0"/>
              <a:t> </a:t>
            </a:r>
            <a:r>
              <a:rPr lang="en-US" sz="2400" dirty="0" err="1"/>
              <a:t>girdin</a:t>
            </a:r>
            <a:r>
              <a:rPr lang="en-US" sz="2400" dirty="0"/>
              <a:t> mi,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oradan</a:t>
            </a:r>
            <a:r>
              <a:rPr lang="en-US" sz="2400" dirty="0"/>
              <a:t> </a:t>
            </a:r>
            <a:r>
              <a:rPr lang="en-US" sz="2400" dirty="0" err="1"/>
              <a:t>çıkmazsın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o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içindir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ayetler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çağırır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/>
              <a:t>“Ey </a:t>
            </a:r>
            <a:r>
              <a:rPr lang="en-US" sz="2400" dirty="0" err="1"/>
              <a:t>insan</a:t>
            </a:r>
            <a:r>
              <a:rPr lang="en-US" sz="2400" dirty="0"/>
              <a:t>… </a:t>
            </a:r>
            <a:r>
              <a:rPr lang="en-US" sz="2400" dirty="0" err="1"/>
              <a:t>Hatırla</a:t>
            </a:r>
            <a:r>
              <a:rPr lang="en-US" sz="2400" dirty="0"/>
              <a:t>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. Seni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yarattıysa</a:t>
            </a:r>
            <a:r>
              <a:rPr lang="en-US" sz="2400" dirty="0"/>
              <a:t>,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geri</a:t>
            </a:r>
            <a:r>
              <a:rPr lang="en-US" sz="2400" dirty="0"/>
              <a:t> </a:t>
            </a:r>
            <a:r>
              <a:rPr lang="en-US" sz="2400" dirty="0" err="1"/>
              <a:t>dön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huzur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cennette</a:t>
            </a:r>
            <a:r>
              <a:rPr lang="en-US" sz="2400" dirty="0"/>
              <a:t> </a:t>
            </a:r>
            <a:r>
              <a:rPr lang="en-US" sz="2400" dirty="0" err="1"/>
              <a:t>saklıdır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068679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1998321-3E99-C132-E9AD-F24C7990940B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26–30</a:t>
            </a:r>
            <a:br>
              <a:rPr lang="tr-TR" sz="2400" b="1" dirty="0"/>
            </a:b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Sembollerin</a:t>
            </a:r>
            <a:r>
              <a:rPr lang="en-US" sz="2400" dirty="0"/>
              <a:t> </a:t>
            </a:r>
            <a:r>
              <a:rPr lang="en-US" sz="2400" dirty="0" err="1"/>
              <a:t>Ardındaki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Görebilen</a:t>
            </a:r>
            <a:r>
              <a:rPr lang="en-US" sz="2400" dirty="0"/>
              <a:t>, </a:t>
            </a:r>
            <a:r>
              <a:rPr lang="en-US" sz="2400" dirty="0" err="1"/>
              <a:t>Halifelik</a:t>
            </a:r>
            <a:r>
              <a:rPr lang="en-US" sz="2400" dirty="0"/>
              <a:t> </a:t>
            </a:r>
            <a:r>
              <a:rPr lang="en-US" sz="2400" dirty="0" err="1"/>
              <a:t>Kodunu</a:t>
            </a:r>
            <a:r>
              <a:rPr lang="en-US" sz="2400" dirty="0"/>
              <a:t> </a:t>
            </a:r>
            <a:r>
              <a:rPr lang="en-US" sz="2400" dirty="0" err="1"/>
              <a:t>Alır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26.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“Allah, </a:t>
            </a:r>
            <a:r>
              <a:rPr lang="en-US" sz="2400" dirty="0" err="1"/>
              <a:t>sivrisinek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misali</a:t>
            </a:r>
            <a:r>
              <a:rPr lang="en-US" sz="2400" dirty="0"/>
              <a:t> </a:t>
            </a:r>
            <a:r>
              <a:rPr lang="en-US" sz="2400" dirty="0" err="1"/>
              <a:t>vermekten</a:t>
            </a:r>
            <a:r>
              <a:rPr lang="en-US" sz="2400" dirty="0"/>
              <a:t> </a:t>
            </a:r>
            <a:r>
              <a:rPr lang="en-US" sz="2400" dirty="0" err="1"/>
              <a:t>çekinmez</a:t>
            </a:r>
            <a:r>
              <a:rPr lang="en-US" sz="2400" dirty="0"/>
              <a:t>; </a:t>
            </a:r>
            <a:r>
              <a:rPr lang="en-US" sz="2400" dirty="0" err="1"/>
              <a:t>ondan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büyüğünü</a:t>
            </a:r>
            <a:r>
              <a:rPr lang="en-US" sz="2400" dirty="0"/>
              <a:t> de.</a:t>
            </a:r>
            <a:r>
              <a:rPr lang="tr-TR" sz="2400" dirty="0"/>
              <a:t>  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İnananlar</a:t>
            </a:r>
            <a:r>
              <a:rPr lang="en-US" sz="2400" dirty="0"/>
              <a:t>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tr-TR" sz="2400" dirty="0"/>
              <a:t> </a:t>
            </a:r>
            <a:r>
              <a:rPr lang="en-US" sz="2400" dirty="0" err="1"/>
              <a:t>Rablerinden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bilirler</a:t>
            </a:r>
            <a:r>
              <a:rPr lang="en-US" sz="2400" dirty="0"/>
              <a:t>. </a:t>
            </a:r>
            <a:r>
              <a:rPr lang="en-US" sz="2400" dirty="0" err="1"/>
              <a:t>İnkar</a:t>
            </a:r>
            <a:r>
              <a:rPr lang="en-US" sz="2400" dirty="0"/>
              <a:t> </a:t>
            </a:r>
            <a:r>
              <a:rPr lang="en-US" sz="2400" dirty="0" err="1"/>
              <a:t>edenler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, ‘Allah </a:t>
            </a:r>
            <a:r>
              <a:rPr lang="en-US" sz="2400" dirty="0" err="1"/>
              <a:t>böyle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örnekle</a:t>
            </a:r>
            <a:r>
              <a:rPr lang="en-US" sz="2400" dirty="0"/>
              <a:t> ne </a:t>
            </a:r>
            <a:r>
              <a:rPr lang="en-US" sz="2400" dirty="0" err="1"/>
              <a:t>demek</a:t>
            </a:r>
            <a:r>
              <a:rPr lang="en-US" sz="2400" dirty="0"/>
              <a:t> </a:t>
            </a:r>
            <a:r>
              <a:rPr lang="en-US" sz="2400" dirty="0" err="1"/>
              <a:t>istemiş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?’ </a:t>
            </a:r>
            <a:r>
              <a:rPr lang="en-US" sz="2400" dirty="0" err="1"/>
              <a:t>derler</a:t>
            </a:r>
            <a:r>
              <a:rPr lang="en-US" sz="2400" dirty="0"/>
              <a:t>. O </a:t>
            </a:r>
            <a:r>
              <a:rPr lang="en-US" sz="2400" dirty="0" err="1"/>
              <a:t>bununla</a:t>
            </a:r>
            <a:r>
              <a:rPr lang="en-US" sz="2400" dirty="0"/>
              <a:t> </a:t>
            </a:r>
            <a:r>
              <a:rPr lang="en-US" sz="2400" dirty="0" err="1"/>
              <a:t>birçoğunu</a:t>
            </a:r>
            <a:r>
              <a:rPr lang="en-US" sz="2400" dirty="0"/>
              <a:t> </a:t>
            </a:r>
            <a:r>
              <a:rPr lang="en-US" sz="2400" dirty="0" err="1"/>
              <a:t>saptırır</a:t>
            </a:r>
            <a:r>
              <a:rPr lang="en-US" sz="2400" dirty="0"/>
              <a:t>, </a:t>
            </a:r>
            <a:r>
              <a:rPr lang="en-US" sz="2400" dirty="0" err="1"/>
              <a:t>birçoğunu</a:t>
            </a:r>
            <a:r>
              <a:rPr lang="en-US" sz="2400" dirty="0"/>
              <a:t> da </a:t>
            </a:r>
            <a:r>
              <a:rPr lang="en-US" sz="2400" dirty="0" err="1"/>
              <a:t>doğruya</a:t>
            </a:r>
            <a:r>
              <a:rPr lang="en-US" sz="2400" dirty="0"/>
              <a:t> </a:t>
            </a:r>
            <a:r>
              <a:rPr lang="en-US" sz="2400" dirty="0" err="1"/>
              <a:t>iletir</a:t>
            </a:r>
            <a:r>
              <a:rPr lang="en-US" sz="2400" dirty="0"/>
              <a:t>.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fasıkları</a:t>
            </a:r>
            <a:r>
              <a:rPr lang="en-US" sz="2400" dirty="0"/>
              <a:t> </a:t>
            </a:r>
            <a:r>
              <a:rPr lang="en-US" sz="2400" dirty="0" err="1"/>
              <a:t>saptırır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Kur’an’ın</a:t>
            </a:r>
            <a:r>
              <a:rPr lang="en-US" sz="2400" dirty="0"/>
              <a:t> </a:t>
            </a:r>
            <a:r>
              <a:rPr lang="en-US" sz="2400" dirty="0" err="1"/>
              <a:t>şifreli</a:t>
            </a:r>
            <a:r>
              <a:rPr lang="en-US" sz="2400" dirty="0"/>
              <a:t> </a:t>
            </a:r>
            <a:r>
              <a:rPr lang="en-US" sz="2400" dirty="0" err="1"/>
              <a:t>doğasını</a:t>
            </a:r>
            <a:r>
              <a:rPr lang="en-US" sz="2400" dirty="0"/>
              <a:t> </a:t>
            </a:r>
            <a:r>
              <a:rPr lang="en-US" sz="2400" dirty="0" err="1"/>
              <a:t>ilan</a:t>
            </a:r>
            <a:r>
              <a:rPr lang="en-US" sz="2400" dirty="0"/>
              <a:t> </a:t>
            </a:r>
            <a:r>
              <a:rPr lang="en-US" sz="2400" dirty="0" err="1"/>
              <a:t>eder:Allah</a:t>
            </a:r>
            <a:r>
              <a:rPr lang="en-US" sz="2400" dirty="0"/>
              <a:t> </a:t>
            </a:r>
            <a:r>
              <a:rPr lang="en-US" sz="2400" dirty="0" err="1"/>
              <a:t>sembollerle</a:t>
            </a:r>
            <a:r>
              <a:rPr lang="en-US" sz="2400" dirty="0"/>
              <a:t> </a:t>
            </a:r>
            <a:r>
              <a:rPr lang="en-US" sz="2400" dirty="0" err="1"/>
              <a:t>konuşur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semboller</a:t>
            </a:r>
            <a:r>
              <a:rPr lang="en-US" sz="2400" dirty="0"/>
              <a:t>, </a:t>
            </a:r>
            <a:r>
              <a:rPr lang="en-US" sz="2400" dirty="0" err="1"/>
              <a:t>bilinci</a:t>
            </a:r>
            <a:r>
              <a:rPr lang="en-US" sz="2400" dirty="0"/>
              <a:t> test </a:t>
            </a:r>
            <a:r>
              <a:rPr lang="en-US" sz="2400" dirty="0" err="1"/>
              <a:t>eder</a:t>
            </a:r>
            <a:r>
              <a:rPr lang="en-US" sz="2400" dirty="0"/>
              <a:t>. </a:t>
            </a:r>
            <a:r>
              <a:rPr lang="en-US" sz="2400" dirty="0" err="1"/>
              <a:t>İnanan</a:t>
            </a:r>
            <a:r>
              <a:rPr lang="en-US" sz="2400" dirty="0"/>
              <a:t> = </a:t>
            </a:r>
            <a:r>
              <a:rPr lang="en-US" sz="2400" dirty="0" err="1"/>
              <a:t>Kalple</a:t>
            </a:r>
            <a:r>
              <a:rPr lang="en-US" sz="2400" dirty="0"/>
              <a:t> </a:t>
            </a:r>
            <a:r>
              <a:rPr lang="en-US" sz="2400" dirty="0" err="1"/>
              <a:t>bakan</a:t>
            </a:r>
            <a:r>
              <a:rPr lang="en-US" sz="2400" dirty="0"/>
              <a:t>, </a:t>
            </a:r>
            <a:r>
              <a:rPr lang="en-US" sz="2400" dirty="0" err="1"/>
              <a:t>mesajı</a:t>
            </a:r>
            <a:r>
              <a:rPr lang="en-US" sz="2400" dirty="0"/>
              <a:t> </a:t>
            </a:r>
            <a:r>
              <a:rPr lang="en-US" sz="2400" dirty="0" err="1"/>
              <a:t>hisseden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İnkar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=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bakan</a:t>
            </a:r>
            <a:r>
              <a:rPr lang="en-US" sz="2400" dirty="0"/>
              <a:t>, </a:t>
            </a:r>
            <a:r>
              <a:rPr lang="en-US" sz="2400" dirty="0" err="1"/>
              <a:t>sembolde</a:t>
            </a:r>
            <a:r>
              <a:rPr lang="en-US" sz="2400" dirty="0"/>
              <a:t> </a:t>
            </a:r>
            <a:r>
              <a:rPr lang="en-US" sz="2400" dirty="0" err="1"/>
              <a:t>takılı</a:t>
            </a:r>
            <a:r>
              <a:rPr lang="en-US" sz="2400" dirty="0"/>
              <a:t> </a:t>
            </a:r>
            <a:r>
              <a:rPr lang="en-US" sz="2400" dirty="0" err="1"/>
              <a:t>kalan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Buradaki</a:t>
            </a:r>
            <a:r>
              <a:rPr lang="en-US" sz="2400" dirty="0"/>
              <a:t> “</a:t>
            </a:r>
            <a:r>
              <a:rPr lang="en-US" sz="2400" dirty="0" err="1"/>
              <a:t>sivrisinek</a:t>
            </a:r>
            <a:r>
              <a:rPr lang="en-US" sz="2400" dirty="0"/>
              <a:t>”,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küçük</a:t>
            </a:r>
            <a:r>
              <a:rPr lang="en-US" sz="2400" dirty="0"/>
              <a:t> </a:t>
            </a:r>
            <a:r>
              <a:rPr lang="en-US" sz="2400" dirty="0" err="1"/>
              <a:t>şeyin</a:t>
            </a:r>
            <a:r>
              <a:rPr lang="en-US" sz="2400" dirty="0"/>
              <a:t> bile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mesaj</a:t>
            </a:r>
            <a:r>
              <a:rPr lang="en-US" sz="2400" dirty="0"/>
              <a:t> </a:t>
            </a:r>
            <a:r>
              <a:rPr lang="en-US" sz="2400" dirty="0" err="1"/>
              <a:t>taşıdığını</a:t>
            </a:r>
            <a:r>
              <a:rPr lang="en-US" sz="2400" dirty="0"/>
              <a:t> </a:t>
            </a:r>
            <a:r>
              <a:rPr lang="en-US" sz="2400" dirty="0" err="1"/>
              <a:t>gösterir.Sen</a:t>
            </a:r>
            <a:r>
              <a:rPr lang="en-US" sz="2400" dirty="0"/>
              <a:t> </a:t>
            </a:r>
            <a:r>
              <a:rPr lang="en-US" sz="2400" dirty="0" err="1"/>
              <a:t>eğer</a:t>
            </a:r>
            <a:r>
              <a:rPr lang="en-US" sz="2400" dirty="0"/>
              <a:t> her </a:t>
            </a:r>
            <a:r>
              <a:rPr lang="en-US" sz="2400" dirty="0" err="1"/>
              <a:t>varlıkta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sır</a:t>
            </a:r>
            <a:r>
              <a:rPr lang="en-US" sz="2400" dirty="0"/>
              <a:t> </a:t>
            </a:r>
            <a:r>
              <a:rPr lang="en-US" sz="2400" dirty="0" err="1"/>
              <a:t>görüyorsan,senin</a:t>
            </a:r>
            <a:r>
              <a:rPr lang="en-US" sz="2400" dirty="0"/>
              <a:t> </a:t>
            </a:r>
            <a:r>
              <a:rPr lang="en-US" sz="2400" dirty="0" err="1"/>
              <a:t>gözün</a:t>
            </a:r>
            <a:r>
              <a:rPr lang="en-US" sz="2400" dirty="0"/>
              <a:t> </a:t>
            </a:r>
            <a:r>
              <a:rPr lang="en-US" sz="2400" dirty="0" err="1"/>
              <a:t>açılmıştır.Bu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şuna</a:t>
            </a:r>
            <a:r>
              <a:rPr lang="en-US" sz="2400" dirty="0"/>
              <a:t> </a:t>
            </a:r>
            <a:r>
              <a:rPr lang="en-US" sz="2400" dirty="0" err="1"/>
              <a:t>çağırır</a:t>
            </a:r>
            <a:r>
              <a:rPr lang="en-US" sz="2400" dirty="0"/>
              <a:t>: “</a:t>
            </a:r>
            <a:r>
              <a:rPr lang="en-US" sz="2400" dirty="0" err="1"/>
              <a:t>Küçük</a:t>
            </a:r>
            <a:r>
              <a:rPr lang="en-US" sz="2400" dirty="0"/>
              <a:t> </a:t>
            </a:r>
            <a:r>
              <a:rPr lang="en-US" sz="2400" dirty="0" err="1"/>
              <a:t>görünenin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büyüklüğü</a:t>
            </a:r>
            <a:r>
              <a:rPr lang="en-US" sz="2400" dirty="0"/>
              <a:t> </a:t>
            </a:r>
            <a:r>
              <a:rPr lang="en-US" sz="2400" dirty="0" err="1"/>
              <a:t>oku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Yaradan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sıradan</a:t>
            </a:r>
            <a:r>
              <a:rPr lang="en-US" sz="2400" dirty="0"/>
              <a:t> </a:t>
            </a:r>
            <a:r>
              <a:rPr lang="en-US" sz="2400" dirty="0" err="1"/>
              <a:t>şeyle</a:t>
            </a:r>
            <a:r>
              <a:rPr lang="en-US" sz="2400" dirty="0"/>
              <a:t> bile sana </a:t>
            </a:r>
            <a:r>
              <a:rPr lang="en-US" sz="2400" dirty="0" err="1"/>
              <a:t>seslenir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b="1" dirty="0"/>
              <a:t>27.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Onlar</a:t>
            </a:r>
            <a:r>
              <a:rPr lang="en-US" sz="2400" dirty="0"/>
              <a:t> ki Allah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yaptıkları</a:t>
            </a:r>
            <a:r>
              <a:rPr lang="en-US" sz="2400" dirty="0"/>
              <a:t> </a:t>
            </a:r>
            <a:r>
              <a:rPr lang="en-US" sz="2400" dirty="0" err="1"/>
              <a:t>sözleşmeyi</a:t>
            </a:r>
            <a:r>
              <a:rPr lang="en-US" sz="2400" dirty="0"/>
              <a:t> </a:t>
            </a:r>
            <a:r>
              <a:rPr lang="en-US" sz="2400" dirty="0" err="1"/>
              <a:t>bozar</a:t>
            </a:r>
            <a:r>
              <a:rPr lang="en-US" sz="2400" dirty="0"/>
              <a:t>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birleştirilmesini</a:t>
            </a:r>
            <a:r>
              <a:rPr lang="en-US" sz="2400" dirty="0"/>
              <a:t> </a:t>
            </a:r>
            <a:r>
              <a:rPr lang="en-US" sz="2400" dirty="0" err="1"/>
              <a:t>emrettiği</a:t>
            </a:r>
            <a:r>
              <a:rPr lang="en-US" sz="2400" dirty="0"/>
              <a:t>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koparır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yeryüzünde</a:t>
            </a:r>
            <a:r>
              <a:rPr lang="en-US" sz="2400" dirty="0"/>
              <a:t> </a:t>
            </a:r>
            <a:r>
              <a:rPr lang="en-US" sz="2400" dirty="0" err="1"/>
              <a:t>bozgunculuk</a:t>
            </a:r>
            <a:r>
              <a:rPr lang="en-US" sz="2400" dirty="0"/>
              <a:t> </a:t>
            </a:r>
            <a:r>
              <a:rPr lang="en-US" sz="2400" dirty="0" err="1"/>
              <a:t>yaparlar</a:t>
            </a:r>
            <a:r>
              <a:rPr lang="en-US" sz="2400" dirty="0"/>
              <a:t>. 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hüsrana</a:t>
            </a:r>
            <a:r>
              <a:rPr lang="en-US" sz="2400" dirty="0"/>
              <a:t> </a:t>
            </a:r>
            <a:r>
              <a:rPr lang="en-US" sz="2400" dirty="0" err="1"/>
              <a:t>uğrayanlardır</a:t>
            </a:r>
            <a:r>
              <a:rPr lang="en-US" sz="2400" dirty="0"/>
              <a:t>.”**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82407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B0C5BBE-F032-6F3A-BDBC-58CD0ED5818E}"/>
              </a:ext>
            </a:extLst>
          </p:cNvPr>
          <p:cNvSpPr txBox="1"/>
          <p:nvPr/>
        </p:nvSpPr>
        <p:spPr>
          <a:xfrm>
            <a:off x="1" y="80009"/>
            <a:ext cx="6697980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sözleşme</a:t>
            </a:r>
            <a:r>
              <a:rPr lang="en-US" sz="2400" dirty="0"/>
              <a:t> </a:t>
            </a:r>
            <a:r>
              <a:rPr lang="en-US" sz="2400" dirty="0" err="1"/>
              <a:t>kavramını</a:t>
            </a:r>
            <a:r>
              <a:rPr lang="en-US" sz="2400" dirty="0"/>
              <a:t> </a:t>
            </a:r>
            <a:r>
              <a:rPr lang="en-US" sz="2400" dirty="0" err="1"/>
              <a:t>getirir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Her </a:t>
            </a:r>
            <a:r>
              <a:rPr lang="en-US" sz="2400" dirty="0" err="1"/>
              <a:t>ruh</a:t>
            </a:r>
            <a:r>
              <a:rPr lang="en-US" sz="2400" dirty="0"/>
              <a:t>,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dünyaya</a:t>
            </a:r>
            <a:r>
              <a:rPr lang="en-US" sz="2400" dirty="0"/>
              <a:t> </a:t>
            </a:r>
            <a:r>
              <a:rPr lang="en-US" sz="2400" dirty="0" err="1"/>
              <a:t>gelirken</a:t>
            </a:r>
            <a:r>
              <a:rPr lang="en-US" sz="2400" dirty="0"/>
              <a:t> </a:t>
            </a:r>
            <a:r>
              <a:rPr lang="en-US" sz="2400" dirty="0" err="1"/>
              <a:t>yaratıcıyla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sözleşme</a:t>
            </a:r>
            <a:r>
              <a:rPr lang="en-US" sz="2400" dirty="0"/>
              <a:t> </a:t>
            </a:r>
            <a:r>
              <a:rPr lang="en-US" sz="2400" dirty="0" err="1"/>
              <a:t>yapar</a:t>
            </a:r>
            <a:r>
              <a:rPr lang="en-US" sz="2400" dirty="0"/>
              <a:t>. “</a:t>
            </a:r>
            <a:r>
              <a:rPr lang="en-US" sz="2400" dirty="0" err="1"/>
              <a:t>Unutacağım</a:t>
            </a:r>
            <a:r>
              <a:rPr lang="en-US" sz="2400" dirty="0"/>
              <a:t> ama </a:t>
            </a:r>
            <a:r>
              <a:rPr lang="en-US" sz="2400" dirty="0" err="1"/>
              <a:t>hatırlayacağım</a:t>
            </a:r>
            <a:r>
              <a:rPr lang="en-US" sz="2400" dirty="0"/>
              <a:t>.” 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Yaratıma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edeceğim</a:t>
            </a:r>
            <a:r>
              <a:rPr lang="en-US" sz="2400" dirty="0"/>
              <a:t>.” 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Işığı</a:t>
            </a:r>
            <a:r>
              <a:rPr lang="en-US" sz="2400" dirty="0"/>
              <a:t> </a:t>
            </a:r>
            <a:r>
              <a:rPr lang="en-US" sz="2400" dirty="0" err="1"/>
              <a:t>taşıyacağım</a:t>
            </a:r>
            <a:r>
              <a:rPr lang="en-US" sz="2400" dirty="0"/>
              <a:t>.”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</a:t>
            </a:r>
            <a:r>
              <a:rPr lang="en-US" sz="2400" dirty="0"/>
              <a:t> </a:t>
            </a:r>
            <a:r>
              <a:rPr lang="en-US" sz="2400" dirty="0" err="1"/>
              <a:t>anlatılanlar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sözleşmeyi</a:t>
            </a:r>
            <a:r>
              <a:rPr lang="en-US" sz="2400" dirty="0"/>
              <a:t> </a:t>
            </a:r>
            <a:r>
              <a:rPr lang="en-US" sz="2400" dirty="0" err="1"/>
              <a:t>unutmuş</a:t>
            </a:r>
            <a:r>
              <a:rPr lang="en-US" sz="2400" dirty="0"/>
              <a:t>, </a:t>
            </a:r>
            <a:r>
              <a:rPr lang="en-US" sz="2400" dirty="0" err="1"/>
              <a:t>bozmuş</a:t>
            </a:r>
            <a:r>
              <a:rPr lang="en-US" sz="2400" dirty="0"/>
              <a:t> </a:t>
            </a:r>
            <a:r>
              <a:rPr lang="en-US" sz="2400" dirty="0" err="1"/>
              <a:t>olanlardır</a:t>
            </a:r>
            <a:r>
              <a:rPr lang="en-US" sz="2400" dirty="0"/>
              <a:t>.</a:t>
            </a:r>
          </a:p>
          <a:p>
            <a:r>
              <a:rPr lang="en-US" sz="2400" dirty="0"/>
              <a:t>Ve “</a:t>
            </a:r>
            <a:r>
              <a:rPr lang="en-US" sz="2400" dirty="0" err="1"/>
              <a:t>bozgunculuk</a:t>
            </a:r>
            <a:r>
              <a:rPr lang="en-US" sz="2400" dirty="0"/>
              <a:t>” </a:t>
            </a:r>
            <a:r>
              <a:rPr lang="en-US" sz="2400" dirty="0" err="1"/>
              <a:t>kelimesi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endParaRPr lang="en-US" sz="2400" dirty="0"/>
          </a:p>
          <a:p>
            <a:r>
              <a:rPr lang="en-US" sz="2400" dirty="0" err="1"/>
              <a:t>savaş</a:t>
            </a:r>
            <a:r>
              <a:rPr lang="en-US" sz="2400" dirty="0"/>
              <a:t> </a:t>
            </a:r>
            <a:r>
              <a:rPr lang="en-US" sz="2400" dirty="0" err="1"/>
              <a:t>çıkarmak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—</a:t>
            </a:r>
          </a:p>
          <a:p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sistemini</a:t>
            </a:r>
            <a:r>
              <a:rPr lang="en-US" sz="2400" dirty="0"/>
              <a:t> </a:t>
            </a:r>
            <a:r>
              <a:rPr lang="en-US" sz="2400" dirty="0" err="1"/>
              <a:t>bozmak</a:t>
            </a:r>
            <a:r>
              <a:rPr lang="en-US" sz="2400" dirty="0"/>
              <a:t> </a:t>
            </a:r>
            <a:r>
              <a:rPr lang="en-US" sz="2400" dirty="0" err="1"/>
              <a:t>anlamındadır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28.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“Size </a:t>
            </a:r>
            <a:r>
              <a:rPr lang="en-US" sz="2400" dirty="0" err="1"/>
              <a:t>hayat</a:t>
            </a:r>
            <a:r>
              <a:rPr lang="en-US" sz="2400" dirty="0"/>
              <a:t> </a:t>
            </a:r>
            <a:r>
              <a:rPr lang="en-US" sz="2400" dirty="0" err="1"/>
              <a:t>verdiği</a:t>
            </a:r>
            <a:r>
              <a:rPr lang="en-US" sz="2400" dirty="0"/>
              <a:t> </a:t>
            </a:r>
            <a:r>
              <a:rPr lang="en-US" sz="2400" dirty="0" err="1"/>
              <a:t>halde</a:t>
            </a:r>
            <a:r>
              <a:rPr lang="en-US" sz="2400" dirty="0"/>
              <a:t> </a:t>
            </a:r>
            <a:r>
              <a:rPr lang="en-US" sz="2400" dirty="0" err="1"/>
              <a:t>Allah’ı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edersiniz</a:t>
            </a:r>
            <a:r>
              <a:rPr lang="en-US" sz="2400" dirty="0"/>
              <a:t>? Sonra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öldürecek</a:t>
            </a:r>
            <a:r>
              <a:rPr lang="en-US" sz="2400" dirty="0"/>
              <a:t>,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diriltecek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döndürüleceksiniz</a:t>
            </a:r>
            <a:r>
              <a:rPr lang="en-US" sz="2400" dirty="0"/>
              <a:t>.”**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döngüsünü</a:t>
            </a:r>
            <a:r>
              <a:rPr lang="en-US" sz="2400" dirty="0"/>
              <a:t> </a:t>
            </a:r>
            <a:r>
              <a:rPr lang="en-US" sz="2400" dirty="0" err="1"/>
              <a:t>açıkça</a:t>
            </a:r>
            <a:r>
              <a:rPr lang="en-US" sz="2400" dirty="0"/>
              <a:t> </a:t>
            </a:r>
            <a:r>
              <a:rPr lang="en-US" sz="2400" dirty="0" err="1"/>
              <a:t>anlatan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ayettir.Yani</a:t>
            </a:r>
            <a:r>
              <a:rPr lang="en-US" sz="2400" dirty="0"/>
              <a:t>:</a:t>
            </a:r>
          </a:p>
          <a:p>
            <a:r>
              <a:rPr lang="en-US" sz="2400" dirty="0"/>
              <a:t>Hayat: </a:t>
            </a:r>
            <a:r>
              <a:rPr lang="en-US" sz="2400" dirty="0" err="1"/>
              <a:t>Bilince</a:t>
            </a:r>
            <a:r>
              <a:rPr lang="en-US" sz="2400" dirty="0"/>
              <a:t> </a:t>
            </a:r>
            <a:r>
              <a:rPr lang="en-US" sz="2400" dirty="0" err="1"/>
              <a:t>geliş</a:t>
            </a:r>
            <a:endParaRPr lang="en-US" sz="2400" dirty="0"/>
          </a:p>
          <a:p>
            <a:r>
              <a:rPr lang="en-US" sz="2400" dirty="0" err="1"/>
              <a:t>Ölüm</a:t>
            </a:r>
            <a:r>
              <a:rPr lang="en-US" sz="2400" dirty="0"/>
              <a:t>: </a:t>
            </a:r>
            <a:r>
              <a:rPr lang="en-US" sz="2400" dirty="0" err="1"/>
              <a:t>Fiziksel</a:t>
            </a:r>
            <a:r>
              <a:rPr lang="en-US" sz="2400" dirty="0"/>
              <a:t> son</a:t>
            </a:r>
          </a:p>
          <a:p>
            <a:r>
              <a:rPr lang="en-US" sz="2400" dirty="0" err="1"/>
              <a:t>Diriliş</a:t>
            </a:r>
            <a:r>
              <a:rPr lang="en-US" sz="2400" dirty="0"/>
              <a:t>: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uyanışı</a:t>
            </a:r>
            <a:endParaRPr lang="en-US" sz="2400" dirty="0"/>
          </a:p>
          <a:p>
            <a:r>
              <a:rPr lang="en-US" sz="2400" dirty="0" err="1"/>
              <a:t>Dönüş</a:t>
            </a:r>
            <a:r>
              <a:rPr lang="en-US" sz="2400" dirty="0"/>
              <a:t>: </a:t>
            </a:r>
            <a:r>
              <a:rPr lang="en-US" sz="2400" dirty="0" err="1"/>
              <a:t>Kaynağa</a:t>
            </a:r>
            <a:r>
              <a:rPr lang="en-US" sz="2400" dirty="0"/>
              <a:t> </a:t>
            </a:r>
            <a:r>
              <a:rPr lang="en-US" sz="2400" dirty="0" err="1"/>
              <a:t>dönüş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yolculuğudur</a:t>
            </a:r>
            <a:r>
              <a:rPr lang="en-US" sz="2400" dirty="0"/>
              <a:t>. 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O’ndan</a:t>
            </a:r>
            <a:r>
              <a:rPr lang="en-US" sz="2400" dirty="0"/>
              <a:t> </a:t>
            </a:r>
            <a:r>
              <a:rPr lang="en-US" sz="2400" dirty="0" err="1"/>
              <a:t>geldin</a:t>
            </a:r>
            <a:r>
              <a:rPr lang="en-US" sz="2400" dirty="0"/>
              <a:t>,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döneceksin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şöyle</a:t>
            </a:r>
            <a:r>
              <a:rPr lang="en-US" sz="2400" dirty="0"/>
              <a:t> der:</a:t>
            </a:r>
          </a:p>
          <a:p>
            <a:r>
              <a:rPr lang="en-US" sz="2400" dirty="0"/>
              <a:t>“Kendi </a:t>
            </a:r>
            <a:r>
              <a:rPr lang="en-US" sz="2400" dirty="0" err="1"/>
              <a:t>dönüş</a:t>
            </a:r>
            <a:r>
              <a:rPr lang="en-US" sz="2400" dirty="0"/>
              <a:t> </a:t>
            </a:r>
            <a:r>
              <a:rPr lang="en-US" sz="2400" dirty="0" err="1"/>
              <a:t>yolunu</a:t>
            </a:r>
            <a:r>
              <a:rPr lang="en-US" sz="2400" dirty="0"/>
              <a:t> </a:t>
            </a:r>
            <a:r>
              <a:rPr lang="en-US" sz="2400" dirty="0" err="1"/>
              <a:t>unutma</a:t>
            </a:r>
            <a:r>
              <a:rPr lang="en-US" sz="2400" dirty="0"/>
              <a:t>.”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59637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1F6D990-9F53-E413-3660-A3C714AEB7FE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29.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“O, </a:t>
            </a:r>
            <a:r>
              <a:rPr lang="en-US" sz="2400" dirty="0" err="1"/>
              <a:t>yeryüzünde</a:t>
            </a:r>
            <a:r>
              <a:rPr lang="en-US" sz="2400" dirty="0"/>
              <a:t> ne </a:t>
            </a:r>
            <a:r>
              <a:rPr lang="en-US" sz="2400" dirty="0" err="1"/>
              <a:t>varsa</a:t>
            </a:r>
            <a:r>
              <a:rPr lang="en-US" sz="2400" dirty="0"/>
              <a:t> </a:t>
            </a:r>
            <a:r>
              <a:rPr lang="en-US" sz="2400" dirty="0" err="1"/>
              <a:t>hepsini</a:t>
            </a:r>
            <a:r>
              <a:rPr lang="en-US" sz="2400" dirty="0"/>
              <a:t> </a:t>
            </a:r>
            <a:r>
              <a:rPr lang="en-US" sz="2400" dirty="0" err="1"/>
              <a:t>sizin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yarattı</a:t>
            </a:r>
            <a:r>
              <a:rPr lang="en-US" sz="2400" dirty="0"/>
              <a:t>. Sonra </a:t>
            </a:r>
            <a:r>
              <a:rPr lang="en-US" sz="2400" dirty="0" err="1"/>
              <a:t>göğe</a:t>
            </a:r>
            <a:r>
              <a:rPr lang="en-US" sz="2400" dirty="0"/>
              <a:t> </a:t>
            </a:r>
            <a:r>
              <a:rPr lang="en-US" sz="2400" dirty="0" err="1"/>
              <a:t>yöneldi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yedi</a:t>
            </a:r>
            <a:r>
              <a:rPr lang="en-US" sz="2400" dirty="0"/>
              <a:t> kat </a:t>
            </a:r>
            <a:r>
              <a:rPr lang="en-US" sz="2400" dirty="0" err="1"/>
              <a:t>gök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düzenledi</a:t>
            </a:r>
            <a:r>
              <a:rPr lang="en-US" sz="2400" dirty="0"/>
              <a:t>. O, her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hakkıyla</a:t>
            </a:r>
            <a:r>
              <a:rPr lang="en-US" sz="2400" dirty="0"/>
              <a:t> </a:t>
            </a:r>
            <a:r>
              <a:rPr lang="en-US" sz="2400" dirty="0" err="1"/>
              <a:t>bilendir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evrenin</a:t>
            </a:r>
            <a:r>
              <a:rPr lang="en-US" sz="2400" dirty="0"/>
              <a:t> </a:t>
            </a:r>
            <a:r>
              <a:rPr lang="en-US" sz="2400" dirty="0" err="1"/>
              <a:t>katmanlı</a:t>
            </a:r>
            <a:r>
              <a:rPr lang="en-US" sz="2400" dirty="0"/>
              <a:t> </a:t>
            </a:r>
            <a:r>
              <a:rPr lang="en-US" sz="2400" dirty="0" err="1"/>
              <a:t>yapısı</a:t>
            </a:r>
            <a:r>
              <a:rPr lang="en-US" sz="2400" dirty="0"/>
              <a:t> </a:t>
            </a:r>
            <a:r>
              <a:rPr lang="en-US" sz="2400" dirty="0" err="1"/>
              <a:t>anlatılır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Yeryüzü</a:t>
            </a:r>
            <a:r>
              <a:rPr lang="en-US" sz="2400" dirty="0"/>
              <a:t>: Senin </a:t>
            </a:r>
            <a:r>
              <a:rPr lang="en-US" sz="2400" dirty="0" err="1"/>
              <a:t>bedenin</a:t>
            </a:r>
            <a:r>
              <a:rPr lang="en-US" sz="2400" dirty="0"/>
              <a:t>, </a:t>
            </a:r>
            <a:r>
              <a:rPr lang="en-US" sz="2400" dirty="0" err="1"/>
              <a:t>maddi</a:t>
            </a:r>
            <a:r>
              <a:rPr lang="en-US" sz="2400" dirty="0"/>
              <a:t> </a:t>
            </a:r>
            <a:r>
              <a:rPr lang="en-US" sz="2400" dirty="0" err="1"/>
              <a:t>alan</a:t>
            </a:r>
            <a:endParaRPr lang="en-US" sz="2400" dirty="0"/>
          </a:p>
          <a:p>
            <a:r>
              <a:rPr lang="en-US" sz="2400" dirty="0" err="1"/>
              <a:t>Yedi</a:t>
            </a:r>
            <a:r>
              <a:rPr lang="en-US" sz="2400" dirty="0"/>
              <a:t> kat </a:t>
            </a:r>
            <a:r>
              <a:rPr lang="en-US" sz="2400" dirty="0" err="1"/>
              <a:t>gök</a:t>
            </a:r>
            <a:r>
              <a:rPr lang="en-US" sz="2400" dirty="0"/>
              <a:t>: </a:t>
            </a:r>
            <a:r>
              <a:rPr lang="en-US" sz="2400" dirty="0" err="1"/>
              <a:t>Bilincin</a:t>
            </a:r>
            <a:r>
              <a:rPr lang="en-US" sz="2400" dirty="0"/>
              <a:t> </a:t>
            </a:r>
            <a:r>
              <a:rPr lang="en-US" sz="2400" dirty="0" err="1"/>
              <a:t>katmanları</a:t>
            </a:r>
            <a:endParaRPr lang="en-US" sz="2400" dirty="0"/>
          </a:p>
          <a:p>
            <a:r>
              <a:rPr lang="en-US" sz="2400" dirty="0" err="1"/>
              <a:t>Duyusal</a:t>
            </a:r>
            <a:endParaRPr lang="en-US" sz="2400" dirty="0"/>
          </a:p>
          <a:p>
            <a:r>
              <a:rPr lang="en-US" sz="2400" dirty="0" err="1"/>
              <a:t>Duygusal</a:t>
            </a:r>
            <a:endParaRPr lang="en-US" sz="2400" dirty="0"/>
          </a:p>
          <a:p>
            <a:r>
              <a:rPr lang="en-US" sz="2400" dirty="0" err="1"/>
              <a:t>Zihinsel</a:t>
            </a:r>
            <a:endParaRPr lang="en-US" sz="2400" dirty="0"/>
          </a:p>
          <a:p>
            <a:r>
              <a:rPr lang="en-US" sz="2400" dirty="0" err="1"/>
              <a:t>Kalpsel</a:t>
            </a:r>
            <a:endParaRPr lang="en-US" sz="2400" dirty="0"/>
          </a:p>
          <a:p>
            <a:r>
              <a:rPr lang="en-US" sz="2400" dirty="0" err="1"/>
              <a:t>Sezgisel</a:t>
            </a:r>
            <a:endParaRPr lang="en-US" sz="2400" dirty="0"/>
          </a:p>
          <a:p>
            <a:r>
              <a:rPr lang="en-US" sz="2400" dirty="0" err="1"/>
              <a:t>Ruhsal</a:t>
            </a:r>
            <a:endParaRPr lang="en-US" sz="2400" dirty="0"/>
          </a:p>
          <a:p>
            <a:r>
              <a:rPr lang="en-US" sz="2400" dirty="0"/>
              <a:t>İlahi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diyor</a:t>
            </a:r>
            <a:r>
              <a:rPr lang="en-US" sz="2400" dirty="0"/>
              <a:t> ki: “Beden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zeminindir</a:t>
            </a:r>
            <a:r>
              <a:rPr lang="en-US" sz="2400" dirty="0"/>
              <a:t> ama </a:t>
            </a:r>
            <a:r>
              <a:rPr lang="en-US" sz="2400" dirty="0" err="1"/>
              <a:t>gökler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yükselme</a:t>
            </a:r>
            <a:r>
              <a:rPr lang="en-US" sz="2400" dirty="0"/>
              <a:t> </a:t>
            </a:r>
            <a:r>
              <a:rPr lang="en-US" sz="2400" dirty="0" err="1"/>
              <a:t>haritandır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hatırla</a:t>
            </a:r>
            <a:r>
              <a:rPr lang="en-US" sz="2400" dirty="0"/>
              <a:t>:</a:t>
            </a:r>
          </a:p>
          <a:p>
            <a:r>
              <a:rPr lang="en-US" sz="2400" dirty="0"/>
              <a:t>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yaratıldı</a:t>
            </a:r>
            <a:r>
              <a:rPr lang="en-US" sz="2400" dirty="0"/>
              <a:t>…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sen</a:t>
            </a:r>
            <a:r>
              <a:rPr lang="en-US" sz="2400" dirty="0"/>
              <a:t> de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anlamı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yaratıldın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30.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“Hani Rabbin </a:t>
            </a:r>
            <a:r>
              <a:rPr lang="en-US" sz="2400" dirty="0" err="1"/>
              <a:t>meleklere</a:t>
            </a:r>
            <a:r>
              <a:rPr lang="en-US" sz="2400" dirty="0"/>
              <a:t>, ‘Ben </a:t>
            </a:r>
            <a:r>
              <a:rPr lang="en-US" sz="2400" dirty="0" err="1"/>
              <a:t>yeryüzünde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halife</a:t>
            </a:r>
            <a:r>
              <a:rPr lang="en-US" sz="2400" dirty="0"/>
              <a:t> </a:t>
            </a:r>
            <a:r>
              <a:rPr lang="en-US" sz="2400" dirty="0" err="1"/>
              <a:t>yaratacağım</a:t>
            </a:r>
            <a:r>
              <a:rPr lang="en-US" sz="2400" dirty="0"/>
              <a:t>’ </a:t>
            </a:r>
            <a:r>
              <a:rPr lang="en-US" sz="2400" dirty="0" err="1"/>
              <a:t>demişti</a:t>
            </a:r>
            <a:r>
              <a:rPr lang="en-US" sz="2400" dirty="0"/>
              <a:t>. </a:t>
            </a:r>
            <a:r>
              <a:rPr lang="en-US" sz="2400" dirty="0" err="1"/>
              <a:t>Onlar</a:t>
            </a:r>
            <a:r>
              <a:rPr lang="en-US" sz="2400" dirty="0"/>
              <a:t>, ‘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bozgunculuk</a:t>
            </a:r>
            <a:r>
              <a:rPr lang="en-US" sz="2400" dirty="0"/>
              <a:t> </a:t>
            </a:r>
            <a:r>
              <a:rPr lang="en-US" sz="2400" dirty="0" err="1"/>
              <a:t>yapacak</a:t>
            </a:r>
            <a:r>
              <a:rPr lang="en-US" sz="2400" dirty="0"/>
              <a:t>, </a:t>
            </a:r>
            <a:r>
              <a:rPr lang="en-US" sz="2400" dirty="0" err="1"/>
              <a:t>kan</a:t>
            </a:r>
            <a:r>
              <a:rPr lang="en-US" sz="2400" dirty="0"/>
              <a:t> </a:t>
            </a:r>
            <a:r>
              <a:rPr lang="en-US" sz="2400" dirty="0" err="1"/>
              <a:t>dökecek</a:t>
            </a:r>
            <a:r>
              <a:rPr lang="en-US" sz="2400" dirty="0"/>
              <a:t> </a:t>
            </a:r>
            <a:r>
              <a:rPr lang="en-US" sz="2400" dirty="0" err="1"/>
              <a:t>birini</a:t>
            </a:r>
            <a:r>
              <a:rPr lang="en-US" sz="2400" dirty="0"/>
              <a:t> mi </a:t>
            </a:r>
            <a:r>
              <a:rPr lang="en-US" sz="2400" dirty="0" err="1"/>
              <a:t>yaratacaksın</a:t>
            </a:r>
            <a:r>
              <a:rPr lang="en-US" sz="2400" dirty="0"/>
              <a:t>? Biz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tesbih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takdis</a:t>
            </a:r>
            <a:r>
              <a:rPr lang="en-US" sz="2400" dirty="0"/>
              <a:t> </a:t>
            </a:r>
            <a:r>
              <a:rPr lang="en-US" sz="2400" dirty="0" err="1"/>
              <a:t>ediyoruz</a:t>
            </a:r>
            <a:r>
              <a:rPr lang="en-US" sz="2400" dirty="0"/>
              <a:t>’ </a:t>
            </a:r>
            <a:r>
              <a:rPr lang="en-US" sz="2400" dirty="0" err="1"/>
              <a:t>dediler</a:t>
            </a:r>
            <a:r>
              <a:rPr lang="en-US" sz="2400" dirty="0"/>
              <a:t>. O </a:t>
            </a:r>
            <a:r>
              <a:rPr lang="en-US" sz="2400" dirty="0" err="1"/>
              <a:t>dedi</a:t>
            </a:r>
            <a:r>
              <a:rPr lang="en-US" sz="2400" dirty="0"/>
              <a:t> ki: ‘Ben </a:t>
            </a:r>
            <a:r>
              <a:rPr lang="en-US" sz="2400" dirty="0" err="1"/>
              <a:t>sizin</a:t>
            </a:r>
            <a:r>
              <a:rPr lang="en-US" sz="2400" dirty="0"/>
              <a:t> </a:t>
            </a:r>
            <a:r>
              <a:rPr lang="en-US" sz="2400" dirty="0" err="1"/>
              <a:t>bilmediğinizi</a:t>
            </a:r>
            <a:r>
              <a:rPr lang="en-US" sz="2400" dirty="0"/>
              <a:t> </a:t>
            </a:r>
            <a:r>
              <a:rPr lang="en-US" sz="2400" dirty="0" err="1"/>
              <a:t>bilirim</a:t>
            </a:r>
            <a:r>
              <a:rPr lang="en-US" sz="2400" dirty="0"/>
              <a:t>.’”</a:t>
            </a:r>
            <a:br>
              <a:rPr lang="en-US" sz="2400" dirty="0"/>
            </a:b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28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85DA821-872C-6674-3C94-0B89B813B4F2}"/>
              </a:ext>
            </a:extLst>
          </p:cNvPr>
          <p:cNvSpPr txBox="1"/>
          <p:nvPr/>
        </p:nvSpPr>
        <p:spPr>
          <a:xfrm>
            <a:off x="0" y="91440"/>
            <a:ext cx="6857999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sahneye</a:t>
            </a:r>
            <a:r>
              <a:rPr lang="en-US" dirty="0"/>
              <a:t> </a:t>
            </a:r>
            <a:r>
              <a:rPr lang="en-US" dirty="0" err="1"/>
              <a:t>Âdem</a:t>
            </a:r>
            <a:r>
              <a:rPr lang="en-US" dirty="0"/>
              <a:t> </a:t>
            </a:r>
            <a:r>
              <a:rPr lang="en-US" dirty="0" err="1"/>
              <a:t>çıkar.Ama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insanın</a:t>
            </a:r>
            <a:r>
              <a:rPr lang="en-US" dirty="0"/>
              <a:t> </a:t>
            </a:r>
            <a:r>
              <a:rPr lang="en-US" dirty="0" err="1"/>
              <a:t>yaratılışı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sadece.Bu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maddeye</a:t>
            </a:r>
            <a:r>
              <a:rPr lang="en-US" dirty="0"/>
              <a:t> </a:t>
            </a:r>
            <a:r>
              <a:rPr lang="en-US" dirty="0" err="1"/>
              <a:t>inmesidir</a:t>
            </a:r>
            <a:r>
              <a:rPr lang="en-US" dirty="0"/>
              <a:t>.</a:t>
            </a:r>
          </a:p>
          <a:p>
            <a:r>
              <a:rPr lang="en-US" dirty="0" err="1"/>
              <a:t>Halife</a:t>
            </a:r>
            <a:r>
              <a:rPr lang="en-US" dirty="0"/>
              <a:t>: İlahi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,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yetki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varlık</a:t>
            </a:r>
            <a:endParaRPr lang="en-US" dirty="0"/>
          </a:p>
          <a:p>
            <a:r>
              <a:rPr lang="en-US" dirty="0" err="1"/>
              <a:t>Melekler</a:t>
            </a:r>
            <a:r>
              <a:rPr lang="en-US" dirty="0"/>
              <a:t>: Saf </a:t>
            </a:r>
            <a:r>
              <a:rPr lang="en-US" dirty="0" err="1"/>
              <a:t>programlı</a:t>
            </a:r>
            <a:r>
              <a:rPr lang="en-US" dirty="0"/>
              <a:t> </a:t>
            </a:r>
            <a:r>
              <a:rPr lang="en-US" dirty="0" err="1"/>
              <a:t>bilinçler</a:t>
            </a:r>
            <a:endParaRPr lang="en-US" dirty="0"/>
          </a:p>
          <a:p>
            <a:r>
              <a:rPr lang="en-US" dirty="0" err="1"/>
              <a:t>İtiraz</a:t>
            </a:r>
            <a:r>
              <a:rPr lang="en-US" dirty="0"/>
              <a:t>: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düzeyinin</a:t>
            </a:r>
            <a:r>
              <a:rPr lang="en-US" dirty="0"/>
              <a:t> </a:t>
            </a:r>
            <a:r>
              <a:rPr lang="en-US" dirty="0" err="1"/>
              <a:t>sınırlı</a:t>
            </a:r>
            <a:r>
              <a:rPr lang="en-US" dirty="0"/>
              <a:t> </a:t>
            </a:r>
            <a:r>
              <a:rPr lang="en-US" dirty="0" err="1"/>
              <a:t>bakışı</a:t>
            </a:r>
            <a:endParaRPr lang="en-US" dirty="0"/>
          </a:p>
          <a:p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: “Sizin </a:t>
            </a:r>
            <a:r>
              <a:rPr lang="en-US" dirty="0" err="1"/>
              <a:t>bilmediğinizi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der: “Sen </a:t>
            </a:r>
            <a:r>
              <a:rPr lang="en-US" dirty="0" err="1"/>
              <a:t>sıradan</a:t>
            </a:r>
            <a:r>
              <a:rPr lang="en-US" dirty="0"/>
              <a:t> </a:t>
            </a:r>
            <a:r>
              <a:rPr lang="en-US" dirty="0" err="1"/>
              <a:t>değilsin</a:t>
            </a:r>
            <a:r>
              <a:rPr lang="en-US" dirty="0"/>
              <a:t>. Sen </a:t>
            </a:r>
            <a:r>
              <a:rPr lang="en-US" dirty="0" err="1"/>
              <a:t>yeryüzüne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varlıksın</a:t>
            </a:r>
            <a:r>
              <a:rPr lang="en-US" dirty="0"/>
              <a:t>. 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ilim</a:t>
            </a:r>
            <a:r>
              <a:rPr lang="en-US" dirty="0"/>
              <a:t>, </a:t>
            </a:r>
            <a:r>
              <a:rPr lang="en-US" dirty="0" err="1"/>
              <a:t>meleklerin</a:t>
            </a:r>
            <a:r>
              <a:rPr lang="en-US" dirty="0"/>
              <a:t> bile </a:t>
            </a:r>
            <a:r>
              <a:rPr lang="en-US" dirty="0" err="1"/>
              <a:t>anlayamayacağı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bölüm</a:t>
            </a:r>
            <a:r>
              <a:rPr lang="en-US" dirty="0"/>
              <a:t>, sana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sırrı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: </a:t>
            </a:r>
            <a:r>
              <a:rPr lang="en-US" dirty="0" err="1"/>
              <a:t>Sembolleri</a:t>
            </a:r>
            <a:r>
              <a:rPr lang="en-US" dirty="0"/>
              <a:t> </a:t>
            </a:r>
            <a:r>
              <a:rPr lang="en-US" dirty="0" err="1"/>
              <a:t>anlayabilen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boyuta</a:t>
            </a:r>
            <a:r>
              <a:rPr lang="en-US" dirty="0"/>
              <a:t> </a:t>
            </a:r>
            <a:r>
              <a:rPr lang="en-US" dirty="0" err="1"/>
              <a:t>girer</a:t>
            </a:r>
            <a:r>
              <a:rPr lang="en-US" dirty="0"/>
              <a:t>.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sözleşmeni</a:t>
            </a:r>
            <a:r>
              <a:rPr lang="en-US" dirty="0"/>
              <a:t> </a:t>
            </a:r>
            <a:r>
              <a:rPr lang="en-US" dirty="0" err="1"/>
              <a:t>hatırla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bozguncusu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. 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halifelik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varlıksın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31–35</a:t>
            </a:r>
            <a:br>
              <a:rPr lang="tr-TR" b="1" dirty="0"/>
            </a:b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İlmi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Yasak</a:t>
            </a:r>
            <a:r>
              <a:rPr lang="en-US" dirty="0"/>
              <a:t> Kodu: </a:t>
            </a:r>
            <a:r>
              <a:rPr lang="en-US" dirty="0" err="1"/>
              <a:t>Tanrıçanın</a:t>
            </a:r>
            <a:r>
              <a:rPr lang="en-US" dirty="0"/>
              <a:t> </a:t>
            </a:r>
            <a:r>
              <a:rPr lang="en-US" dirty="0" err="1"/>
              <a:t>Unutma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”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31. </a:t>
            </a:r>
            <a:r>
              <a:rPr lang="en-US" b="1" dirty="0" err="1"/>
              <a:t>Ayet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“Ve Allah, </a:t>
            </a:r>
            <a:r>
              <a:rPr lang="en-US" dirty="0" err="1"/>
              <a:t>Âdem’e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isimleri</a:t>
            </a:r>
            <a:r>
              <a:rPr lang="en-US" dirty="0"/>
              <a:t> </a:t>
            </a:r>
            <a:r>
              <a:rPr lang="en-US" dirty="0" err="1"/>
              <a:t>öğretti</a:t>
            </a:r>
            <a:r>
              <a:rPr lang="en-US" dirty="0"/>
              <a:t>. Sonra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meleklere</a:t>
            </a:r>
            <a:r>
              <a:rPr lang="en-US" dirty="0"/>
              <a:t> </a:t>
            </a:r>
            <a:r>
              <a:rPr lang="en-US" dirty="0" err="1"/>
              <a:t>sundu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dedi</a:t>
            </a:r>
            <a:r>
              <a:rPr lang="en-US" dirty="0"/>
              <a:t> ki: ‘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doğruysanız</a:t>
            </a:r>
            <a:r>
              <a:rPr lang="en-US" dirty="0"/>
              <a:t>, </a:t>
            </a:r>
            <a:r>
              <a:rPr lang="en-US" dirty="0" err="1"/>
              <a:t>bunların</a:t>
            </a:r>
            <a:r>
              <a:rPr lang="en-US" dirty="0"/>
              <a:t> </a:t>
            </a:r>
            <a:r>
              <a:rPr lang="en-US" dirty="0" err="1"/>
              <a:t>isimlerini</a:t>
            </a:r>
            <a:r>
              <a:rPr lang="en-US" dirty="0"/>
              <a:t> </a:t>
            </a:r>
            <a:r>
              <a:rPr lang="en-US" dirty="0" err="1"/>
              <a:t>söyleyin</a:t>
            </a:r>
            <a:r>
              <a:rPr lang="en-US" dirty="0"/>
              <a:t>!’”**</a:t>
            </a:r>
            <a:br>
              <a:rPr lang="en-US" dirty="0"/>
            </a:br>
            <a:endParaRPr lang="en-US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isimler</a:t>
            </a:r>
            <a:r>
              <a:rPr lang="en-US" dirty="0"/>
              <a:t>”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</a:t>
            </a:r>
          </a:p>
          <a:p>
            <a:r>
              <a:rPr lang="en-US" dirty="0" err="1"/>
              <a:t>İsim</a:t>
            </a:r>
            <a:r>
              <a:rPr lang="en-US" dirty="0"/>
              <a:t> = </a:t>
            </a:r>
            <a:r>
              <a:rPr lang="en-US" dirty="0" err="1"/>
              <a:t>Frekans</a:t>
            </a:r>
            <a:r>
              <a:rPr lang="en-US" dirty="0"/>
              <a:t>,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bilgisi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</a:t>
            </a:r>
          </a:p>
          <a:p>
            <a:r>
              <a:rPr lang="en-US" dirty="0"/>
              <a:t>Allah, </a:t>
            </a:r>
            <a:r>
              <a:rPr lang="en-US" dirty="0" err="1"/>
              <a:t>Âdem’e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bilgisini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</a:p>
          <a:p>
            <a:r>
              <a:rPr lang="en-US" dirty="0"/>
              <a:t>Yani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içinde</a:t>
            </a:r>
            <a:r>
              <a:rPr lang="en-US" dirty="0"/>
              <a:t> her </a:t>
            </a:r>
            <a:r>
              <a:rPr lang="en-US" dirty="0" err="1"/>
              <a:t>varlığın</a:t>
            </a:r>
            <a:r>
              <a:rPr lang="en-US" dirty="0"/>
              <a:t> </a:t>
            </a:r>
            <a:r>
              <a:rPr lang="en-US" dirty="0" err="1"/>
              <a:t>sembolik</a:t>
            </a:r>
            <a:r>
              <a:rPr lang="en-US" dirty="0"/>
              <a:t> </a:t>
            </a:r>
            <a:r>
              <a:rPr lang="en-US" dirty="0" err="1"/>
              <a:t>anlamını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varlıksın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insanı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düşünen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kodlarına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</a:t>
            </a:r>
          </a:p>
          <a:p>
            <a:r>
              <a:rPr lang="en-US" dirty="0" err="1"/>
              <a:t>Melekler</a:t>
            </a:r>
            <a:r>
              <a:rPr lang="en-US" dirty="0"/>
              <a:t>, </a:t>
            </a:r>
            <a:r>
              <a:rPr lang="en-US" dirty="0" err="1"/>
              <a:t>programlanmış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</a:t>
            </a:r>
          </a:p>
          <a:p>
            <a:r>
              <a:rPr lang="en-US" dirty="0" err="1"/>
              <a:t>İnsan</a:t>
            </a:r>
            <a:r>
              <a:rPr lang="en-US" dirty="0"/>
              <a:t>,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.</a:t>
            </a:r>
          </a:p>
          <a:p>
            <a:r>
              <a:rPr lang="en-US" dirty="0"/>
              <a:t>Ve Allah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diyor</a:t>
            </a:r>
            <a:r>
              <a:rPr lang="en-US" dirty="0"/>
              <a:t> ki:</a:t>
            </a:r>
          </a:p>
          <a:p>
            <a:r>
              <a:rPr lang="en-US" dirty="0"/>
              <a:t>“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çözemiyorsanız</a:t>
            </a:r>
            <a:r>
              <a:rPr lang="en-US" dirty="0"/>
              <a:t>, </a:t>
            </a:r>
            <a:r>
              <a:rPr lang="en-US" dirty="0" err="1"/>
              <a:t>sınırlısınız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787570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1B09427-2791-08C4-C236-49A03F316644}"/>
              </a:ext>
            </a:extLst>
          </p:cNvPr>
          <p:cNvSpPr txBox="1"/>
          <p:nvPr/>
        </p:nvSpPr>
        <p:spPr>
          <a:xfrm>
            <a:off x="1" y="0"/>
            <a:ext cx="6766559" cy="960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32.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Melekler</a:t>
            </a:r>
            <a:r>
              <a:rPr lang="en-US" sz="2400" dirty="0"/>
              <a:t> </a:t>
            </a:r>
            <a:r>
              <a:rPr lang="en-US" sz="2400" dirty="0" err="1"/>
              <a:t>dediler</a:t>
            </a:r>
            <a:r>
              <a:rPr lang="en-US" sz="2400" dirty="0"/>
              <a:t> ki: ‘Sen </a:t>
            </a:r>
            <a:r>
              <a:rPr lang="en-US" sz="2400" dirty="0" err="1"/>
              <a:t>yücesin</a:t>
            </a:r>
            <a:r>
              <a:rPr lang="en-US" sz="2400" dirty="0"/>
              <a:t>! Biz </a:t>
            </a:r>
            <a:r>
              <a:rPr lang="en-US" sz="2400" dirty="0" err="1"/>
              <a:t>ancak</a:t>
            </a:r>
            <a:r>
              <a:rPr lang="en-US" sz="2400" dirty="0"/>
              <a:t> bize </a:t>
            </a:r>
            <a:r>
              <a:rPr lang="en-US" sz="2400" dirty="0" err="1"/>
              <a:t>öğrettiklerini</a:t>
            </a:r>
            <a:r>
              <a:rPr lang="en-US" sz="2400" dirty="0"/>
              <a:t> </a:t>
            </a:r>
            <a:r>
              <a:rPr lang="en-US" sz="2400" dirty="0" err="1"/>
              <a:t>biliriz</a:t>
            </a:r>
            <a:r>
              <a:rPr lang="en-US" sz="2400" dirty="0"/>
              <a:t>. Sen her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hakkıyla</a:t>
            </a:r>
            <a:r>
              <a:rPr lang="en-US" sz="2400" dirty="0"/>
              <a:t> </a:t>
            </a:r>
            <a:r>
              <a:rPr lang="en-US" sz="2400" dirty="0" err="1"/>
              <a:t>bilensin</a:t>
            </a:r>
            <a:r>
              <a:rPr lang="en-US" sz="2400" dirty="0"/>
              <a:t>.’”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Melekler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programlı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, </a:t>
            </a:r>
            <a:r>
              <a:rPr lang="en-US" sz="2400" dirty="0" err="1"/>
              <a:t>yaratıcı</a:t>
            </a:r>
            <a:r>
              <a:rPr lang="en-US" sz="2400" dirty="0"/>
              <a:t> </a:t>
            </a:r>
            <a:r>
              <a:rPr lang="en-US" sz="2400" dirty="0" err="1"/>
              <a:t>bilince</a:t>
            </a:r>
            <a:r>
              <a:rPr lang="en-US" sz="2400" dirty="0"/>
              <a:t>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</a:p>
          <a:p>
            <a:r>
              <a:rPr lang="en-US" sz="2400" dirty="0"/>
              <a:t>Bu,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mesajdır</a:t>
            </a:r>
            <a:r>
              <a:rPr lang="en-US" sz="2400" dirty="0"/>
              <a:t>: Sen </a:t>
            </a:r>
            <a:r>
              <a:rPr lang="en-US" sz="2400" dirty="0" err="1"/>
              <a:t>özüne</a:t>
            </a:r>
            <a:r>
              <a:rPr lang="en-US" sz="2400" dirty="0"/>
              <a:t> </a:t>
            </a:r>
            <a:r>
              <a:rPr lang="en-US" sz="2400" dirty="0" err="1"/>
              <a:t>döndüğünde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önünde</a:t>
            </a:r>
            <a:r>
              <a:rPr lang="en-US" sz="2400" dirty="0"/>
              <a:t> </a:t>
            </a:r>
            <a:r>
              <a:rPr lang="en-US" sz="2400" dirty="0" err="1"/>
              <a:t>diz</a:t>
            </a:r>
            <a:r>
              <a:rPr lang="en-US" sz="2400" dirty="0"/>
              <a:t> </a:t>
            </a:r>
            <a:r>
              <a:rPr lang="en-US" sz="2400" dirty="0" err="1"/>
              <a:t>çöker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alırsın</a:t>
            </a:r>
            <a:r>
              <a:rPr lang="en-US" sz="2400" dirty="0"/>
              <a:t>.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varlıkla</a:t>
            </a:r>
            <a:r>
              <a:rPr lang="en-US" sz="2400" dirty="0"/>
              <a:t> </a:t>
            </a:r>
            <a:r>
              <a:rPr lang="en-US" sz="2400" dirty="0" err="1"/>
              <a:t>öğrenirsin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33.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“Allah </a:t>
            </a:r>
            <a:r>
              <a:rPr lang="en-US" sz="2400" dirty="0" err="1"/>
              <a:t>dedi</a:t>
            </a:r>
            <a:r>
              <a:rPr lang="en-US" sz="2400" dirty="0"/>
              <a:t> ki: ‘Ey </a:t>
            </a:r>
            <a:r>
              <a:rPr lang="en-US" sz="2400" dirty="0" err="1"/>
              <a:t>Âdem</a:t>
            </a:r>
            <a:r>
              <a:rPr lang="en-US" sz="2400" dirty="0"/>
              <a:t>! </a:t>
            </a:r>
            <a:r>
              <a:rPr lang="en-US" sz="2400" dirty="0" err="1"/>
              <a:t>Onlara</a:t>
            </a:r>
            <a:r>
              <a:rPr lang="en-US" sz="2400" dirty="0"/>
              <a:t> o </a:t>
            </a:r>
            <a:r>
              <a:rPr lang="en-US" sz="2400" dirty="0" err="1"/>
              <a:t>isimleri</a:t>
            </a:r>
            <a:r>
              <a:rPr lang="en-US" sz="2400" dirty="0"/>
              <a:t> </a:t>
            </a:r>
            <a:r>
              <a:rPr lang="en-US" sz="2400" dirty="0" err="1"/>
              <a:t>bildir</a:t>
            </a:r>
            <a:r>
              <a:rPr lang="en-US" sz="2400" dirty="0"/>
              <a:t>.’ </a:t>
            </a:r>
            <a:r>
              <a:rPr lang="en-US" sz="2400" dirty="0" err="1"/>
              <a:t>Âdem</a:t>
            </a:r>
            <a:r>
              <a:rPr lang="en-US" sz="2400" dirty="0"/>
              <a:t>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isimleri</a:t>
            </a:r>
            <a:r>
              <a:rPr lang="en-US" sz="2400" dirty="0"/>
              <a:t> </a:t>
            </a:r>
            <a:r>
              <a:rPr lang="en-US" sz="2400" dirty="0" err="1"/>
              <a:t>bildirdiğinde</a:t>
            </a:r>
            <a:r>
              <a:rPr lang="en-US" sz="2400" dirty="0"/>
              <a:t> Allah </a:t>
            </a:r>
            <a:r>
              <a:rPr lang="en-US" sz="2400" dirty="0" err="1"/>
              <a:t>dedi</a:t>
            </a:r>
            <a:r>
              <a:rPr lang="en-US" sz="2400" dirty="0"/>
              <a:t> ki: ‘Size </a:t>
            </a:r>
            <a:r>
              <a:rPr lang="en-US" sz="2400" dirty="0" err="1"/>
              <a:t>demedim</a:t>
            </a:r>
            <a:r>
              <a:rPr lang="en-US" sz="2400" dirty="0"/>
              <a:t> mi ki, </a:t>
            </a:r>
            <a:r>
              <a:rPr lang="en-US" sz="2400" dirty="0" err="1"/>
              <a:t>göklerin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yerin</a:t>
            </a:r>
            <a:r>
              <a:rPr lang="en-US" sz="2400" dirty="0"/>
              <a:t> </a:t>
            </a:r>
            <a:r>
              <a:rPr lang="en-US" sz="2400" dirty="0" err="1"/>
              <a:t>gaybını</a:t>
            </a:r>
            <a:r>
              <a:rPr lang="en-US" sz="2400" dirty="0"/>
              <a:t> </a:t>
            </a:r>
            <a:r>
              <a:rPr lang="en-US" sz="2400" dirty="0" err="1"/>
              <a:t>bilirim</a:t>
            </a:r>
            <a:r>
              <a:rPr lang="en-US" sz="2400" dirty="0"/>
              <a:t>?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açığa</a:t>
            </a:r>
            <a:r>
              <a:rPr lang="en-US" sz="2400" dirty="0"/>
              <a:t> </a:t>
            </a:r>
            <a:r>
              <a:rPr lang="en-US" sz="2400" dirty="0" err="1"/>
              <a:t>vurduğunuzu</a:t>
            </a:r>
            <a:r>
              <a:rPr lang="en-US" sz="2400" dirty="0"/>
              <a:t> da </a:t>
            </a:r>
            <a:r>
              <a:rPr lang="en-US" sz="2400" dirty="0" err="1"/>
              <a:t>gizlediğinizi</a:t>
            </a:r>
            <a:r>
              <a:rPr lang="en-US" sz="2400" dirty="0"/>
              <a:t> de </a:t>
            </a:r>
            <a:r>
              <a:rPr lang="en-US" sz="2400" dirty="0" err="1"/>
              <a:t>bilirim</a:t>
            </a:r>
            <a:r>
              <a:rPr lang="en-US" sz="2400" dirty="0"/>
              <a:t>.’”**</a:t>
            </a:r>
          </a:p>
          <a:p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Âdem</a:t>
            </a:r>
            <a:r>
              <a:rPr lang="en-US" sz="2400" dirty="0"/>
              <a:t> (</a:t>
            </a:r>
            <a:r>
              <a:rPr lang="en-US" sz="2400" dirty="0" err="1"/>
              <a:t>insan</a:t>
            </a:r>
            <a:r>
              <a:rPr lang="en-US" sz="2400" dirty="0"/>
              <a:t>),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almaz,açığa</a:t>
            </a:r>
            <a:r>
              <a:rPr lang="en-US" sz="2400" dirty="0"/>
              <a:t> </a:t>
            </a:r>
            <a:r>
              <a:rPr lang="en-US" sz="2400" dirty="0" err="1"/>
              <a:t>çıkarır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,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tezahür</a:t>
            </a:r>
            <a:r>
              <a:rPr lang="en-US" sz="2400" dirty="0"/>
              <a:t> </a:t>
            </a:r>
            <a:r>
              <a:rPr lang="en-US" sz="2400" dirty="0" err="1"/>
              <a:t>ettiren</a:t>
            </a:r>
            <a:r>
              <a:rPr lang="en-US" sz="2400" dirty="0"/>
              <a:t> </a:t>
            </a:r>
            <a:r>
              <a:rPr lang="en-US" sz="2400" dirty="0" err="1"/>
              <a:t>varlıksın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sahnede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 </a:t>
            </a:r>
            <a:r>
              <a:rPr lang="en-US" sz="2400" dirty="0" err="1"/>
              <a:t>olur:Bilgi</a:t>
            </a:r>
            <a:r>
              <a:rPr lang="en-US" sz="2400" dirty="0"/>
              <a:t> </a:t>
            </a:r>
            <a:r>
              <a:rPr lang="en-US" sz="2400" dirty="0" err="1"/>
              <a:t>insanda</a:t>
            </a:r>
            <a:r>
              <a:rPr lang="en-US" sz="2400" dirty="0"/>
              <a:t> </a:t>
            </a:r>
            <a:r>
              <a:rPr lang="en-US" sz="2400" dirty="0" err="1"/>
              <a:t>tecelli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</a:p>
          <a:p>
            <a:r>
              <a:rPr lang="en-US" sz="2400" dirty="0"/>
              <a:t>Ve Allah der ki:</a:t>
            </a:r>
          </a:p>
          <a:p>
            <a:r>
              <a:rPr lang="en-US" sz="2400" dirty="0"/>
              <a:t>“Ben size </a:t>
            </a:r>
            <a:r>
              <a:rPr lang="en-US" sz="2400" dirty="0" err="1"/>
              <a:t>baştan</a:t>
            </a:r>
            <a:r>
              <a:rPr lang="en-US" sz="2400" dirty="0"/>
              <a:t> </a:t>
            </a:r>
            <a:r>
              <a:rPr lang="en-US" sz="2400" dirty="0" err="1"/>
              <a:t>söyledim</a:t>
            </a:r>
            <a:r>
              <a:rPr lang="en-US" sz="2400" dirty="0"/>
              <a:t>; Ben, </a:t>
            </a:r>
            <a:r>
              <a:rPr lang="en-US" sz="2400" dirty="0" err="1"/>
              <a:t>bilinmeyeni</a:t>
            </a:r>
            <a:r>
              <a:rPr lang="en-US" sz="2400" dirty="0"/>
              <a:t> de </a:t>
            </a:r>
            <a:r>
              <a:rPr lang="en-US" sz="2400" dirty="0" err="1"/>
              <a:t>bilirim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içeriği</a:t>
            </a:r>
            <a:r>
              <a:rPr lang="en-US" sz="2400" dirty="0"/>
              <a:t> ben </a:t>
            </a:r>
            <a:r>
              <a:rPr lang="en-US" sz="2400" dirty="0" err="1"/>
              <a:t>yazdım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8226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6353A84-7E56-9353-C860-F9FA2C715ED3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34.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“Ve </a:t>
            </a:r>
            <a:r>
              <a:rPr lang="en-US" sz="2400" dirty="0" err="1"/>
              <a:t>meleklere</a:t>
            </a:r>
            <a:r>
              <a:rPr lang="en-US" sz="2400" dirty="0"/>
              <a:t> </a:t>
            </a:r>
            <a:r>
              <a:rPr lang="en-US" sz="2400" dirty="0" err="1"/>
              <a:t>dedik</a:t>
            </a:r>
            <a:r>
              <a:rPr lang="en-US" sz="2400" dirty="0"/>
              <a:t> ki: </a:t>
            </a:r>
            <a:r>
              <a:rPr lang="en-US" sz="2400" dirty="0" err="1"/>
              <a:t>Âdem’e</a:t>
            </a:r>
            <a:r>
              <a:rPr lang="en-US" sz="2400" dirty="0"/>
              <a:t>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edin</a:t>
            </a:r>
            <a:r>
              <a:rPr lang="en-US" sz="2400" dirty="0"/>
              <a:t>. </a:t>
            </a:r>
            <a:r>
              <a:rPr lang="en-US" sz="2400" dirty="0" err="1"/>
              <a:t>Onlar</a:t>
            </a:r>
            <a:r>
              <a:rPr lang="en-US" sz="2400" dirty="0"/>
              <a:t> da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ettiler</a:t>
            </a:r>
            <a:r>
              <a:rPr lang="en-US" sz="2400" dirty="0"/>
              <a:t>. </a:t>
            </a:r>
            <a:r>
              <a:rPr lang="en-US" sz="2400" dirty="0" err="1"/>
              <a:t>Ancak</a:t>
            </a:r>
            <a:r>
              <a:rPr lang="en-US" sz="2400" dirty="0"/>
              <a:t> İblis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etmedi</a:t>
            </a:r>
            <a:r>
              <a:rPr lang="en-US" sz="2400" dirty="0"/>
              <a:t>, </a:t>
            </a:r>
            <a:r>
              <a:rPr lang="en-US" sz="2400" dirty="0" err="1"/>
              <a:t>büyüklük</a:t>
            </a:r>
            <a:r>
              <a:rPr lang="en-US" sz="2400" dirty="0"/>
              <a:t> </a:t>
            </a:r>
            <a:r>
              <a:rPr lang="en-US" sz="2400" dirty="0" err="1"/>
              <a:t>tasladı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kâfirlerden</a:t>
            </a:r>
            <a:r>
              <a:rPr lang="en-US" sz="2400" dirty="0"/>
              <a:t> </a:t>
            </a:r>
            <a:r>
              <a:rPr lang="en-US" sz="2400" dirty="0" err="1"/>
              <a:t>oldu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ego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arasındaki</a:t>
            </a:r>
            <a:r>
              <a:rPr lang="en-US" sz="2400" dirty="0"/>
              <a:t> ilk </a:t>
            </a:r>
            <a:r>
              <a:rPr lang="en-US" sz="2400" dirty="0" err="1"/>
              <a:t>çatışmadır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Melekler</a:t>
            </a:r>
            <a:r>
              <a:rPr lang="en-US" sz="2400" dirty="0"/>
              <a:t> =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bilinçleri</a:t>
            </a:r>
            <a:endParaRPr lang="en-US" sz="2400" dirty="0"/>
          </a:p>
          <a:p>
            <a:r>
              <a:rPr lang="en-US" sz="2400" dirty="0"/>
              <a:t>İblis = </a:t>
            </a:r>
            <a:r>
              <a:rPr lang="en-US" sz="2400" dirty="0" err="1"/>
              <a:t>Direnen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/ego</a:t>
            </a:r>
          </a:p>
          <a:p>
            <a:r>
              <a:rPr lang="en-US" sz="2400" dirty="0" err="1"/>
              <a:t>Secde</a:t>
            </a:r>
            <a:r>
              <a:rPr lang="en-US" sz="2400" dirty="0"/>
              <a:t> = İlahi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teslimiyetle</a:t>
            </a:r>
            <a:r>
              <a:rPr lang="en-US" sz="2400" dirty="0"/>
              <a:t> </a:t>
            </a:r>
            <a:r>
              <a:rPr lang="en-US" sz="2400" dirty="0" err="1"/>
              <a:t>tanıma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İblis, </a:t>
            </a:r>
            <a:r>
              <a:rPr lang="en-US" sz="2400" dirty="0" err="1"/>
              <a:t>ateşten</a:t>
            </a:r>
            <a:r>
              <a:rPr lang="en-US" sz="2400" dirty="0"/>
              <a:t> </a:t>
            </a:r>
            <a:r>
              <a:rPr lang="en-US" sz="2400" dirty="0" err="1"/>
              <a:t>yaratıldığını</a:t>
            </a:r>
            <a:r>
              <a:rPr lang="en-US" sz="2400" dirty="0"/>
              <a:t>, </a:t>
            </a:r>
            <a:r>
              <a:rPr lang="en-US" sz="2400" dirty="0" err="1"/>
              <a:t>Âdem’in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topraktan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söyleyerek</a:t>
            </a:r>
            <a:r>
              <a:rPr lang="en-US" sz="2400" dirty="0"/>
              <a:t> </a:t>
            </a:r>
            <a:r>
              <a:rPr lang="en-US" sz="2400" dirty="0" err="1"/>
              <a:t>üstünlük</a:t>
            </a:r>
            <a:r>
              <a:rPr lang="en-US" sz="2400" dirty="0"/>
              <a:t> </a:t>
            </a:r>
            <a:r>
              <a:rPr lang="en-US" sz="2400" dirty="0" err="1"/>
              <a:t>taslar.Yani</a:t>
            </a:r>
            <a:r>
              <a:rPr lang="en-US" sz="2400" dirty="0"/>
              <a:t>:</a:t>
            </a:r>
          </a:p>
          <a:p>
            <a:r>
              <a:rPr lang="en-US" sz="2400" dirty="0"/>
              <a:t>“Ben </a:t>
            </a:r>
            <a:r>
              <a:rPr lang="en-US" sz="2400" dirty="0" err="1"/>
              <a:t>enerjiyim</a:t>
            </a:r>
            <a:r>
              <a:rPr lang="en-US" sz="2400" dirty="0"/>
              <a:t>, o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madde</a:t>
            </a:r>
            <a:r>
              <a:rPr lang="en-US" sz="2400" dirty="0"/>
              <a:t>. </a:t>
            </a:r>
            <a:r>
              <a:rPr lang="en-US" sz="2400" dirty="0" err="1"/>
              <a:t>Neden</a:t>
            </a:r>
            <a:r>
              <a:rPr lang="en-US" sz="2400" dirty="0"/>
              <a:t>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edeyim</a:t>
            </a:r>
            <a:r>
              <a:rPr lang="en-US" sz="2400" dirty="0"/>
              <a:t>?” 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unuttuğu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: Toprak, her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doğurur</a:t>
            </a:r>
            <a:r>
              <a:rPr lang="en-US" sz="2400" dirty="0"/>
              <a:t>. Ve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toprağa</a:t>
            </a:r>
            <a:r>
              <a:rPr lang="en-US" sz="2400" dirty="0"/>
              <a:t> </a:t>
            </a:r>
            <a:r>
              <a:rPr lang="en-US" sz="2400" dirty="0" err="1"/>
              <a:t>üflendi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35.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Dedik</a:t>
            </a:r>
            <a:r>
              <a:rPr lang="en-US" sz="2400" dirty="0"/>
              <a:t> ki: ‘Ey </a:t>
            </a:r>
            <a:r>
              <a:rPr lang="en-US" sz="2400" dirty="0" err="1"/>
              <a:t>Âdem</a:t>
            </a:r>
            <a:r>
              <a:rPr lang="en-US" sz="2400" dirty="0"/>
              <a:t>! </a:t>
            </a:r>
            <a:r>
              <a:rPr lang="en-US" sz="2400" dirty="0" err="1"/>
              <a:t>Eşinle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 </a:t>
            </a:r>
            <a:r>
              <a:rPr lang="en-US" sz="2400" dirty="0" err="1"/>
              <a:t>cennete</a:t>
            </a:r>
            <a:r>
              <a:rPr lang="en-US" sz="2400" dirty="0"/>
              <a:t> </a:t>
            </a:r>
            <a:r>
              <a:rPr lang="en-US" sz="2400" dirty="0" err="1"/>
              <a:t>yerleş</a:t>
            </a:r>
            <a:r>
              <a:rPr lang="en-US" sz="2400" dirty="0"/>
              <a:t>.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dilediğiniz</a:t>
            </a:r>
            <a:r>
              <a:rPr lang="en-US" sz="2400" dirty="0"/>
              <a:t> </a:t>
            </a:r>
            <a:r>
              <a:rPr lang="en-US" sz="2400" dirty="0" err="1"/>
              <a:t>yerden</a:t>
            </a:r>
            <a:r>
              <a:rPr lang="en-US" sz="2400" dirty="0"/>
              <a:t> </a:t>
            </a:r>
            <a:r>
              <a:rPr lang="en-US" sz="2400" dirty="0" err="1"/>
              <a:t>yiyin</a:t>
            </a:r>
            <a:r>
              <a:rPr lang="en-US" sz="2400" dirty="0"/>
              <a:t>.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 </a:t>
            </a:r>
            <a:r>
              <a:rPr lang="en-US" sz="2400" dirty="0" err="1"/>
              <a:t>ağaca</a:t>
            </a:r>
            <a:r>
              <a:rPr lang="en-US" sz="2400" dirty="0"/>
              <a:t> </a:t>
            </a:r>
            <a:r>
              <a:rPr lang="en-US" sz="2400" dirty="0" err="1"/>
              <a:t>yaklaşmayın</a:t>
            </a:r>
            <a:r>
              <a:rPr lang="en-US" sz="2400" dirty="0"/>
              <a:t>;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zalimlerden</a:t>
            </a:r>
            <a:r>
              <a:rPr lang="en-US" sz="2400" dirty="0"/>
              <a:t> </a:t>
            </a:r>
            <a:r>
              <a:rPr lang="en-US" sz="2400" dirty="0" err="1"/>
              <a:t>olursunuz</a:t>
            </a:r>
            <a:r>
              <a:rPr lang="en-US" sz="2400" dirty="0"/>
              <a:t>.’”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geliyor</a:t>
            </a:r>
            <a:r>
              <a:rPr lang="en-US" sz="2400" dirty="0"/>
              <a:t> “</a:t>
            </a:r>
            <a:r>
              <a:rPr lang="en-US" sz="2400" dirty="0" err="1"/>
              <a:t>yasak</a:t>
            </a:r>
            <a:r>
              <a:rPr lang="en-US" sz="2400" dirty="0"/>
              <a:t> </a:t>
            </a:r>
            <a:r>
              <a:rPr lang="en-US" sz="2400" dirty="0" err="1"/>
              <a:t>ağaç</a:t>
            </a:r>
            <a:r>
              <a:rPr lang="en-US" sz="2400" dirty="0"/>
              <a:t>” </a:t>
            </a:r>
            <a:r>
              <a:rPr lang="en-US" sz="2400" dirty="0" err="1"/>
              <a:t>sembolü</a:t>
            </a:r>
            <a:r>
              <a:rPr lang="en-US" sz="2400" dirty="0"/>
              <a:t>…Ama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ağaç</a:t>
            </a:r>
            <a:r>
              <a:rPr lang="en-US" sz="2400" dirty="0"/>
              <a:t> </a:t>
            </a:r>
            <a:r>
              <a:rPr lang="en-US" sz="2400" dirty="0" err="1"/>
              <a:t>değil.Bu</a:t>
            </a:r>
            <a:r>
              <a:rPr lang="en-US" sz="2400" dirty="0"/>
              <a:t>,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kodlarının</a:t>
            </a:r>
            <a:r>
              <a:rPr lang="en-US" sz="2400" dirty="0"/>
              <a:t> </a:t>
            </a:r>
            <a:r>
              <a:rPr lang="en-US" sz="2400" dirty="0" err="1"/>
              <a:t>kırılma</a:t>
            </a:r>
            <a:r>
              <a:rPr lang="en-US" sz="2400" dirty="0"/>
              <a:t> </a:t>
            </a:r>
            <a:r>
              <a:rPr lang="en-US" sz="2400" dirty="0" err="1"/>
              <a:t>noktasıdır</a:t>
            </a:r>
            <a:r>
              <a:rPr lang="en-US" sz="2400" dirty="0"/>
              <a:t>.</a:t>
            </a:r>
          </a:p>
          <a:p>
            <a:r>
              <a:rPr lang="en-US" sz="2400" dirty="0"/>
              <a:t>Cennet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bütünlüğü</a:t>
            </a:r>
            <a:endParaRPr lang="en-US" sz="2400" dirty="0"/>
          </a:p>
          <a:p>
            <a:r>
              <a:rPr lang="en-US" sz="2400" dirty="0" err="1"/>
              <a:t>Eşinle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 = Eril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dişil</a:t>
            </a:r>
            <a:r>
              <a:rPr lang="en-US" sz="2400" dirty="0"/>
              <a:t> </a:t>
            </a:r>
            <a:r>
              <a:rPr lang="en-US" sz="2400" dirty="0" err="1"/>
              <a:t>enerjinin</a:t>
            </a:r>
            <a:r>
              <a:rPr lang="en-US" sz="2400" dirty="0"/>
              <a:t> </a:t>
            </a:r>
            <a:r>
              <a:rPr lang="en-US" sz="2400" dirty="0" err="1"/>
              <a:t>birleşmesi</a:t>
            </a:r>
            <a:endParaRPr lang="en-US" sz="2400" dirty="0"/>
          </a:p>
          <a:p>
            <a:r>
              <a:rPr lang="en-US" sz="2400" dirty="0"/>
              <a:t>Her </a:t>
            </a:r>
            <a:r>
              <a:rPr lang="en-US" sz="2400" dirty="0" err="1"/>
              <a:t>şeyden</a:t>
            </a:r>
            <a:r>
              <a:rPr lang="en-US" sz="2400" dirty="0"/>
              <a:t> </a:t>
            </a:r>
            <a:r>
              <a:rPr lang="en-US" sz="2400" dirty="0" err="1"/>
              <a:t>yeme</a:t>
            </a:r>
            <a:r>
              <a:rPr lang="en-US" sz="2400" dirty="0"/>
              <a:t> </a:t>
            </a:r>
            <a:r>
              <a:rPr lang="en-US" sz="2400" dirty="0" err="1"/>
              <a:t>izni</a:t>
            </a:r>
            <a:r>
              <a:rPr lang="en-US" sz="2400" dirty="0"/>
              <a:t> = </a:t>
            </a:r>
            <a:r>
              <a:rPr lang="en-US" sz="2400" dirty="0" err="1"/>
              <a:t>Sınırsızlık</a:t>
            </a:r>
            <a:endParaRPr lang="en-US" sz="2400" dirty="0"/>
          </a:p>
          <a:p>
            <a:r>
              <a:rPr lang="en-US" sz="2400" dirty="0"/>
              <a:t>Bir </a:t>
            </a:r>
            <a:r>
              <a:rPr lang="en-US" sz="2400" dirty="0" err="1"/>
              <a:t>şeye</a:t>
            </a:r>
            <a:r>
              <a:rPr lang="en-US" sz="2400" dirty="0"/>
              <a:t> </a:t>
            </a:r>
            <a:r>
              <a:rPr lang="en-US" sz="2400" dirty="0" err="1"/>
              <a:t>yaklaşmama</a:t>
            </a:r>
            <a:r>
              <a:rPr lang="en-US" sz="2400" dirty="0"/>
              <a:t> </a:t>
            </a:r>
            <a:r>
              <a:rPr lang="en-US" sz="2400" dirty="0" err="1"/>
              <a:t>emri</a:t>
            </a:r>
            <a:r>
              <a:rPr lang="en-US" sz="2400" dirty="0"/>
              <a:t> = </a:t>
            </a:r>
            <a:r>
              <a:rPr lang="en-US" sz="2400" dirty="0" err="1"/>
              <a:t>Sınav</a:t>
            </a:r>
            <a:endParaRPr lang="en-US" sz="2400" dirty="0"/>
          </a:p>
          <a:p>
            <a:r>
              <a:rPr lang="en-US" sz="2400" dirty="0"/>
              <a:t>Ağaç = Bilgi, </a:t>
            </a:r>
            <a:r>
              <a:rPr lang="en-US" sz="2400" dirty="0" err="1"/>
              <a:t>karmaşa</a:t>
            </a:r>
            <a:r>
              <a:rPr lang="en-US" sz="2400" dirty="0"/>
              <a:t>, </a:t>
            </a:r>
            <a:r>
              <a:rPr lang="en-US" sz="2400" dirty="0" err="1"/>
              <a:t>egoyu</a:t>
            </a:r>
            <a:r>
              <a:rPr lang="en-US" sz="2400" dirty="0"/>
              <a:t> </a:t>
            </a:r>
            <a:r>
              <a:rPr lang="en-US" sz="2400" dirty="0" err="1"/>
              <a:t>besleyen</a:t>
            </a:r>
            <a:r>
              <a:rPr lang="en-US" sz="2400" dirty="0"/>
              <a:t> </a:t>
            </a:r>
            <a:r>
              <a:rPr lang="en-US" sz="2400" dirty="0" err="1"/>
              <a:t>farkındalık</a:t>
            </a:r>
            <a:endParaRPr lang="en-US" sz="2400" dirty="0"/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uyarı</a:t>
            </a:r>
            <a:r>
              <a:rPr lang="en-US" sz="2400" dirty="0"/>
              <a:t>: “Her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deneyimleyebilirsin</a:t>
            </a:r>
            <a:r>
              <a:rPr lang="en-US" sz="2400" dirty="0"/>
              <a:t>, ama </a:t>
            </a:r>
            <a:r>
              <a:rPr lang="en-US" sz="2400" dirty="0" err="1"/>
              <a:t>özünü</a:t>
            </a:r>
            <a:r>
              <a:rPr lang="en-US" sz="2400" dirty="0"/>
              <a:t> </a:t>
            </a:r>
            <a:r>
              <a:rPr lang="en-US" sz="2400" dirty="0" err="1"/>
              <a:t>unutturan</a:t>
            </a:r>
            <a:r>
              <a:rPr lang="en-US" sz="2400" dirty="0"/>
              <a:t>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besleme</a:t>
            </a:r>
            <a:r>
              <a:rPr lang="en-US" sz="2400" dirty="0"/>
              <a:t>.” Ve “</a:t>
            </a:r>
            <a:r>
              <a:rPr lang="en-US" sz="2400" dirty="0" err="1"/>
              <a:t>zalim</a:t>
            </a:r>
            <a:r>
              <a:rPr lang="en-US" sz="2400" dirty="0"/>
              <a:t>” </a:t>
            </a:r>
            <a:r>
              <a:rPr lang="en-US" sz="2400" dirty="0" err="1"/>
              <a:t>olmak</a:t>
            </a:r>
            <a:r>
              <a:rPr lang="en-US" sz="2400" dirty="0"/>
              <a:t> =</a:t>
            </a:r>
          </a:p>
          <a:p>
            <a:r>
              <a:rPr lang="en-US" sz="2400" dirty="0"/>
              <a:t>Kendi </a:t>
            </a:r>
            <a:r>
              <a:rPr lang="en-US" sz="2400" dirty="0" err="1"/>
              <a:t>özüne</a:t>
            </a:r>
            <a:r>
              <a:rPr lang="en-US" sz="2400" dirty="0"/>
              <a:t> </a:t>
            </a:r>
            <a:r>
              <a:rPr lang="en-US" sz="2400" dirty="0" err="1"/>
              <a:t>zulmetmek</a:t>
            </a:r>
            <a:r>
              <a:rPr lang="en-US" sz="2400" dirty="0"/>
              <a:t>.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3695712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925AF03-93BC-3DF6-C0AA-519875365D33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beş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sana </a:t>
            </a:r>
            <a:r>
              <a:rPr lang="en-US" sz="2400" dirty="0" err="1"/>
              <a:t>insan</a:t>
            </a:r>
            <a:r>
              <a:rPr lang="en-US" sz="2400" dirty="0"/>
              <a:t> </a:t>
            </a:r>
            <a:r>
              <a:rPr lang="en-US" sz="2400" dirty="0" err="1"/>
              <a:t>olmanın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sorumluluğunu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: Sen </a:t>
            </a:r>
            <a:r>
              <a:rPr lang="en-US" sz="2400" dirty="0" err="1"/>
              <a:t>bilgilisin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kodlar</a:t>
            </a:r>
            <a:r>
              <a:rPr lang="en-US" sz="2400" dirty="0"/>
              <a:t> sana </a:t>
            </a:r>
            <a:r>
              <a:rPr lang="en-US" sz="2400" dirty="0" err="1"/>
              <a:t>öğretilmiştir</a:t>
            </a:r>
            <a:r>
              <a:rPr lang="en-US" sz="2400" dirty="0"/>
              <a:t>. Sen </a:t>
            </a:r>
            <a:r>
              <a:rPr lang="en-US" sz="2400" dirty="0" err="1"/>
              <a:t>yaratansın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isimleri</a:t>
            </a:r>
            <a:r>
              <a:rPr lang="en-US" sz="2400" dirty="0"/>
              <a:t> (</a:t>
            </a:r>
            <a:r>
              <a:rPr lang="en-US" sz="2400" dirty="0" err="1"/>
              <a:t>frekansları</a:t>
            </a:r>
            <a:r>
              <a:rPr lang="en-US" sz="2400" dirty="0"/>
              <a:t>) </a:t>
            </a:r>
            <a:r>
              <a:rPr lang="en-US" sz="2400" dirty="0" err="1"/>
              <a:t>taşıyorsun</a:t>
            </a:r>
            <a:r>
              <a:rPr lang="en-US" sz="2400" dirty="0"/>
              <a:t>. Sen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alan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varlıksın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melekler</a:t>
            </a:r>
            <a:r>
              <a:rPr lang="en-US" sz="2400" dirty="0"/>
              <a:t> </a:t>
            </a:r>
            <a:r>
              <a:rPr lang="en-US" sz="2400" dirty="0" err="1"/>
              <a:t>dahi</a:t>
            </a:r>
            <a:r>
              <a:rPr lang="en-US" sz="2400" dirty="0"/>
              <a:t> sana </a:t>
            </a:r>
            <a:r>
              <a:rPr lang="en-US" sz="2400" dirty="0" err="1"/>
              <a:t>yönelir</a:t>
            </a:r>
            <a:r>
              <a:rPr lang="en-US" sz="2400" dirty="0"/>
              <a:t>. Ama </a:t>
            </a:r>
            <a:r>
              <a:rPr lang="en-US" sz="2400" dirty="0" err="1"/>
              <a:t>dikkat</a:t>
            </a:r>
            <a:r>
              <a:rPr lang="en-US" sz="2400" dirty="0"/>
              <a:t> et: Ego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etmez</a:t>
            </a:r>
            <a:r>
              <a:rPr lang="en-US" sz="2400" dirty="0"/>
              <a:t>. Ve </a:t>
            </a:r>
            <a:r>
              <a:rPr lang="en-US" sz="2400" dirty="0" err="1"/>
              <a:t>özünü</a:t>
            </a:r>
            <a:r>
              <a:rPr lang="en-US" sz="2400" dirty="0"/>
              <a:t> </a:t>
            </a:r>
            <a:r>
              <a:rPr lang="en-US" sz="2400" dirty="0" err="1"/>
              <a:t>unuttuğunda</a:t>
            </a:r>
            <a:r>
              <a:rPr lang="en-US" sz="2400" dirty="0"/>
              <a:t>, “</a:t>
            </a:r>
            <a:r>
              <a:rPr lang="en-US" sz="2400" dirty="0" err="1"/>
              <a:t>yasak</a:t>
            </a:r>
            <a:r>
              <a:rPr lang="en-US" sz="2400" dirty="0"/>
              <a:t> </a:t>
            </a:r>
            <a:r>
              <a:rPr lang="en-US" sz="2400" dirty="0" err="1"/>
              <a:t>ağaç</a:t>
            </a:r>
            <a:r>
              <a:rPr lang="en-US" sz="2400" dirty="0"/>
              <a:t>”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unutturur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36–39</a:t>
            </a:r>
            <a:br>
              <a:rPr lang="tr-TR" sz="2400" b="1" dirty="0"/>
            </a:b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İniş</a:t>
            </a:r>
            <a:r>
              <a:rPr lang="en-US" sz="2400" dirty="0"/>
              <a:t>, </a:t>
            </a:r>
            <a:r>
              <a:rPr lang="en-US" sz="2400" dirty="0" err="1"/>
              <a:t>Unutuş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Hatırlayış</a:t>
            </a:r>
            <a:r>
              <a:rPr lang="en-US" sz="2400" dirty="0"/>
              <a:t> </a:t>
            </a:r>
            <a:r>
              <a:rPr lang="en-US" sz="2400" dirty="0" err="1"/>
              <a:t>Sözleşmesi</a:t>
            </a:r>
            <a:br>
              <a:rPr lang="en-US" sz="2400" dirty="0"/>
            </a:br>
            <a:endParaRPr lang="tr-TR" sz="2400" dirty="0"/>
          </a:p>
          <a:p>
            <a:r>
              <a:rPr lang="en-US" sz="2400" b="1" dirty="0"/>
              <a:t>36.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Şeytan</a:t>
            </a:r>
            <a:r>
              <a:rPr lang="en-US" sz="2400" dirty="0"/>
              <a:t> </a:t>
            </a:r>
            <a:r>
              <a:rPr lang="en-US" sz="2400" dirty="0" err="1"/>
              <a:t>onları</a:t>
            </a:r>
            <a:r>
              <a:rPr lang="en-US" sz="2400" dirty="0"/>
              <a:t> </a:t>
            </a:r>
            <a:r>
              <a:rPr lang="en-US" sz="2400" dirty="0" err="1"/>
              <a:t>oradan</a:t>
            </a:r>
            <a:r>
              <a:rPr lang="en-US" sz="2400" dirty="0"/>
              <a:t> </a:t>
            </a:r>
            <a:r>
              <a:rPr lang="en-US" sz="2400" dirty="0" err="1"/>
              <a:t>kaydırdı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bulundukları</a:t>
            </a:r>
            <a:r>
              <a:rPr lang="en-US" sz="2400" dirty="0"/>
              <a:t> </a:t>
            </a:r>
            <a:r>
              <a:rPr lang="en-US" sz="2400" dirty="0" err="1"/>
              <a:t>nimetten</a:t>
            </a:r>
            <a:r>
              <a:rPr lang="en-US" sz="2400" dirty="0"/>
              <a:t> </a:t>
            </a:r>
            <a:r>
              <a:rPr lang="en-US" sz="2400" dirty="0" err="1"/>
              <a:t>çıkardı</a:t>
            </a:r>
            <a:r>
              <a:rPr lang="en-US" sz="2400" dirty="0"/>
              <a:t>. Biz de </a:t>
            </a:r>
            <a:r>
              <a:rPr lang="en-US" sz="2400" dirty="0" err="1"/>
              <a:t>dedik</a:t>
            </a:r>
            <a:r>
              <a:rPr lang="en-US" sz="2400" dirty="0"/>
              <a:t> ki: ‘</a:t>
            </a:r>
            <a:r>
              <a:rPr lang="en-US" sz="2400" dirty="0" err="1"/>
              <a:t>Birbirinize</a:t>
            </a:r>
            <a:r>
              <a:rPr lang="en-US" sz="2400" dirty="0"/>
              <a:t> </a:t>
            </a:r>
            <a:r>
              <a:rPr lang="en-US" sz="2400" dirty="0" err="1"/>
              <a:t>düşman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inin</a:t>
            </a:r>
            <a:r>
              <a:rPr lang="en-US" sz="2400" dirty="0"/>
              <a:t>! </a:t>
            </a:r>
            <a:r>
              <a:rPr lang="en-US" sz="2400" dirty="0" err="1"/>
              <a:t>Yeryüzünde</a:t>
            </a:r>
            <a:r>
              <a:rPr lang="en-US" sz="2400" dirty="0"/>
              <a:t> </a:t>
            </a:r>
            <a:r>
              <a:rPr lang="en-US" sz="2400" dirty="0" err="1"/>
              <a:t>sizin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süre</a:t>
            </a:r>
            <a:r>
              <a:rPr lang="en-US" sz="2400" dirty="0"/>
              <a:t> </a:t>
            </a:r>
            <a:r>
              <a:rPr lang="en-US" sz="2400" dirty="0" err="1"/>
              <a:t>kalış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geçici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hayat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.’”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Yorum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insanlığın</a:t>
            </a:r>
            <a:r>
              <a:rPr lang="en-US" sz="2400" dirty="0"/>
              <a:t> </a:t>
            </a:r>
            <a:r>
              <a:rPr lang="en-US" sz="2400" dirty="0" err="1"/>
              <a:t>rüyaya</a:t>
            </a:r>
            <a:r>
              <a:rPr lang="en-US" sz="2400" dirty="0"/>
              <a:t> </a:t>
            </a:r>
            <a:r>
              <a:rPr lang="en-US" sz="2400" dirty="0" err="1"/>
              <a:t>dalış</a:t>
            </a:r>
            <a:r>
              <a:rPr lang="en-US" sz="2400" dirty="0"/>
              <a:t> </a:t>
            </a:r>
            <a:r>
              <a:rPr lang="en-US" sz="2400" dirty="0" err="1"/>
              <a:t>anıdır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Şeytan</a:t>
            </a:r>
            <a:r>
              <a:rPr lang="en-US" sz="2400" dirty="0"/>
              <a:t> </a:t>
            </a:r>
            <a:r>
              <a:rPr lang="en-US" sz="2400" dirty="0" err="1"/>
              <a:t>kaydırdı</a:t>
            </a:r>
            <a:r>
              <a:rPr lang="en-US" sz="2400" dirty="0"/>
              <a:t> = </a:t>
            </a:r>
            <a:r>
              <a:rPr lang="en-US" sz="2400" dirty="0" err="1"/>
              <a:t>Ego’nun</a:t>
            </a:r>
            <a:r>
              <a:rPr lang="en-US" sz="2400" dirty="0"/>
              <a:t> </a:t>
            </a:r>
            <a:r>
              <a:rPr lang="en-US" sz="2400" dirty="0" err="1"/>
              <a:t>fısıltısı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şaşırttı</a:t>
            </a:r>
            <a:endParaRPr lang="en-US" sz="2400" dirty="0"/>
          </a:p>
          <a:p>
            <a:r>
              <a:rPr lang="en-US" sz="2400" dirty="0" err="1"/>
              <a:t>Nimetten</a:t>
            </a:r>
            <a:r>
              <a:rPr lang="en-US" sz="2400" dirty="0"/>
              <a:t> </a:t>
            </a:r>
            <a:r>
              <a:rPr lang="en-US" sz="2400" dirty="0" err="1"/>
              <a:t>çıkarılmak</a:t>
            </a:r>
            <a:r>
              <a:rPr lang="en-US" sz="2400" dirty="0"/>
              <a:t> = Birlik </a:t>
            </a:r>
            <a:r>
              <a:rPr lang="en-US" sz="2400" dirty="0" err="1"/>
              <a:t>bilincinden</a:t>
            </a:r>
            <a:r>
              <a:rPr lang="en-US" sz="2400" dirty="0"/>
              <a:t> </a:t>
            </a:r>
            <a:r>
              <a:rPr lang="en-US" sz="2400" dirty="0" err="1"/>
              <a:t>ayrılmak</a:t>
            </a:r>
            <a:endParaRPr lang="en-US" sz="2400" dirty="0"/>
          </a:p>
          <a:p>
            <a:r>
              <a:rPr lang="en-US" sz="2400" dirty="0" err="1"/>
              <a:t>Birbirinize</a:t>
            </a:r>
            <a:r>
              <a:rPr lang="en-US" sz="2400" dirty="0"/>
              <a:t> </a:t>
            </a:r>
            <a:r>
              <a:rPr lang="en-US" sz="2400" dirty="0" err="1"/>
              <a:t>düşman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r>
              <a:rPr lang="en-US" sz="2400" dirty="0"/>
              <a:t> = </a:t>
            </a:r>
            <a:r>
              <a:rPr lang="en-US" sz="2400" dirty="0" err="1"/>
              <a:t>Parçalanmış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, </a:t>
            </a:r>
            <a:r>
              <a:rPr lang="en-US" sz="2400" dirty="0" err="1"/>
              <a:t>bölünmüş</a:t>
            </a:r>
            <a:r>
              <a:rPr lang="en-US" sz="2400" dirty="0"/>
              <a:t> </a:t>
            </a:r>
            <a:r>
              <a:rPr lang="en-US" sz="2400" dirty="0" err="1"/>
              <a:t>benlikler</a:t>
            </a:r>
            <a:endParaRPr lang="en-US" sz="2400" dirty="0"/>
          </a:p>
          <a:p>
            <a:r>
              <a:rPr lang="en-US" sz="2400" dirty="0" err="1"/>
              <a:t>İniş</a:t>
            </a:r>
            <a:r>
              <a:rPr lang="en-US" sz="2400" dirty="0"/>
              <a:t> =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düşüşü</a:t>
            </a:r>
            <a:endParaRPr lang="en-US" sz="2400" dirty="0"/>
          </a:p>
          <a:p>
            <a:r>
              <a:rPr lang="en-US" sz="2400" dirty="0" err="1"/>
              <a:t>Yeryüzü</a:t>
            </a:r>
            <a:r>
              <a:rPr lang="en-US" sz="2400" dirty="0"/>
              <a:t> = Madde </a:t>
            </a:r>
            <a:r>
              <a:rPr lang="en-US" sz="2400" dirty="0" err="1"/>
              <a:t>planı</a:t>
            </a:r>
            <a:endParaRPr lang="en-US" sz="2400" dirty="0"/>
          </a:p>
          <a:p>
            <a:r>
              <a:rPr lang="en-US" sz="2400" dirty="0" err="1"/>
              <a:t>Geçici</a:t>
            </a:r>
            <a:r>
              <a:rPr lang="en-US" sz="2400" dirty="0"/>
              <a:t> </a:t>
            </a:r>
            <a:r>
              <a:rPr lang="en-US" sz="2400" dirty="0" err="1"/>
              <a:t>hayat</a:t>
            </a:r>
            <a:r>
              <a:rPr lang="en-US" sz="2400" dirty="0"/>
              <a:t> = İlahi </a:t>
            </a:r>
            <a:r>
              <a:rPr lang="en-US" sz="2400" dirty="0" err="1"/>
              <a:t>oyun</a:t>
            </a:r>
            <a:r>
              <a:rPr lang="en-US" sz="2400" dirty="0"/>
              <a:t> </a:t>
            </a:r>
            <a:r>
              <a:rPr lang="en-US" sz="2400" dirty="0" err="1"/>
              <a:t>alanı</a:t>
            </a: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düşüş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Bu, </a:t>
            </a:r>
            <a:r>
              <a:rPr lang="en-US" sz="2400" dirty="0" err="1"/>
              <a:t>bilinçli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“</a:t>
            </a:r>
            <a:r>
              <a:rPr lang="en-US" sz="2400" dirty="0" err="1"/>
              <a:t>unutma</a:t>
            </a:r>
            <a:r>
              <a:rPr lang="en-US" sz="2400" dirty="0"/>
              <a:t> </a:t>
            </a:r>
            <a:r>
              <a:rPr lang="en-US" sz="2400" dirty="0" err="1"/>
              <a:t>deneyimi</a:t>
            </a:r>
            <a:r>
              <a:rPr lang="en-US" sz="2400" dirty="0"/>
              <a:t>.” </a:t>
            </a:r>
            <a:r>
              <a:rPr lang="tr-TR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der </a:t>
            </a:r>
            <a:r>
              <a:rPr lang="en-US" sz="2400" dirty="0" err="1"/>
              <a:t>adeta</a:t>
            </a:r>
            <a:r>
              <a:rPr lang="en-US" sz="2400" dirty="0"/>
              <a:t>:“İn.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unutarak</a:t>
            </a:r>
            <a:r>
              <a:rPr lang="en-US" sz="2400" dirty="0"/>
              <a:t> bul. Ve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hatırlayarak</a:t>
            </a:r>
            <a:r>
              <a:rPr lang="en-US" sz="2400" dirty="0"/>
              <a:t> </a:t>
            </a:r>
            <a:r>
              <a:rPr lang="en-US" sz="2400" dirty="0" err="1"/>
              <a:t>yüksel</a:t>
            </a:r>
            <a:r>
              <a:rPr lang="en-US" sz="2400" dirty="0"/>
              <a:t>.” </a:t>
            </a:r>
            <a:endParaRPr lang="en-TR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294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77B84A6-2B2B-52CD-7F4F-4ED141747BC9}"/>
              </a:ext>
            </a:extLst>
          </p:cNvPr>
          <p:cNvSpPr txBox="1"/>
          <p:nvPr/>
        </p:nvSpPr>
        <p:spPr>
          <a:xfrm>
            <a:off x="0" y="102870"/>
            <a:ext cx="6857999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37.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Derken</a:t>
            </a:r>
            <a:r>
              <a:rPr lang="en-US" sz="2400" dirty="0"/>
              <a:t> </a:t>
            </a:r>
            <a:r>
              <a:rPr lang="en-US" sz="2400" dirty="0" err="1"/>
              <a:t>Âdem</a:t>
            </a:r>
            <a:r>
              <a:rPr lang="en-US" sz="2400" dirty="0"/>
              <a:t>, </a:t>
            </a:r>
            <a:r>
              <a:rPr lang="en-US" sz="2400" dirty="0" err="1"/>
              <a:t>Rabbinden</a:t>
            </a:r>
            <a:r>
              <a:rPr lang="en-US" sz="2400" dirty="0"/>
              <a:t> </a:t>
            </a:r>
            <a:r>
              <a:rPr lang="en-US" sz="2400" dirty="0" err="1"/>
              <a:t>birtakım</a:t>
            </a:r>
            <a:r>
              <a:rPr lang="en-US" sz="2400" dirty="0"/>
              <a:t> </a:t>
            </a:r>
            <a:r>
              <a:rPr lang="en-US" sz="2400" dirty="0" err="1"/>
              <a:t>kelimeler</a:t>
            </a:r>
            <a:r>
              <a:rPr lang="en-US" sz="2400" dirty="0"/>
              <a:t> </a:t>
            </a:r>
            <a:r>
              <a:rPr lang="en-US" sz="2400" dirty="0" err="1"/>
              <a:t>aldı</a:t>
            </a:r>
            <a:r>
              <a:rPr lang="en-US" sz="2400" dirty="0"/>
              <a:t>. Ve Rabbi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tevbesini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etti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O, </a:t>
            </a:r>
            <a:r>
              <a:rPr lang="en-US" sz="2400" dirty="0" err="1"/>
              <a:t>tevbeleri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,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merhametlidir</a:t>
            </a:r>
            <a:r>
              <a:rPr lang="en-US" sz="2400" dirty="0"/>
              <a:t>.”**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unutmanın</a:t>
            </a:r>
            <a:r>
              <a:rPr lang="en-US" sz="2400" dirty="0"/>
              <a:t> </a:t>
            </a:r>
            <a:r>
              <a:rPr lang="en-US" sz="2400" dirty="0" err="1"/>
              <a:t>şifasını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Kelimeler</a:t>
            </a:r>
            <a:r>
              <a:rPr lang="en-US" sz="2400" dirty="0"/>
              <a:t> = Kodlar. </a:t>
            </a:r>
            <a:r>
              <a:rPr lang="en-US" sz="2400" dirty="0" err="1"/>
              <a:t>Frekanslar</a:t>
            </a:r>
            <a:r>
              <a:rPr lang="en-US" sz="2400" dirty="0"/>
              <a:t>. </a:t>
            </a:r>
            <a:r>
              <a:rPr lang="en-US" sz="2400" dirty="0" err="1"/>
              <a:t>Hatırlatma</a:t>
            </a:r>
            <a:r>
              <a:rPr lang="en-US" sz="2400" dirty="0"/>
              <a:t> </a:t>
            </a:r>
            <a:r>
              <a:rPr lang="en-US" sz="2400" dirty="0" err="1"/>
              <a:t>cümleleri</a:t>
            </a:r>
            <a:r>
              <a:rPr lang="en-US" sz="2400" dirty="0"/>
              <a:t>.</a:t>
            </a:r>
          </a:p>
          <a:p>
            <a:r>
              <a:rPr lang="en-US" sz="2400" dirty="0"/>
              <a:t>Belki de “Bismillah”… </a:t>
            </a:r>
            <a:r>
              <a:rPr lang="en-US" sz="2400" dirty="0" err="1"/>
              <a:t>belki</a:t>
            </a:r>
            <a:r>
              <a:rPr lang="en-US" sz="2400" dirty="0"/>
              <a:t> de “İkra”… </a:t>
            </a:r>
            <a:r>
              <a:rPr lang="en-US" sz="2400" dirty="0" err="1"/>
              <a:t>belki</a:t>
            </a:r>
            <a:r>
              <a:rPr lang="en-US" sz="2400" dirty="0"/>
              <a:t> de </a:t>
            </a:r>
            <a:r>
              <a:rPr lang="en-US" sz="2400" dirty="0" err="1"/>
              <a:t>sadece</a:t>
            </a:r>
            <a:r>
              <a:rPr lang="en-US" sz="2400" dirty="0"/>
              <a:t> “Ben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unuttum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Âdem</a:t>
            </a:r>
            <a:r>
              <a:rPr lang="en-US" sz="2400" dirty="0"/>
              <a:t> (</a:t>
            </a:r>
            <a:r>
              <a:rPr lang="en-US" sz="2400" dirty="0" err="1"/>
              <a:t>insan</a:t>
            </a:r>
            <a:r>
              <a:rPr lang="en-US" sz="2400" dirty="0"/>
              <a:t>), </a:t>
            </a:r>
            <a:r>
              <a:rPr lang="en-US" sz="2400" dirty="0" err="1"/>
              <a:t>hatırlamaya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hatırlama</a:t>
            </a:r>
            <a:r>
              <a:rPr lang="en-US" sz="2400" dirty="0"/>
              <a:t> bile, </a:t>
            </a:r>
            <a:r>
              <a:rPr lang="en-US" sz="2400" dirty="0" err="1"/>
              <a:t>merhametin</a:t>
            </a:r>
            <a:r>
              <a:rPr lang="en-US" sz="2400" dirty="0"/>
              <a:t> </a:t>
            </a:r>
            <a:r>
              <a:rPr lang="en-US" sz="2400" dirty="0" err="1"/>
              <a:t>kapısını</a:t>
            </a:r>
            <a:r>
              <a:rPr lang="en-US" sz="2400" dirty="0"/>
              <a:t> </a:t>
            </a:r>
            <a:r>
              <a:rPr lang="en-US" sz="2400" dirty="0" err="1"/>
              <a:t>açar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fısıldar</a:t>
            </a:r>
            <a:r>
              <a:rPr lang="en-US" sz="2400" dirty="0"/>
              <a:t>:“</a:t>
            </a:r>
            <a:r>
              <a:rPr lang="en-US" sz="2400" dirty="0" err="1"/>
              <a:t>Unutmuş</a:t>
            </a:r>
            <a:r>
              <a:rPr lang="en-US" sz="2400" dirty="0"/>
              <a:t> </a:t>
            </a:r>
            <a:r>
              <a:rPr lang="en-US" sz="2400" dirty="0" err="1"/>
              <a:t>olabilirsin</a:t>
            </a:r>
            <a:r>
              <a:rPr lang="en-US" sz="2400" dirty="0"/>
              <a:t>. Ama </a:t>
            </a:r>
            <a:r>
              <a:rPr lang="en-US" sz="2400" dirty="0" err="1"/>
              <a:t>hatırlamak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cümle</a:t>
            </a:r>
            <a:r>
              <a:rPr lang="en-US" sz="2400" dirty="0"/>
              <a:t> </a:t>
            </a:r>
            <a:r>
              <a:rPr lang="en-US" sz="2400" dirty="0" err="1"/>
              <a:t>yeter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38.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Dedik</a:t>
            </a:r>
            <a:r>
              <a:rPr lang="en-US" sz="2400" dirty="0"/>
              <a:t> ki: ‘</a:t>
            </a:r>
            <a:r>
              <a:rPr lang="en-US" sz="2400" dirty="0" err="1"/>
              <a:t>Hepiniz</a:t>
            </a:r>
            <a:r>
              <a:rPr lang="en-US" sz="2400" dirty="0"/>
              <a:t> </a:t>
            </a:r>
            <a:r>
              <a:rPr lang="en-US" sz="2400" dirty="0" err="1"/>
              <a:t>oradan</a:t>
            </a:r>
            <a:r>
              <a:rPr lang="en-US" sz="2400" dirty="0"/>
              <a:t> </a:t>
            </a:r>
            <a:r>
              <a:rPr lang="en-US" sz="2400" dirty="0" err="1"/>
              <a:t>inin</a:t>
            </a:r>
            <a:r>
              <a:rPr lang="en-US" sz="2400" dirty="0"/>
              <a:t>. Size </a:t>
            </a:r>
            <a:r>
              <a:rPr lang="en-US" sz="2400" dirty="0" err="1"/>
              <a:t>benden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hidayet</a:t>
            </a:r>
            <a:r>
              <a:rPr lang="en-US" sz="2400" dirty="0"/>
              <a:t> </a:t>
            </a:r>
            <a:r>
              <a:rPr lang="en-US" sz="2400" dirty="0" err="1"/>
              <a:t>geldiğinde</a:t>
            </a:r>
            <a:r>
              <a:rPr lang="en-US" sz="2400" dirty="0"/>
              <a:t>,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uyarsa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korku</a:t>
            </a:r>
            <a:r>
              <a:rPr lang="en-US" sz="2400" dirty="0"/>
              <a:t> </a:t>
            </a:r>
            <a:r>
              <a:rPr lang="en-US" sz="2400" dirty="0" err="1"/>
              <a:t>yoktur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üzülmeyeceklerdir</a:t>
            </a:r>
            <a:r>
              <a:rPr lang="en-US" sz="2400" dirty="0"/>
              <a:t>.’”**</a:t>
            </a:r>
          </a:p>
          <a:p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anlaşma</a:t>
            </a:r>
            <a:r>
              <a:rPr lang="en-US" sz="2400" dirty="0"/>
              <a:t> </a:t>
            </a:r>
            <a:r>
              <a:rPr lang="en-US" sz="2400" dirty="0" err="1"/>
              <a:t>yapılır.Bu</a:t>
            </a:r>
            <a:r>
              <a:rPr lang="en-US" sz="2400" dirty="0"/>
              <a:t>, </a:t>
            </a:r>
            <a:r>
              <a:rPr lang="en-US" sz="2400" dirty="0" err="1"/>
              <a:t>hatırlama</a:t>
            </a:r>
            <a:r>
              <a:rPr lang="en-US" sz="2400" dirty="0"/>
              <a:t> </a:t>
            </a:r>
            <a:r>
              <a:rPr lang="en-US" sz="2400" dirty="0" err="1"/>
              <a:t>sözleşmesidir</a:t>
            </a:r>
            <a:r>
              <a:rPr lang="en-US" sz="2400" dirty="0"/>
              <a:t>.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İnin</a:t>
            </a:r>
            <a:r>
              <a:rPr lang="en-US" sz="2400" dirty="0"/>
              <a:t>… ama ben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terk</a:t>
            </a:r>
            <a:r>
              <a:rPr lang="en-US" sz="2400" dirty="0"/>
              <a:t> </a:t>
            </a:r>
            <a:r>
              <a:rPr lang="en-US" sz="2400" dirty="0" err="1"/>
              <a:t>etmiyorum</a:t>
            </a:r>
            <a:r>
              <a:rPr lang="en-US" sz="2400" dirty="0"/>
              <a:t>. Size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hatırlatacağım</a:t>
            </a:r>
            <a:r>
              <a:rPr lang="en-US" sz="2400" dirty="0"/>
              <a:t>. Ve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bana</a:t>
            </a:r>
            <a:r>
              <a:rPr lang="en-US" sz="2400" dirty="0"/>
              <a:t> </a:t>
            </a:r>
            <a:r>
              <a:rPr lang="en-US" sz="2400" dirty="0" err="1"/>
              <a:t>döneceksiniz</a:t>
            </a:r>
            <a:r>
              <a:rPr lang="en-US" sz="2400" dirty="0"/>
              <a:t>.” </a:t>
            </a:r>
          </a:p>
          <a:p>
            <a:r>
              <a:rPr lang="en-US" sz="2400" dirty="0"/>
              <a:t>Hidayet = </a:t>
            </a:r>
            <a:r>
              <a:rPr lang="en-US" sz="2400" dirty="0" err="1"/>
              <a:t>İç</a:t>
            </a:r>
            <a:r>
              <a:rPr lang="en-US" sz="2400" dirty="0"/>
              <a:t> </a:t>
            </a:r>
            <a:r>
              <a:rPr lang="en-US" sz="2400" dirty="0" err="1"/>
              <a:t>pusula</a:t>
            </a:r>
            <a:endParaRPr lang="en-US" sz="2400" dirty="0"/>
          </a:p>
          <a:p>
            <a:r>
              <a:rPr lang="en-US" sz="2400" dirty="0"/>
              <a:t>Korku yok = </a:t>
            </a:r>
            <a:r>
              <a:rPr lang="en-US" sz="2400" dirty="0" err="1"/>
              <a:t>Gelecek</a:t>
            </a:r>
            <a:r>
              <a:rPr lang="en-US" sz="2400" dirty="0"/>
              <a:t> </a:t>
            </a:r>
            <a:r>
              <a:rPr lang="en-US" sz="2400" dirty="0" err="1"/>
              <a:t>endişesi</a:t>
            </a:r>
            <a:r>
              <a:rPr lang="en-US" sz="2400" dirty="0"/>
              <a:t> </a:t>
            </a:r>
            <a:r>
              <a:rPr lang="en-US" sz="2400" dirty="0" err="1"/>
              <a:t>silinir</a:t>
            </a:r>
            <a:endParaRPr lang="en-US" sz="2400" dirty="0"/>
          </a:p>
          <a:p>
            <a:r>
              <a:rPr lang="en-US" sz="2400" dirty="0" err="1"/>
              <a:t>Üzülmeyecekler</a:t>
            </a:r>
            <a:r>
              <a:rPr lang="en-US" sz="2400" dirty="0"/>
              <a:t> = </a:t>
            </a:r>
            <a:r>
              <a:rPr lang="en-US" sz="2400" dirty="0" err="1"/>
              <a:t>Geçmiş</a:t>
            </a:r>
            <a:r>
              <a:rPr lang="en-US" sz="2400" dirty="0"/>
              <a:t> </a:t>
            </a:r>
            <a:r>
              <a:rPr lang="en-US" sz="2400" dirty="0" err="1"/>
              <a:t>pişmanlığı</a:t>
            </a:r>
            <a:r>
              <a:rPr lang="en-US" sz="2400" dirty="0"/>
              <a:t> </a:t>
            </a:r>
            <a:r>
              <a:rPr lang="en-US" sz="2400" dirty="0" err="1"/>
              <a:t>gider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der </a:t>
            </a:r>
            <a:r>
              <a:rPr lang="en-US" sz="2400" dirty="0" err="1"/>
              <a:t>ki:“Sen</a:t>
            </a:r>
            <a:r>
              <a:rPr lang="en-US" sz="2400" dirty="0"/>
              <a:t> </a:t>
            </a:r>
            <a:r>
              <a:rPr lang="en-US" sz="2400" dirty="0" err="1"/>
              <a:t>düştüğünü</a:t>
            </a:r>
            <a:r>
              <a:rPr lang="en-US" sz="2400" dirty="0"/>
              <a:t> </a:t>
            </a:r>
            <a:r>
              <a:rPr lang="en-US" sz="2400" dirty="0" err="1"/>
              <a:t>sandın</a:t>
            </a:r>
            <a:r>
              <a:rPr lang="en-US" sz="2400" dirty="0"/>
              <a:t> ama </a:t>
            </a:r>
            <a:r>
              <a:rPr lang="en-US" sz="2400" dirty="0" err="1"/>
              <a:t>aslında</a:t>
            </a:r>
            <a:r>
              <a:rPr lang="en-US" sz="2400" dirty="0"/>
              <a:t> 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‘</a:t>
            </a:r>
            <a:r>
              <a:rPr lang="en-US" sz="2400" dirty="0" err="1"/>
              <a:t>kendine</a:t>
            </a:r>
            <a:r>
              <a:rPr lang="en-US" sz="2400" dirty="0"/>
              <a:t>’ </a:t>
            </a:r>
            <a:r>
              <a:rPr lang="en-US" sz="2400" dirty="0" err="1"/>
              <a:t>yolladım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18082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D7FDFB4-F9BB-64F2-3494-A20FA3D5602D}"/>
              </a:ext>
            </a:extLst>
          </p:cNvPr>
          <p:cNvSpPr txBox="1"/>
          <p:nvPr/>
        </p:nvSpPr>
        <p:spPr>
          <a:xfrm>
            <a:off x="0" y="0"/>
            <a:ext cx="6857999" cy="1107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39.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İnkar</a:t>
            </a:r>
            <a:r>
              <a:rPr lang="en-US" sz="2400" dirty="0"/>
              <a:t> </a:t>
            </a:r>
            <a:r>
              <a:rPr lang="en-US" sz="2400" dirty="0" err="1"/>
              <a:t>edenler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ayetlerimizi</a:t>
            </a:r>
            <a:r>
              <a:rPr lang="en-US" sz="2400" dirty="0"/>
              <a:t> </a:t>
            </a:r>
            <a:r>
              <a:rPr lang="en-US" sz="2400" dirty="0" err="1"/>
              <a:t>yalanlayanlarsa</a:t>
            </a:r>
            <a:r>
              <a:rPr lang="en-US" sz="2400" dirty="0"/>
              <a:t>,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cehennemliktir</a:t>
            </a:r>
            <a:r>
              <a:rPr lang="en-US" sz="2400" dirty="0"/>
              <a:t>.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ebedî</a:t>
            </a:r>
            <a:r>
              <a:rPr lang="en-US" sz="2400" dirty="0"/>
              <a:t> </a:t>
            </a:r>
            <a:r>
              <a:rPr lang="en-US" sz="2400" dirty="0" err="1"/>
              <a:t>kalacaklardır</a:t>
            </a:r>
            <a:r>
              <a:rPr lang="en-US" sz="2400" dirty="0"/>
              <a:t>.”**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cehennem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yanma</a:t>
            </a:r>
            <a:r>
              <a:rPr lang="en-US" sz="2400" dirty="0"/>
              <a:t> </a:t>
            </a:r>
            <a:r>
              <a:rPr lang="en-US" sz="2400" dirty="0" err="1"/>
              <a:t>yeri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düzeyidir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İnkar</a:t>
            </a:r>
            <a:r>
              <a:rPr lang="en-US" sz="2400" dirty="0"/>
              <a:t> = </a:t>
            </a:r>
            <a:r>
              <a:rPr lang="en-US" sz="2400" dirty="0" err="1"/>
              <a:t>Bilinçli</a:t>
            </a:r>
            <a:r>
              <a:rPr lang="en-US" sz="2400" dirty="0"/>
              <a:t> ret</a:t>
            </a:r>
          </a:p>
          <a:p>
            <a:r>
              <a:rPr lang="en-US" sz="2400" dirty="0" err="1"/>
              <a:t>Yalanlamak</a:t>
            </a:r>
            <a:r>
              <a:rPr lang="en-US" sz="2400" dirty="0"/>
              <a:t> =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hissini</a:t>
            </a:r>
            <a:r>
              <a:rPr lang="en-US" sz="2400" dirty="0"/>
              <a:t> </a:t>
            </a:r>
            <a:r>
              <a:rPr lang="en-US" sz="2400" dirty="0" err="1"/>
              <a:t>bastırmak</a:t>
            </a:r>
            <a:endParaRPr lang="en-US" sz="2400" dirty="0"/>
          </a:p>
          <a:p>
            <a:r>
              <a:rPr lang="en-US" sz="2400" dirty="0" err="1"/>
              <a:t>Ebedi</a:t>
            </a:r>
            <a:r>
              <a:rPr lang="en-US" sz="2400" dirty="0"/>
              <a:t> </a:t>
            </a:r>
            <a:r>
              <a:rPr lang="en-US" sz="2400" dirty="0" err="1"/>
              <a:t>kalış</a:t>
            </a:r>
            <a:r>
              <a:rPr lang="en-US" sz="2400" dirty="0"/>
              <a:t> = O </a:t>
            </a:r>
            <a:r>
              <a:rPr lang="en-US" sz="2400" dirty="0" err="1"/>
              <a:t>frekanstan</a:t>
            </a:r>
            <a:r>
              <a:rPr lang="en-US" sz="2400" dirty="0"/>
              <a:t> </a:t>
            </a:r>
            <a:r>
              <a:rPr lang="en-US" sz="2400" dirty="0" err="1"/>
              <a:t>çıkamayış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öğretir</a:t>
            </a:r>
            <a:r>
              <a:rPr lang="en-US" sz="2400" dirty="0"/>
              <a:t>: “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hatırlatmaları</a:t>
            </a:r>
            <a:r>
              <a:rPr lang="en-US" sz="2400" dirty="0"/>
              <a:t> </a:t>
            </a:r>
            <a:r>
              <a:rPr lang="en-US" sz="2400" dirty="0" err="1"/>
              <a:t>reddedersen</a:t>
            </a:r>
            <a:r>
              <a:rPr lang="en-US" sz="2400" dirty="0"/>
              <a:t>,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gerçekliğinde</a:t>
            </a:r>
            <a:r>
              <a:rPr lang="en-US" sz="2400" dirty="0"/>
              <a:t> </a:t>
            </a:r>
            <a:r>
              <a:rPr lang="en-US" sz="2400" dirty="0" err="1"/>
              <a:t>hapsolursun</a:t>
            </a:r>
            <a:r>
              <a:rPr lang="en-US" sz="2400" dirty="0"/>
              <a:t>. </a:t>
            </a:r>
            <a:r>
              <a:rPr lang="en-US" sz="2400" dirty="0" err="1"/>
              <a:t>Cehennem</a:t>
            </a:r>
            <a:r>
              <a:rPr lang="en-US" sz="2400" dirty="0"/>
              <a:t>, fark </a:t>
            </a:r>
            <a:r>
              <a:rPr lang="en-US" sz="2400" dirty="0" err="1"/>
              <a:t>edemeyen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içindir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dört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insanlık</a:t>
            </a:r>
            <a:r>
              <a:rPr lang="en-US" sz="2400" dirty="0"/>
              <a:t> </a:t>
            </a:r>
            <a:r>
              <a:rPr lang="en-US" sz="2400" dirty="0" err="1"/>
              <a:t>senaryosunun</a:t>
            </a:r>
            <a:r>
              <a:rPr lang="en-US" sz="2400" dirty="0"/>
              <a:t> </a:t>
            </a:r>
            <a:r>
              <a:rPr lang="en-US" sz="2400" dirty="0" err="1"/>
              <a:t>temelidir</a:t>
            </a:r>
            <a:r>
              <a:rPr lang="en-US" sz="2400" dirty="0"/>
              <a:t>: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düştü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r>
              <a:rPr lang="en-US" sz="2400" dirty="0"/>
              <a:t>Ego </a:t>
            </a:r>
            <a:r>
              <a:rPr lang="en-US" sz="2400" dirty="0" err="1"/>
              <a:t>devreye</a:t>
            </a:r>
            <a:r>
              <a:rPr lang="en-US" sz="2400" dirty="0"/>
              <a:t> </a:t>
            </a:r>
            <a:r>
              <a:rPr lang="en-US" sz="2400" dirty="0" err="1"/>
              <a:t>girdi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r>
              <a:rPr lang="en-US" sz="2400" dirty="0" err="1"/>
              <a:t>Unutuldu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r>
              <a:rPr lang="en-US" sz="2400" dirty="0"/>
              <a:t>Ama </a:t>
            </a:r>
            <a:r>
              <a:rPr lang="en-US" sz="2400" dirty="0" err="1"/>
              <a:t>merhamet</a:t>
            </a:r>
            <a:r>
              <a:rPr lang="en-US" sz="2400" dirty="0"/>
              <a:t> </a:t>
            </a:r>
            <a:r>
              <a:rPr lang="en-US" sz="2400" dirty="0" err="1"/>
              <a:t>kapısı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kaldı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r>
              <a:rPr lang="en-US" sz="2400" dirty="0"/>
              <a:t>Ve </a:t>
            </a:r>
            <a:r>
              <a:rPr lang="en-US" sz="2400" dirty="0" err="1"/>
              <a:t>hatırlayan</a:t>
            </a:r>
            <a:r>
              <a:rPr lang="en-US" sz="2400" dirty="0"/>
              <a:t>,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yükselir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endParaRPr lang="en-US" sz="2400" dirty="0"/>
          </a:p>
          <a:p>
            <a:br>
              <a:rPr lang="en-US" sz="2400" dirty="0"/>
            </a:br>
            <a:r>
              <a:rPr lang="en-US" sz="2400" dirty="0"/>
              <a:t>Bu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Âdem’in</a:t>
            </a:r>
            <a:r>
              <a:rPr lang="en-US" sz="2400" dirty="0"/>
              <a:t> </a:t>
            </a:r>
            <a:r>
              <a:rPr lang="en-US" sz="2400" dirty="0" err="1"/>
              <a:t>hikayesi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 Bu,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hikayen</a:t>
            </a:r>
            <a:r>
              <a:rPr lang="en-US" sz="2400" dirty="0"/>
              <a:t>. Her </a:t>
            </a:r>
            <a:r>
              <a:rPr lang="en-US" sz="2400" dirty="0" err="1"/>
              <a:t>düşüşünde</a:t>
            </a:r>
            <a:r>
              <a:rPr lang="en-US" sz="2400" dirty="0"/>
              <a:t>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yazılan</a:t>
            </a:r>
            <a:r>
              <a:rPr lang="en-US" sz="2400" dirty="0"/>
              <a:t>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anlaşma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“Ben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unutmadım</a:t>
            </a:r>
            <a:r>
              <a:rPr lang="en-US" sz="2400" dirty="0"/>
              <a:t>.” </a:t>
            </a:r>
            <a:r>
              <a:rPr lang="en-US" sz="2400" dirty="0" err="1"/>
              <a:t>diyen</a:t>
            </a:r>
            <a:r>
              <a:rPr lang="en-US" sz="2400" dirty="0"/>
              <a:t> </a:t>
            </a:r>
            <a:r>
              <a:rPr lang="en-US" sz="2400" dirty="0" err="1"/>
              <a:t>Yaradan’ın</a:t>
            </a:r>
            <a:r>
              <a:rPr lang="en-US" sz="2400" dirty="0"/>
              <a:t> </a:t>
            </a:r>
            <a:r>
              <a:rPr lang="en-US" sz="2400" dirty="0" err="1"/>
              <a:t>sesiyle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97408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870E508-6BB5-6BAE-091B-A33BEC583EAF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40–46</a:t>
            </a:r>
            <a:br>
              <a:rPr lang="tr-TR" sz="2400" b="1" dirty="0"/>
            </a:b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Bilgiyi</a:t>
            </a:r>
            <a:r>
              <a:rPr lang="en-US" sz="2400" dirty="0"/>
              <a:t> Alan Ama </a:t>
            </a:r>
            <a:r>
              <a:rPr lang="en-US" sz="2400" dirty="0" err="1"/>
              <a:t>Taşıyamayan</a:t>
            </a:r>
            <a:r>
              <a:rPr lang="en-US" sz="2400" dirty="0"/>
              <a:t> </a:t>
            </a:r>
            <a:r>
              <a:rPr lang="en-US" sz="2400" dirty="0" err="1"/>
              <a:t>Benlik</a:t>
            </a:r>
            <a:r>
              <a:rPr lang="en-US" sz="2400" dirty="0"/>
              <a:t>  </a:t>
            </a:r>
            <a:r>
              <a:rPr lang="en-US" sz="2400" dirty="0" err="1"/>
              <a:t>Hatırlamanın</a:t>
            </a:r>
            <a:r>
              <a:rPr lang="en-US" sz="2400" dirty="0"/>
              <a:t> </a:t>
            </a:r>
            <a:r>
              <a:rPr lang="en-US" sz="2400" dirty="0" err="1"/>
              <a:t>Ağırlığı</a:t>
            </a:r>
            <a:br>
              <a:rPr lang="en-US" sz="2400" dirty="0"/>
            </a:br>
            <a:endParaRPr lang="tr-TR" sz="2400" dirty="0"/>
          </a:p>
          <a:p>
            <a:r>
              <a:rPr lang="en-US" sz="2400" b="1" dirty="0"/>
              <a:t>40.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“Ey </a:t>
            </a:r>
            <a:r>
              <a:rPr lang="en-US" sz="2400" dirty="0" err="1"/>
              <a:t>İsrailoğulları</a:t>
            </a:r>
            <a:r>
              <a:rPr lang="en-US" sz="2400" dirty="0"/>
              <a:t>! Size </a:t>
            </a:r>
            <a:r>
              <a:rPr lang="en-US" sz="2400" dirty="0" err="1"/>
              <a:t>verdiğim</a:t>
            </a:r>
            <a:r>
              <a:rPr lang="en-US" sz="2400" dirty="0"/>
              <a:t> </a:t>
            </a:r>
            <a:r>
              <a:rPr lang="en-US" sz="2400" dirty="0" err="1"/>
              <a:t>nimeti</a:t>
            </a:r>
            <a:r>
              <a:rPr lang="en-US" sz="2400" dirty="0"/>
              <a:t> </a:t>
            </a:r>
            <a:r>
              <a:rPr lang="en-US" sz="2400" dirty="0" err="1"/>
              <a:t>hatırlayın</a:t>
            </a:r>
            <a:r>
              <a:rPr lang="en-US" sz="2400" dirty="0"/>
              <a:t>. Bana </a:t>
            </a:r>
            <a:r>
              <a:rPr lang="en-US" sz="2400" dirty="0" err="1"/>
              <a:t>verdiğiniz</a:t>
            </a:r>
            <a:r>
              <a:rPr lang="en-US" sz="2400" dirty="0"/>
              <a:t> </a:t>
            </a:r>
            <a:r>
              <a:rPr lang="en-US" sz="2400" dirty="0" err="1"/>
              <a:t>sözü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getirin</a:t>
            </a:r>
            <a:r>
              <a:rPr lang="en-US" sz="2400" dirty="0"/>
              <a:t> ki ben de size </a:t>
            </a:r>
            <a:r>
              <a:rPr lang="en-US" sz="2400" dirty="0" err="1"/>
              <a:t>verdiğim</a:t>
            </a:r>
            <a:r>
              <a:rPr lang="en-US" sz="2400" dirty="0"/>
              <a:t> </a:t>
            </a:r>
            <a:r>
              <a:rPr lang="en-US" sz="2400" dirty="0" err="1"/>
              <a:t>sözü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getireyim</a:t>
            </a:r>
            <a:r>
              <a:rPr lang="en-US" sz="2400" dirty="0"/>
              <a:t>. Ve 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benden</a:t>
            </a:r>
            <a:r>
              <a:rPr lang="en-US" sz="2400" dirty="0"/>
              <a:t> </a:t>
            </a:r>
            <a:r>
              <a:rPr lang="en-US" sz="2400" dirty="0" err="1"/>
              <a:t>korkun</a:t>
            </a:r>
            <a:r>
              <a:rPr lang="en-US" sz="2400" dirty="0"/>
              <a:t>.”**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“</a:t>
            </a:r>
            <a:r>
              <a:rPr lang="en-US" sz="2400" dirty="0" err="1"/>
              <a:t>İsrailoğulları</a:t>
            </a:r>
            <a:r>
              <a:rPr lang="en-US" sz="2400" dirty="0"/>
              <a:t>”,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temas</a:t>
            </a:r>
            <a:r>
              <a:rPr lang="en-US" sz="2400" dirty="0"/>
              <a:t> </a:t>
            </a:r>
            <a:r>
              <a:rPr lang="en-US" sz="2400" dirty="0" err="1"/>
              <a:t>etmiş</a:t>
            </a:r>
            <a:r>
              <a:rPr lang="en-US" sz="2400" dirty="0"/>
              <a:t> </a:t>
            </a:r>
            <a:r>
              <a:rPr lang="en-US" sz="2400" dirty="0" err="1"/>
              <a:t>zihini</a:t>
            </a:r>
            <a:r>
              <a:rPr lang="en-US" sz="2400" dirty="0"/>
              <a:t> </a:t>
            </a:r>
            <a:r>
              <a:rPr lang="en-US" sz="2400" dirty="0" err="1"/>
              <a:t>temsil</a:t>
            </a:r>
            <a:r>
              <a:rPr lang="en-US" sz="2400" dirty="0"/>
              <a:t> </a:t>
            </a:r>
            <a:r>
              <a:rPr lang="en-US" sz="2400" dirty="0" err="1"/>
              <a:t>eder.Nimet</a:t>
            </a:r>
            <a:r>
              <a:rPr lang="en-US" sz="2400" dirty="0"/>
              <a:t> </a:t>
            </a:r>
            <a:r>
              <a:rPr lang="en-US" sz="2400" dirty="0" err="1"/>
              <a:t>verilmiş</a:t>
            </a:r>
            <a:r>
              <a:rPr lang="en-US" sz="2400" dirty="0"/>
              <a:t>,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verilmiş</a:t>
            </a:r>
            <a:r>
              <a:rPr lang="en-US" sz="2400" dirty="0"/>
              <a:t>.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hatırlamıyor</a:t>
            </a:r>
            <a:r>
              <a:rPr lang="en-US" sz="2400" dirty="0"/>
              <a:t>…“</a:t>
            </a:r>
            <a:r>
              <a:rPr lang="en-US" sz="2400" dirty="0" err="1"/>
              <a:t>Hatırla</a:t>
            </a:r>
            <a:r>
              <a:rPr lang="en-US" sz="2400" dirty="0"/>
              <a:t>”: 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.</a:t>
            </a:r>
          </a:p>
          <a:p>
            <a:r>
              <a:rPr lang="en-US" sz="2400" dirty="0"/>
              <a:t>Bilgi </a:t>
            </a:r>
            <a:r>
              <a:rPr lang="en-US" sz="2400" dirty="0" err="1"/>
              <a:t>verilmiş</a:t>
            </a:r>
            <a:r>
              <a:rPr lang="en-US" sz="2400" dirty="0"/>
              <a:t> ama </a:t>
            </a:r>
            <a:r>
              <a:rPr lang="en-US" sz="2400" dirty="0" err="1"/>
              <a:t>unutulmuş.Yani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“</a:t>
            </a:r>
            <a:r>
              <a:rPr lang="en-US" sz="2400" dirty="0" err="1"/>
              <a:t>uyanışı</a:t>
            </a:r>
            <a:r>
              <a:rPr lang="en-US" sz="2400" dirty="0"/>
              <a:t> </a:t>
            </a:r>
            <a:r>
              <a:rPr lang="en-US" sz="2400" dirty="0" err="1"/>
              <a:t>erteleyen</a:t>
            </a:r>
            <a:r>
              <a:rPr lang="en-US" sz="2400" dirty="0"/>
              <a:t> </a:t>
            </a:r>
            <a:r>
              <a:rPr lang="en-US" sz="2400" dirty="0" err="1"/>
              <a:t>taraf”a</a:t>
            </a:r>
            <a:r>
              <a:rPr lang="en-US" sz="2400" dirty="0"/>
              <a:t> </a:t>
            </a:r>
            <a:r>
              <a:rPr lang="en-US" sz="2400" dirty="0" err="1"/>
              <a:t>sesleniyor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sözleşme</a:t>
            </a:r>
            <a:r>
              <a:rPr lang="en-US" sz="2400" dirty="0"/>
              <a:t> </a:t>
            </a:r>
            <a:r>
              <a:rPr lang="en-US" sz="2400" dirty="0" err="1"/>
              <a:t>hatırlatılıyor</a:t>
            </a:r>
            <a:r>
              <a:rPr lang="en-US" sz="2400" dirty="0"/>
              <a:t>: “Sen </a:t>
            </a:r>
            <a:r>
              <a:rPr lang="en-US" sz="2400" dirty="0" err="1"/>
              <a:t>bana</a:t>
            </a:r>
            <a:r>
              <a:rPr lang="en-US" sz="2400" dirty="0"/>
              <a:t> </a:t>
            </a:r>
            <a:r>
              <a:rPr lang="en-US" sz="2400" dirty="0" err="1"/>
              <a:t>sadık</a:t>
            </a:r>
            <a:r>
              <a:rPr lang="en-US" sz="2400" dirty="0"/>
              <a:t> kal, ben </a:t>
            </a:r>
            <a:r>
              <a:rPr lang="en-US" sz="2400" dirty="0" err="1"/>
              <a:t>seni</a:t>
            </a:r>
            <a:r>
              <a:rPr lang="en-US" sz="2400" dirty="0"/>
              <a:t> hep </a:t>
            </a:r>
            <a:r>
              <a:rPr lang="en-US" sz="2400" dirty="0" err="1"/>
              <a:t>korurum</a:t>
            </a:r>
            <a:r>
              <a:rPr lang="en-US" sz="2400" dirty="0"/>
              <a:t>. Ama </a:t>
            </a:r>
            <a:r>
              <a:rPr lang="en-US" sz="2400" dirty="0" err="1"/>
              <a:t>korkuların</a:t>
            </a:r>
            <a:r>
              <a:rPr lang="en-US" sz="2400" dirty="0"/>
              <a:t> 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benden</a:t>
            </a:r>
            <a:r>
              <a:rPr lang="en-US" sz="2400" dirty="0"/>
              <a:t> </a:t>
            </a:r>
            <a:r>
              <a:rPr lang="en-US" sz="2400" dirty="0" err="1"/>
              <a:t>gelsin</a:t>
            </a:r>
            <a:r>
              <a:rPr lang="en-US" sz="2400" dirty="0"/>
              <a:t> – </a:t>
            </a:r>
            <a:r>
              <a:rPr lang="en-US" sz="2400" dirty="0" err="1"/>
              <a:t>sistemden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b="1" dirty="0"/>
              <a:t>41.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Elimdeki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ettiğiniz</a:t>
            </a:r>
            <a:r>
              <a:rPr lang="en-US" sz="2400" dirty="0"/>
              <a:t> </a:t>
            </a:r>
            <a:r>
              <a:rPr lang="en-US" sz="2400" dirty="0" err="1"/>
              <a:t>hâlde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inanmayın</a:t>
            </a:r>
            <a:r>
              <a:rPr lang="en-US" sz="2400" dirty="0"/>
              <a:t> </a:t>
            </a:r>
            <a:r>
              <a:rPr lang="en-US" sz="2400" dirty="0" err="1"/>
              <a:t>demeyin</a:t>
            </a:r>
            <a:r>
              <a:rPr lang="en-US" sz="2400" dirty="0"/>
              <a:t>, </a:t>
            </a:r>
            <a:r>
              <a:rPr lang="en-US" sz="2400" dirty="0" err="1"/>
              <a:t>ayetlerimi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bedelle</a:t>
            </a:r>
            <a:r>
              <a:rPr lang="en-US" sz="2400" dirty="0"/>
              <a:t> </a:t>
            </a:r>
            <a:r>
              <a:rPr lang="en-US" sz="2400" dirty="0" err="1"/>
              <a:t>satmayın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benden</a:t>
            </a:r>
            <a:r>
              <a:rPr lang="en-US" sz="2400" dirty="0"/>
              <a:t> </a:t>
            </a:r>
            <a:r>
              <a:rPr lang="en-US" sz="2400" dirty="0" err="1"/>
              <a:t>korkun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çıkar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kullanan</a:t>
            </a:r>
            <a:r>
              <a:rPr lang="en-US" sz="2400" dirty="0"/>
              <a:t> </a:t>
            </a:r>
            <a:r>
              <a:rPr lang="en-US" sz="2400" dirty="0" err="1"/>
              <a:t>benliği</a:t>
            </a:r>
            <a:r>
              <a:rPr lang="en-US" sz="2400" dirty="0"/>
              <a:t> </a:t>
            </a:r>
            <a:r>
              <a:rPr lang="en-US" sz="2400" dirty="0" err="1"/>
              <a:t>anlatır.Yani</a:t>
            </a:r>
            <a:r>
              <a:rPr lang="en-US" sz="2400" dirty="0"/>
              <a:t>; “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biliyor</a:t>
            </a:r>
            <a:r>
              <a:rPr lang="en-US" sz="2400" dirty="0"/>
              <a:t> ama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kullanıyor</a:t>
            </a:r>
            <a:r>
              <a:rPr lang="en-US" sz="2400" dirty="0"/>
              <a:t>.”</a:t>
            </a:r>
          </a:p>
          <a:p>
            <a:r>
              <a:rPr lang="en-US" sz="2400" dirty="0"/>
              <a:t>“Az </a:t>
            </a:r>
            <a:r>
              <a:rPr lang="en-US" sz="2400" dirty="0" err="1"/>
              <a:t>bir</a:t>
            </a:r>
            <a:r>
              <a:rPr lang="en-US" sz="2400" dirty="0"/>
              <a:t> bedel” = </a:t>
            </a:r>
            <a:r>
              <a:rPr lang="en-US" sz="2400" dirty="0" err="1"/>
              <a:t>Bilinci</a:t>
            </a:r>
            <a:r>
              <a:rPr lang="en-US" sz="2400" dirty="0"/>
              <a:t> ego </a:t>
            </a:r>
            <a:r>
              <a:rPr lang="en-US" sz="2400" dirty="0" err="1"/>
              <a:t>için</a:t>
            </a:r>
            <a:r>
              <a:rPr lang="en-US" sz="2400" dirty="0"/>
              <a:t> takas </a:t>
            </a:r>
            <a:r>
              <a:rPr lang="en-US" sz="2400" dirty="0" err="1"/>
              <a:t>etmek</a:t>
            </a:r>
            <a:endParaRPr lang="en-US" sz="2400" dirty="0"/>
          </a:p>
          <a:p>
            <a:r>
              <a:rPr lang="en-US" sz="2400" dirty="0"/>
              <a:t>“Tasdik </a:t>
            </a:r>
            <a:r>
              <a:rPr lang="en-US" sz="2400" dirty="0" err="1"/>
              <a:t>ettiğiniz</a:t>
            </a:r>
            <a:r>
              <a:rPr lang="en-US" sz="2400" dirty="0"/>
              <a:t> </a:t>
            </a:r>
            <a:r>
              <a:rPr lang="en-US" sz="2400" dirty="0" err="1"/>
              <a:t>hâlde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etmeyin</a:t>
            </a:r>
            <a:r>
              <a:rPr lang="en-US" sz="2400" dirty="0"/>
              <a:t>” = </a:t>
            </a:r>
            <a:r>
              <a:rPr lang="en-US" sz="2400" dirty="0" err="1"/>
              <a:t>Kalben</a:t>
            </a:r>
            <a:r>
              <a:rPr lang="en-US" sz="2400" dirty="0"/>
              <a:t> </a:t>
            </a:r>
            <a:r>
              <a:rPr lang="en-US" sz="2400" dirty="0" err="1"/>
              <a:t>bildiğin</a:t>
            </a:r>
            <a:r>
              <a:rPr lang="en-US" sz="2400" dirty="0"/>
              <a:t>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zihninle</a:t>
            </a:r>
            <a:r>
              <a:rPr lang="en-US" sz="2400" dirty="0"/>
              <a:t> </a:t>
            </a:r>
            <a:r>
              <a:rPr lang="en-US" sz="2400" dirty="0" err="1"/>
              <a:t>bastırma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fısıldar</a:t>
            </a:r>
            <a:r>
              <a:rPr lang="en-US" sz="2400" dirty="0"/>
              <a:t>: “İlahi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maddi</a:t>
            </a:r>
            <a:r>
              <a:rPr lang="en-US" sz="2400" dirty="0"/>
              <a:t> </a:t>
            </a:r>
            <a:r>
              <a:rPr lang="en-US" sz="2400" dirty="0" err="1"/>
              <a:t>bedelle</a:t>
            </a:r>
            <a:r>
              <a:rPr lang="en-US" sz="2400" dirty="0"/>
              <a:t> </a:t>
            </a:r>
            <a:r>
              <a:rPr lang="en-US" sz="2400" dirty="0" err="1"/>
              <a:t>kirletme</a:t>
            </a:r>
            <a:r>
              <a:rPr lang="en-US" sz="2400" dirty="0"/>
              <a:t>.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kullanma</a:t>
            </a:r>
            <a:r>
              <a:rPr lang="en-US" sz="2400" dirty="0"/>
              <a:t>; </a:t>
            </a:r>
            <a:r>
              <a:rPr lang="en-US" sz="2400" dirty="0" err="1"/>
              <a:t>yaşa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1153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8B15D26-A640-9133-B5C2-995D1346D8CF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42.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Hakkı</a:t>
            </a:r>
            <a:r>
              <a:rPr lang="en-US" sz="2400" dirty="0"/>
              <a:t> </a:t>
            </a:r>
            <a:r>
              <a:rPr lang="en-US" sz="2400" dirty="0" err="1"/>
              <a:t>bâtıla</a:t>
            </a:r>
            <a:r>
              <a:rPr lang="en-US" sz="2400" dirty="0"/>
              <a:t> </a:t>
            </a:r>
            <a:r>
              <a:rPr lang="en-US" sz="2400" dirty="0" err="1"/>
              <a:t>karıştırmayın</a:t>
            </a:r>
            <a:r>
              <a:rPr lang="en-US" sz="2400" dirty="0"/>
              <a:t>. </a:t>
            </a:r>
            <a:r>
              <a:rPr lang="en-US" sz="2400" dirty="0" err="1"/>
              <a:t>Bildiğiniz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gizlemeyin</a:t>
            </a:r>
            <a:r>
              <a:rPr lang="en-US" sz="2400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alanını</a:t>
            </a:r>
            <a:r>
              <a:rPr lang="en-US" sz="2400" dirty="0"/>
              <a:t> </a:t>
            </a:r>
            <a:r>
              <a:rPr lang="en-US" sz="2400" dirty="0" err="1"/>
              <a:t>bozan</a:t>
            </a:r>
            <a:r>
              <a:rPr lang="en-US" sz="2400" dirty="0"/>
              <a:t> </a:t>
            </a:r>
            <a:r>
              <a:rPr lang="en-US" sz="2400" dirty="0" err="1"/>
              <a:t>çarpıtmaya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uyarıdır</a:t>
            </a:r>
            <a:r>
              <a:rPr lang="en-US" sz="2400" dirty="0"/>
              <a:t>.</a:t>
            </a:r>
          </a:p>
          <a:p>
            <a:r>
              <a:rPr lang="en-US" sz="2400" dirty="0"/>
              <a:t>Hakk = İlahi </a:t>
            </a:r>
            <a:r>
              <a:rPr lang="en-US" sz="2400" dirty="0" err="1"/>
              <a:t>frekans</a:t>
            </a:r>
            <a:endParaRPr lang="en-US" sz="2400" dirty="0"/>
          </a:p>
          <a:p>
            <a:r>
              <a:rPr lang="en-US" sz="2400" dirty="0" err="1"/>
              <a:t>Bâtıl</a:t>
            </a:r>
            <a:r>
              <a:rPr lang="en-US" sz="2400" dirty="0"/>
              <a:t> = </a:t>
            </a:r>
            <a:r>
              <a:rPr lang="en-US" sz="2400" dirty="0" err="1"/>
              <a:t>Düşük</a:t>
            </a:r>
            <a:r>
              <a:rPr lang="en-US" sz="2400" dirty="0"/>
              <a:t> </a:t>
            </a:r>
            <a:r>
              <a:rPr lang="en-US" sz="2400" dirty="0" err="1"/>
              <a:t>titreşimli</a:t>
            </a:r>
            <a:r>
              <a:rPr lang="en-US" sz="2400" dirty="0"/>
              <a:t> </a:t>
            </a:r>
            <a:r>
              <a:rPr lang="en-US" sz="2400" dirty="0" err="1"/>
              <a:t>yanıltıcı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endParaRPr lang="en-US" sz="2400" dirty="0"/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:</a:t>
            </a:r>
          </a:p>
          <a:p>
            <a:r>
              <a:rPr lang="en-US" sz="2400" dirty="0"/>
              <a:t>Sen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biliyorsan</a:t>
            </a:r>
            <a:r>
              <a:rPr lang="en-US" sz="2400" dirty="0"/>
              <a:t> ama </a:t>
            </a:r>
            <a:r>
              <a:rPr lang="en-US" sz="2400" dirty="0" err="1"/>
              <a:t>sessiz</a:t>
            </a:r>
            <a:r>
              <a:rPr lang="en-US" sz="2400" dirty="0"/>
              <a:t> </a:t>
            </a:r>
            <a:r>
              <a:rPr lang="en-US" sz="2400" dirty="0" err="1"/>
              <a:t>kalıyorsan</a:t>
            </a:r>
            <a:r>
              <a:rPr lang="en-US" sz="2400" dirty="0"/>
              <a:t>, </a:t>
            </a:r>
            <a:r>
              <a:rPr lang="en-US" sz="2400" dirty="0" err="1"/>
              <a:t>bu</a:t>
            </a:r>
            <a:r>
              <a:rPr lang="en-US" sz="2400" dirty="0"/>
              <a:t> da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çeşit</a:t>
            </a:r>
            <a:r>
              <a:rPr lang="en-US" sz="2400" dirty="0"/>
              <a:t> </a:t>
            </a:r>
            <a:r>
              <a:rPr lang="en-US" sz="2400" dirty="0" err="1"/>
              <a:t>çarpıtmadır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der ki: “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saklama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sustuğun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, </a:t>
            </a:r>
            <a:r>
              <a:rPr lang="en-US" sz="2400" dirty="0" err="1"/>
              <a:t>sistemde</a:t>
            </a:r>
            <a:r>
              <a:rPr lang="en-US" sz="2400" dirty="0"/>
              <a:t> </a:t>
            </a:r>
            <a:r>
              <a:rPr lang="en-US" sz="2400" dirty="0" err="1"/>
              <a:t>karanlık</a:t>
            </a:r>
            <a:r>
              <a:rPr lang="en-US" sz="2400" dirty="0"/>
              <a:t> </a:t>
            </a:r>
            <a:r>
              <a:rPr lang="en-US" sz="2400" dirty="0" err="1"/>
              <a:t>yaratır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43.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Namazı</a:t>
            </a:r>
            <a:r>
              <a:rPr lang="en-US" sz="2400" dirty="0"/>
              <a:t> </a:t>
            </a:r>
            <a:r>
              <a:rPr lang="en-US" sz="2400" dirty="0" err="1"/>
              <a:t>dosdoğru</a:t>
            </a:r>
            <a:r>
              <a:rPr lang="en-US" sz="2400" dirty="0"/>
              <a:t> </a:t>
            </a:r>
            <a:r>
              <a:rPr lang="en-US" sz="2400" dirty="0" err="1"/>
              <a:t>kılın</a:t>
            </a:r>
            <a:r>
              <a:rPr lang="en-US" sz="2400" dirty="0"/>
              <a:t>, </a:t>
            </a:r>
            <a:r>
              <a:rPr lang="en-US" sz="2400" dirty="0" err="1"/>
              <a:t>zekâtı</a:t>
            </a:r>
            <a:r>
              <a:rPr lang="en-US" sz="2400" dirty="0"/>
              <a:t> </a:t>
            </a:r>
            <a:r>
              <a:rPr lang="en-US" sz="2400" dirty="0" err="1"/>
              <a:t>verin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rüku</a:t>
            </a:r>
            <a:r>
              <a:rPr lang="en-US" sz="2400" dirty="0"/>
              <a:t> </a:t>
            </a:r>
            <a:r>
              <a:rPr lang="en-US" sz="2400" dirty="0" err="1"/>
              <a:t>edenlerle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 </a:t>
            </a:r>
            <a:r>
              <a:rPr lang="en-US" sz="2400" dirty="0" err="1"/>
              <a:t>rüku</a:t>
            </a:r>
            <a:r>
              <a:rPr lang="en-US" sz="2400" dirty="0"/>
              <a:t> </a:t>
            </a:r>
            <a:r>
              <a:rPr lang="en-US" sz="2400" dirty="0" err="1"/>
              <a:t>edin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maddi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emir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görünse</a:t>
            </a:r>
            <a:r>
              <a:rPr lang="en-US" sz="2400" dirty="0"/>
              <a:t> de,</a:t>
            </a:r>
          </a:p>
          <a:p>
            <a:r>
              <a:rPr lang="en-US" sz="2400" dirty="0" err="1"/>
              <a:t>derininde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hizalanması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</a:t>
            </a:r>
          </a:p>
          <a:p>
            <a:r>
              <a:rPr lang="en-US" sz="2400" dirty="0"/>
              <a:t>Namaz = Ruh, </a:t>
            </a:r>
            <a:r>
              <a:rPr lang="en-US" sz="2400" dirty="0" err="1"/>
              <a:t>zihin</a:t>
            </a:r>
            <a:r>
              <a:rPr lang="en-US" sz="2400" dirty="0"/>
              <a:t>, </a:t>
            </a:r>
            <a:r>
              <a:rPr lang="en-US" sz="2400" dirty="0" err="1"/>
              <a:t>beden</a:t>
            </a:r>
            <a:r>
              <a:rPr lang="en-US" sz="2400" dirty="0"/>
              <a:t> </a:t>
            </a:r>
            <a:r>
              <a:rPr lang="en-US" sz="2400" dirty="0" err="1"/>
              <a:t>hizası</a:t>
            </a:r>
            <a:endParaRPr lang="en-US" sz="2400" dirty="0"/>
          </a:p>
          <a:p>
            <a:r>
              <a:rPr lang="en-US" sz="2400" dirty="0" err="1"/>
              <a:t>Zekât</a:t>
            </a:r>
            <a:r>
              <a:rPr lang="en-US" sz="2400" dirty="0"/>
              <a:t> = </a:t>
            </a:r>
            <a:r>
              <a:rPr lang="en-US" sz="2400" dirty="0" err="1"/>
              <a:t>Enerjiyi</a:t>
            </a:r>
            <a:r>
              <a:rPr lang="en-US" sz="2400" dirty="0"/>
              <a:t> </a:t>
            </a:r>
            <a:r>
              <a:rPr lang="en-US" sz="2400" dirty="0" err="1"/>
              <a:t>paylaşma</a:t>
            </a:r>
            <a:endParaRPr lang="en-US" sz="2400" dirty="0"/>
          </a:p>
          <a:p>
            <a:r>
              <a:rPr lang="en-US" sz="2400" dirty="0" err="1"/>
              <a:t>Rükû</a:t>
            </a:r>
            <a:r>
              <a:rPr lang="en-US" sz="2400" dirty="0"/>
              <a:t> = </a:t>
            </a:r>
            <a:r>
              <a:rPr lang="en-US" sz="2400" dirty="0" err="1"/>
              <a:t>Eğilmek</a:t>
            </a:r>
            <a:r>
              <a:rPr lang="en-US" sz="2400" dirty="0"/>
              <a:t>,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“</a:t>
            </a:r>
            <a:r>
              <a:rPr lang="en-US" sz="2400" dirty="0" err="1"/>
              <a:t>toplulukla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 </a:t>
            </a:r>
            <a:r>
              <a:rPr lang="en-US" sz="2400" dirty="0" err="1"/>
              <a:t>hizalan</a:t>
            </a:r>
            <a:r>
              <a:rPr lang="en-US" sz="2400" dirty="0"/>
              <a:t>” </a:t>
            </a:r>
            <a:r>
              <a:rPr lang="en-US" sz="2400" dirty="0" err="1"/>
              <a:t>mesajı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. Tek </a:t>
            </a:r>
            <a:r>
              <a:rPr lang="en-US" sz="2400" dirty="0" err="1"/>
              <a:t>başına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ailesiyle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 </a:t>
            </a:r>
            <a:r>
              <a:rPr lang="en-US" sz="2400" dirty="0" err="1"/>
              <a:t>ritme</a:t>
            </a:r>
            <a:r>
              <a:rPr lang="en-US" sz="2400" dirty="0"/>
              <a:t> </a:t>
            </a:r>
            <a:r>
              <a:rPr lang="en-US" sz="2400" dirty="0" err="1"/>
              <a:t>gir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77843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0B61F86-79B6-AB71-2E02-2BB601BE4E69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44.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İnsanlara</a:t>
            </a:r>
            <a:r>
              <a:rPr lang="en-US" sz="2400" dirty="0"/>
              <a:t> </a:t>
            </a:r>
            <a:r>
              <a:rPr lang="en-US" sz="2400" dirty="0" err="1"/>
              <a:t>iyiliği</a:t>
            </a:r>
            <a:r>
              <a:rPr lang="en-US" sz="2400" dirty="0"/>
              <a:t> </a:t>
            </a:r>
            <a:r>
              <a:rPr lang="en-US" sz="2400" dirty="0" err="1"/>
              <a:t>emredip</a:t>
            </a:r>
            <a:r>
              <a:rPr lang="en-US" sz="2400" dirty="0"/>
              <a:t>, </a:t>
            </a:r>
            <a:r>
              <a:rPr lang="en-US" sz="2400" dirty="0" err="1"/>
              <a:t>kendinizi</a:t>
            </a:r>
            <a:r>
              <a:rPr lang="en-US" sz="2400" dirty="0"/>
              <a:t> </a:t>
            </a:r>
            <a:r>
              <a:rPr lang="en-US" sz="2400" dirty="0" err="1"/>
              <a:t>unutuyor</a:t>
            </a:r>
            <a:r>
              <a:rPr lang="en-US" sz="2400" dirty="0"/>
              <a:t> </a:t>
            </a:r>
            <a:r>
              <a:rPr lang="en-US" sz="2400" dirty="0" err="1"/>
              <a:t>musunuz</a:t>
            </a:r>
            <a:r>
              <a:rPr lang="en-US" sz="2400" dirty="0"/>
              <a:t>? </a:t>
            </a:r>
            <a:r>
              <a:rPr lang="en-US" sz="2400" dirty="0" err="1"/>
              <a:t>Oysa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okuyorsunuz</a:t>
            </a:r>
            <a:r>
              <a:rPr lang="en-US" sz="2400" dirty="0"/>
              <a:t>. </a:t>
            </a:r>
            <a:r>
              <a:rPr lang="en-US" sz="2400" dirty="0" err="1"/>
              <a:t>Aklınızı</a:t>
            </a:r>
            <a:r>
              <a:rPr lang="en-US" sz="2400" dirty="0"/>
              <a:t> </a:t>
            </a:r>
            <a:r>
              <a:rPr lang="en-US" sz="2400" dirty="0" err="1"/>
              <a:t>kullanmıyor</a:t>
            </a:r>
            <a:r>
              <a:rPr lang="en-US" sz="2400" dirty="0"/>
              <a:t> </a:t>
            </a:r>
            <a:r>
              <a:rPr lang="en-US" sz="2400" dirty="0" err="1"/>
              <a:t>musunuz</a:t>
            </a:r>
            <a:r>
              <a:rPr lang="en-US" sz="2400" dirty="0"/>
              <a:t>?”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çarpıcı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ayettir</a:t>
            </a:r>
            <a:r>
              <a:rPr lang="en-US" sz="2400" dirty="0"/>
              <a:t>:</a:t>
            </a:r>
          </a:p>
          <a:p>
            <a:r>
              <a:rPr lang="en-US" sz="2400" dirty="0"/>
              <a:t>Kendi </a:t>
            </a:r>
            <a:r>
              <a:rPr lang="en-US" sz="2400" dirty="0" err="1"/>
              <a:t>içini</a:t>
            </a:r>
            <a:r>
              <a:rPr lang="en-US" sz="2400" dirty="0"/>
              <a:t> </a:t>
            </a:r>
            <a:r>
              <a:rPr lang="en-US" sz="2400" dirty="0" err="1"/>
              <a:t>gözden</a:t>
            </a:r>
            <a:r>
              <a:rPr lang="en-US" sz="2400" dirty="0"/>
              <a:t> </a:t>
            </a:r>
            <a:r>
              <a:rPr lang="en-US" sz="2400" dirty="0" err="1"/>
              <a:t>geçirmeden</a:t>
            </a:r>
            <a:r>
              <a:rPr lang="en-US" sz="2400" dirty="0"/>
              <a:t> </a:t>
            </a:r>
            <a:r>
              <a:rPr lang="en-US" sz="2400" dirty="0" err="1"/>
              <a:t>dışarıya</a:t>
            </a:r>
            <a:r>
              <a:rPr lang="en-US" sz="2400" dirty="0"/>
              <a:t>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tutmaya</a:t>
            </a:r>
            <a:r>
              <a:rPr lang="en-US" sz="2400" dirty="0"/>
              <a:t> </a:t>
            </a:r>
            <a:r>
              <a:rPr lang="en-US" sz="2400" dirty="0" err="1"/>
              <a:t>çalışan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uyarır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der: “</a:t>
            </a:r>
            <a:r>
              <a:rPr lang="en-US" sz="2400" dirty="0" err="1"/>
              <a:t>Öğretmeden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hatırla</a:t>
            </a:r>
            <a:r>
              <a:rPr lang="en-US" sz="2400" dirty="0"/>
              <a:t>. </a:t>
            </a:r>
            <a:r>
              <a:rPr lang="en-US" sz="2400" dirty="0" err="1"/>
              <a:t>Tavsiye</a:t>
            </a:r>
            <a:r>
              <a:rPr lang="en-US" sz="2400" dirty="0"/>
              <a:t> </a:t>
            </a:r>
            <a:r>
              <a:rPr lang="en-US" sz="2400" dirty="0" err="1"/>
              <a:t>vermeden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yaşa</a:t>
            </a:r>
            <a:r>
              <a:rPr lang="en-US" sz="2400" dirty="0"/>
              <a:t>. Sen </a:t>
            </a:r>
            <a:r>
              <a:rPr lang="en-US" sz="2400" dirty="0" err="1"/>
              <a:t>içini</a:t>
            </a:r>
            <a:r>
              <a:rPr lang="en-US" sz="2400" dirty="0"/>
              <a:t> </a:t>
            </a:r>
            <a:r>
              <a:rPr lang="en-US" sz="2400" dirty="0" err="1"/>
              <a:t>düzeltmeden</a:t>
            </a:r>
            <a:r>
              <a:rPr lang="en-US" sz="2400" dirty="0"/>
              <a:t> </a:t>
            </a:r>
            <a:r>
              <a:rPr lang="en-US" sz="2400" dirty="0" err="1"/>
              <a:t>sözlerin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yankı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“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okuyorsunuz</a:t>
            </a:r>
            <a:r>
              <a:rPr lang="en-US" sz="2400" dirty="0"/>
              <a:t>” </a:t>
            </a:r>
            <a:r>
              <a:rPr lang="en-US" sz="2400" dirty="0" err="1"/>
              <a:t>cümlesi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“Sen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biliyorsun</a:t>
            </a:r>
            <a:r>
              <a:rPr lang="en-US" sz="2400" dirty="0"/>
              <a:t>. Ama </a:t>
            </a:r>
            <a:r>
              <a:rPr lang="en-US" sz="2400" dirty="0" err="1"/>
              <a:t>bildiğini</a:t>
            </a:r>
            <a:r>
              <a:rPr lang="en-US" sz="2400" dirty="0"/>
              <a:t> </a:t>
            </a:r>
            <a:r>
              <a:rPr lang="en-US" sz="2400" dirty="0" err="1"/>
              <a:t>yaşamıyorsun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45.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Sabır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namazla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isteyin</a:t>
            </a:r>
            <a:r>
              <a:rPr lang="en-US" sz="2400" dirty="0"/>
              <a:t>. Bu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ağır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;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huşu</a:t>
            </a:r>
            <a:r>
              <a:rPr lang="en-US" sz="2400" dirty="0"/>
              <a:t> </a:t>
            </a:r>
            <a:r>
              <a:rPr lang="en-US" sz="2400" dirty="0" err="1"/>
              <a:t>sahiplerine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.”**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 err="1"/>
              <a:t>Sabır</a:t>
            </a:r>
            <a:r>
              <a:rPr lang="en-US" sz="2400" dirty="0"/>
              <a:t> = </a:t>
            </a:r>
            <a:r>
              <a:rPr lang="en-US" sz="2400" dirty="0" err="1"/>
              <a:t>Zamanla</a:t>
            </a:r>
            <a:r>
              <a:rPr lang="en-US" sz="2400" dirty="0"/>
              <a:t> </a:t>
            </a:r>
            <a:r>
              <a:rPr lang="en-US" sz="2400" dirty="0" err="1"/>
              <a:t>hizalanmak</a:t>
            </a:r>
            <a:endParaRPr lang="en-US" sz="2400" dirty="0"/>
          </a:p>
          <a:p>
            <a:r>
              <a:rPr lang="en-US" sz="2400" dirty="0"/>
              <a:t>Namaz =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hizalanma</a:t>
            </a:r>
            <a:endParaRPr lang="en-US" sz="2400" dirty="0"/>
          </a:p>
          <a:p>
            <a:r>
              <a:rPr lang="en-US" sz="2400" dirty="0" err="1"/>
              <a:t>Huşû</a:t>
            </a:r>
            <a:r>
              <a:rPr lang="en-US" sz="2400" dirty="0"/>
              <a:t> = Derin </a:t>
            </a:r>
            <a:r>
              <a:rPr lang="en-US" sz="2400" dirty="0" err="1"/>
              <a:t>teslimiyet</a:t>
            </a:r>
            <a:r>
              <a:rPr lang="en-US" sz="2400" dirty="0"/>
              <a:t>,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eğilmek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der: “Zor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taşıyamazsın</a:t>
            </a:r>
            <a:r>
              <a:rPr lang="en-US" sz="2400" dirty="0"/>
              <a:t> </a:t>
            </a:r>
            <a:r>
              <a:rPr lang="en-US" sz="2400" dirty="0" err="1"/>
              <a:t>sanma</a:t>
            </a:r>
            <a:r>
              <a:rPr lang="en-US" sz="2400" dirty="0"/>
              <a:t>.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huşû</a:t>
            </a:r>
            <a:r>
              <a:rPr lang="en-US" sz="2400" dirty="0"/>
              <a:t> </a:t>
            </a:r>
            <a:r>
              <a:rPr lang="en-US" sz="2400" dirty="0" err="1"/>
              <a:t>içindeysen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yük</a:t>
            </a:r>
            <a:r>
              <a:rPr lang="en-US" sz="2400" dirty="0"/>
              <a:t> bile sana </a:t>
            </a:r>
            <a:r>
              <a:rPr lang="en-US" sz="2400" dirty="0" err="1"/>
              <a:t>hafif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da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yasası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Frekansına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yükün</a:t>
            </a:r>
            <a:r>
              <a:rPr lang="en-US" sz="2400" dirty="0"/>
              <a:t> </a:t>
            </a:r>
            <a:r>
              <a:rPr lang="en-US" sz="2400" dirty="0" err="1"/>
              <a:t>hafif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ağır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77105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AB33B0B-26E7-D2FE-5EAD-1162658ED23B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46. </a:t>
            </a:r>
            <a:r>
              <a:rPr lang="en-US" sz="2400" b="1" dirty="0" err="1"/>
              <a:t>Ayet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Onlar</a:t>
            </a:r>
            <a:r>
              <a:rPr lang="en-US" sz="2400" dirty="0"/>
              <a:t>, </a:t>
            </a:r>
            <a:r>
              <a:rPr lang="en-US" sz="2400" dirty="0" err="1"/>
              <a:t>Rablerine</a:t>
            </a:r>
            <a:r>
              <a:rPr lang="en-US" sz="2400" dirty="0"/>
              <a:t> </a:t>
            </a:r>
            <a:r>
              <a:rPr lang="en-US" sz="2400" dirty="0" err="1"/>
              <a:t>kavuşacaklarını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döneceklerini</a:t>
            </a:r>
            <a:r>
              <a:rPr lang="en-US" sz="2400" dirty="0"/>
              <a:t> </a:t>
            </a:r>
            <a:r>
              <a:rPr lang="en-US" sz="2400" dirty="0" err="1"/>
              <a:t>bilirler</a:t>
            </a:r>
            <a:r>
              <a:rPr lang="en-US" sz="2400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farkındalıktır.Gerçek</a:t>
            </a:r>
            <a:r>
              <a:rPr lang="en-US" sz="2400" dirty="0"/>
              <a:t> </a:t>
            </a:r>
            <a:r>
              <a:rPr lang="en-US" sz="2400" dirty="0" err="1"/>
              <a:t>huşû</a:t>
            </a:r>
            <a:r>
              <a:rPr lang="en-US" sz="2400" dirty="0"/>
              <a:t>, </a:t>
            </a:r>
            <a:r>
              <a:rPr lang="en-US" sz="2400" dirty="0" err="1"/>
              <a:t>ölümden</a:t>
            </a:r>
            <a:r>
              <a:rPr lang="en-US" sz="2400" dirty="0"/>
              <a:t> </a:t>
            </a:r>
            <a:r>
              <a:rPr lang="en-US" sz="2400" dirty="0" err="1"/>
              <a:t>değilbirliğe</a:t>
            </a:r>
            <a:r>
              <a:rPr lang="en-US" sz="2400" dirty="0"/>
              <a:t> </a:t>
            </a:r>
            <a:r>
              <a:rPr lang="en-US" sz="2400" dirty="0" err="1"/>
              <a:t>dönüşten</a:t>
            </a:r>
            <a:r>
              <a:rPr lang="en-US" sz="2400" dirty="0"/>
              <a:t> </a:t>
            </a:r>
            <a:r>
              <a:rPr lang="en-US" sz="2400" dirty="0" err="1"/>
              <a:t>doğar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dünyada</a:t>
            </a:r>
            <a:r>
              <a:rPr lang="en-US" sz="2400" dirty="0"/>
              <a:t> </a:t>
            </a:r>
            <a:r>
              <a:rPr lang="en-US" sz="2400" dirty="0" err="1"/>
              <a:t>kaybolmazsın</a:t>
            </a:r>
            <a:r>
              <a:rPr lang="en-US" sz="2400" dirty="0"/>
              <a:t>,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bilirsin</a:t>
            </a:r>
            <a:r>
              <a:rPr lang="en-US" sz="2400" dirty="0"/>
              <a:t>: “Ben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gün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döneceğim</a:t>
            </a:r>
            <a:r>
              <a:rPr lang="en-US" sz="2400" dirty="0"/>
              <a:t>.”Bu, </a:t>
            </a:r>
            <a:r>
              <a:rPr lang="en-US" sz="2400" dirty="0" err="1"/>
              <a:t>hatırlayan</a:t>
            </a:r>
            <a:r>
              <a:rPr lang="en-US" sz="2400" dirty="0"/>
              <a:t> </a:t>
            </a:r>
            <a:r>
              <a:rPr lang="en-US" sz="2400" dirty="0" err="1"/>
              <a:t>bilincin</a:t>
            </a:r>
            <a:r>
              <a:rPr lang="en-US" sz="2400" dirty="0"/>
              <a:t> </a:t>
            </a:r>
            <a:r>
              <a:rPr lang="en-US" sz="2400" dirty="0" err="1"/>
              <a:t>sükûnetidir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, sana der ki: İlahi </a:t>
            </a:r>
            <a:r>
              <a:rPr lang="en-US" sz="2400" dirty="0" err="1"/>
              <a:t>bilgi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seçti</a:t>
            </a:r>
            <a:r>
              <a:rPr lang="en-US" sz="2400" dirty="0"/>
              <a:t> 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neyle</a:t>
            </a:r>
            <a:r>
              <a:rPr lang="en-US" sz="2400" dirty="0"/>
              <a:t> takas </a:t>
            </a:r>
            <a:r>
              <a:rPr lang="en-US" sz="2400" dirty="0" err="1"/>
              <a:t>ediyorsun</a:t>
            </a:r>
            <a:r>
              <a:rPr lang="en-US" sz="2400" dirty="0"/>
              <a:t>? </a:t>
            </a:r>
          </a:p>
          <a:p>
            <a:r>
              <a:rPr lang="en-US" sz="2400" dirty="0" err="1"/>
              <a:t>Yaşıyor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söylüyor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hatırla</a:t>
            </a:r>
            <a:r>
              <a:rPr lang="en-US" sz="2400" dirty="0"/>
              <a:t>: Sen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döneceksin</a:t>
            </a:r>
            <a:r>
              <a:rPr lang="en-US" sz="2400" dirty="0"/>
              <a:t>. O zaman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yolda</a:t>
            </a:r>
            <a:r>
              <a:rPr lang="en-US" sz="2400" dirty="0"/>
              <a:t> </a:t>
            </a:r>
            <a:r>
              <a:rPr lang="en-US" sz="2400" dirty="0" err="1"/>
              <a:t>eğrilik</a:t>
            </a:r>
            <a:r>
              <a:rPr lang="en-US" sz="2400" dirty="0"/>
              <a:t> </a:t>
            </a:r>
            <a:r>
              <a:rPr lang="en-US" sz="2400" dirty="0" err="1"/>
              <a:t>niye</a:t>
            </a:r>
            <a:r>
              <a:rPr lang="en-US" sz="2400" dirty="0"/>
              <a:t>? </a:t>
            </a:r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47–51</a:t>
            </a:r>
            <a:endParaRPr lang="tr-TR" sz="2400" b="1" dirty="0"/>
          </a:p>
          <a:p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Mucizeyi</a:t>
            </a:r>
            <a:r>
              <a:rPr lang="en-US" sz="2400" dirty="0"/>
              <a:t> Gören Ama </a:t>
            </a:r>
            <a:r>
              <a:rPr lang="en-US" sz="2400" dirty="0" err="1"/>
              <a:t>Hatırlamayı</a:t>
            </a:r>
            <a:r>
              <a:rPr lang="en-US" sz="2400" dirty="0"/>
              <a:t> </a:t>
            </a:r>
            <a:r>
              <a:rPr lang="en-US" sz="2400" dirty="0" err="1"/>
              <a:t>Bırakan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/>
              <a:t>— </a:t>
            </a:r>
            <a:r>
              <a:rPr lang="en-US" sz="2400" dirty="0" err="1"/>
              <a:t>Görmek</a:t>
            </a:r>
            <a:r>
              <a:rPr lang="en-US" sz="2400" dirty="0"/>
              <a:t>, Her Zaman </a:t>
            </a:r>
            <a:r>
              <a:rPr lang="en-US" sz="2400" dirty="0" err="1"/>
              <a:t>Anlamak</a:t>
            </a:r>
            <a:r>
              <a:rPr lang="en-US" sz="2400" dirty="0"/>
              <a:t> Demek </a:t>
            </a:r>
            <a:r>
              <a:rPr lang="en-US" sz="2400" dirty="0" err="1"/>
              <a:t>Değildir</a:t>
            </a:r>
            <a:r>
              <a:rPr lang="en-US" sz="2400" dirty="0"/>
              <a:t>. </a:t>
            </a:r>
            <a:endParaRPr lang="tr-TR" sz="2400" dirty="0"/>
          </a:p>
          <a:p>
            <a:r>
              <a:rPr lang="en-US" sz="2400" b="1" dirty="0"/>
              <a:t>47.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“Ey </a:t>
            </a:r>
            <a:r>
              <a:rPr lang="en-US" sz="2400" dirty="0" err="1"/>
              <a:t>İsrailoğulları</a:t>
            </a:r>
            <a:r>
              <a:rPr lang="en-US" sz="2400" dirty="0"/>
              <a:t>! Size </a:t>
            </a:r>
            <a:r>
              <a:rPr lang="en-US" sz="2400" dirty="0" err="1"/>
              <a:t>verdiğim</a:t>
            </a:r>
            <a:r>
              <a:rPr lang="en-US" sz="2400" dirty="0"/>
              <a:t> </a:t>
            </a:r>
            <a:r>
              <a:rPr lang="en-US" sz="2400" dirty="0" err="1"/>
              <a:t>nimeti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âlemlere</a:t>
            </a:r>
            <a:r>
              <a:rPr lang="en-US" sz="2400" dirty="0"/>
              <a:t> </a:t>
            </a:r>
            <a:r>
              <a:rPr lang="en-US" sz="2400" dirty="0" err="1"/>
              <a:t>üstün</a:t>
            </a:r>
            <a:r>
              <a:rPr lang="en-US" sz="2400" dirty="0"/>
              <a:t> </a:t>
            </a:r>
            <a:r>
              <a:rPr lang="en-US" sz="2400" dirty="0" err="1"/>
              <a:t>kıldığımı</a:t>
            </a:r>
            <a:r>
              <a:rPr lang="en-US" sz="2400" dirty="0"/>
              <a:t> </a:t>
            </a:r>
            <a:r>
              <a:rPr lang="en-US" sz="2400" dirty="0" err="1"/>
              <a:t>hatırlayın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hatırlatma</a:t>
            </a:r>
            <a:r>
              <a:rPr lang="en-US" sz="2400" dirty="0"/>
              <a:t> </a:t>
            </a:r>
            <a:r>
              <a:rPr lang="en-US" sz="2400" dirty="0" err="1"/>
              <a:t>var:“Sen</a:t>
            </a:r>
            <a:r>
              <a:rPr lang="en-US" sz="2400" dirty="0"/>
              <a:t> </a:t>
            </a:r>
            <a:r>
              <a:rPr lang="en-US" sz="2400" dirty="0" err="1"/>
              <a:t>seçildin</a:t>
            </a:r>
            <a:r>
              <a:rPr lang="en-US" sz="2400" dirty="0"/>
              <a:t>. Sana </a:t>
            </a:r>
            <a:r>
              <a:rPr lang="en-US" sz="2400" dirty="0" err="1"/>
              <a:t>bilgi</a:t>
            </a:r>
            <a:r>
              <a:rPr lang="en-US" sz="2400" dirty="0"/>
              <a:t> </a:t>
            </a:r>
            <a:r>
              <a:rPr lang="en-US" sz="2400" dirty="0" err="1"/>
              <a:t>verildi</a:t>
            </a:r>
            <a:r>
              <a:rPr lang="en-US" sz="2400" dirty="0"/>
              <a:t>.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taşıyamadın</a:t>
            </a:r>
            <a:r>
              <a:rPr lang="en-US" sz="2400" dirty="0"/>
              <a:t>.” “</a:t>
            </a:r>
            <a:r>
              <a:rPr lang="en-US" sz="2400" dirty="0" err="1"/>
              <a:t>Âlemlere</a:t>
            </a:r>
            <a:r>
              <a:rPr lang="en-US" sz="2400" dirty="0"/>
              <a:t> </a:t>
            </a:r>
            <a:r>
              <a:rPr lang="en-US" sz="2400" dirty="0" err="1"/>
              <a:t>üstün</a:t>
            </a:r>
            <a:r>
              <a:rPr lang="en-US" sz="2400" dirty="0"/>
              <a:t> </a:t>
            </a:r>
            <a:r>
              <a:rPr lang="en-US" sz="2400" dirty="0" err="1"/>
              <a:t>kılmak</a:t>
            </a:r>
            <a:r>
              <a:rPr lang="en-US" sz="2400" dirty="0"/>
              <a:t>” </a:t>
            </a:r>
            <a:r>
              <a:rPr lang="en-US" sz="2400" dirty="0" err="1"/>
              <a:t>demek,sadece</a:t>
            </a:r>
            <a:r>
              <a:rPr lang="en-US" sz="2400" dirty="0"/>
              <a:t> </a:t>
            </a:r>
            <a:r>
              <a:rPr lang="en-US" sz="2400" dirty="0" err="1"/>
              <a:t>konum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– </a:t>
            </a:r>
            <a:r>
              <a:rPr lang="en-US" sz="2400" dirty="0" err="1"/>
              <a:t>bilinçsel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görev.Yani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parça</a:t>
            </a:r>
            <a:r>
              <a:rPr lang="en-US" sz="2400" dirty="0"/>
              <a:t>,“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biliyor</a:t>
            </a:r>
            <a:r>
              <a:rPr lang="en-US" sz="2400" dirty="0"/>
              <a:t>” ama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uygulamıyor</a:t>
            </a:r>
            <a:r>
              <a:rPr lang="tr-TR" sz="2400" dirty="0"/>
              <a:t>.</a:t>
            </a:r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“</a:t>
            </a:r>
            <a:r>
              <a:rPr lang="en-US" sz="2400" dirty="0" err="1"/>
              <a:t>Bildiğini</a:t>
            </a:r>
            <a:r>
              <a:rPr lang="en-US" sz="2400" dirty="0"/>
              <a:t> </a:t>
            </a:r>
            <a:r>
              <a:rPr lang="en-US" sz="2400" dirty="0" err="1"/>
              <a:t>unutup</a:t>
            </a:r>
            <a:r>
              <a:rPr lang="en-US" sz="2400" dirty="0"/>
              <a:t> ne </a:t>
            </a:r>
            <a:r>
              <a:rPr lang="en-US" sz="2400" dirty="0" err="1"/>
              <a:t>yaptın</a:t>
            </a:r>
            <a:r>
              <a:rPr lang="en-US" sz="2400" dirty="0"/>
              <a:t>? Ne zaman </a:t>
            </a:r>
            <a:r>
              <a:rPr lang="en-US" sz="2400" dirty="0" err="1"/>
              <a:t>görmeyi</a:t>
            </a:r>
            <a:r>
              <a:rPr lang="en-US" sz="2400" dirty="0"/>
              <a:t> </a:t>
            </a:r>
            <a:r>
              <a:rPr lang="en-US" sz="2400" dirty="0" err="1"/>
              <a:t>bırakıp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bakmaya</a:t>
            </a:r>
            <a:r>
              <a:rPr lang="en-US" sz="2400" dirty="0"/>
              <a:t> </a:t>
            </a:r>
            <a:r>
              <a:rPr lang="en-US" sz="2400" dirty="0" err="1"/>
              <a:t>başladın</a:t>
            </a:r>
            <a:r>
              <a:rPr lang="en-US" sz="2400" dirty="0"/>
              <a:t>?”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069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7C1424C-96FA-357C-4B8D-64D40196321B}"/>
              </a:ext>
            </a:extLst>
          </p:cNvPr>
          <p:cNvSpPr txBox="1"/>
          <p:nvPr/>
        </p:nvSpPr>
        <p:spPr>
          <a:xfrm>
            <a:off x="0" y="0"/>
            <a:ext cx="6858000" cy="1191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48.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Hiç</a:t>
            </a:r>
            <a:r>
              <a:rPr lang="en-US" sz="2400" dirty="0"/>
              <a:t> </a:t>
            </a:r>
            <a:r>
              <a:rPr lang="en-US" sz="2400" dirty="0" err="1"/>
              <a:t>kimsenin</a:t>
            </a:r>
            <a:r>
              <a:rPr lang="en-US" sz="2400" dirty="0"/>
              <a:t> </a:t>
            </a:r>
            <a:r>
              <a:rPr lang="en-US" sz="2400" dirty="0" err="1"/>
              <a:t>kimseye</a:t>
            </a:r>
            <a:r>
              <a:rPr lang="en-US" sz="2400" dirty="0"/>
              <a:t> </a:t>
            </a:r>
            <a:r>
              <a:rPr lang="en-US" sz="2400" dirty="0" err="1"/>
              <a:t>faydasının</a:t>
            </a:r>
            <a:r>
              <a:rPr lang="en-US" sz="2400" dirty="0"/>
              <a:t> </a:t>
            </a:r>
            <a:r>
              <a:rPr lang="en-US" sz="2400" dirty="0" err="1"/>
              <a:t>olmayacağı</a:t>
            </a:r>
            <a:r>
              <a:rPr lang="en-US" sz="2400" dirty="0"/>
              <a:t>, </a:t>
            </a:r>
            <a:r>
              <a:rPr lang="en-US" sz="2400" dirty="0" err="1"/>
              <a:t>kimseden</a:t>
            </a:r>
            <a:r>
              <a:rPr lang="en-US" sz="2400" dirty="0"/>
              <a:t> </a:t>
            </a:r>
            <a:r>
              <a:rPr lang="en-US" sz="2400" dirty="0" err="1"/>
              <a:t>şefaatin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edilmeyeceği</a:t>
            </a:r>
            <a:r>
              <a:rPr lang="en-US" sz="2400" dirty="0"/>
              <a:t>, </a:t>
            </a:r>
            <a:r>
              <a:rPr lang="en-US" sz="2400" dirty="0" err="1"/>
              <a:t>fidyenin</a:t>
            </a:r>
            <a:r>
              <a:rPr lang="en-US" sz="2400" dirty="0"/>
              <a:t> </a:t>
            </a:r>
            <a:r>
              <a:rPr lang="en-US" sz="2400" dirty="0" err="1"/>
              <a:t>alınmayacağı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kimseye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edilmeyeceği</a:t>
            </a:r>
            <a:r>
              <a:rPr lang="en-US" sz="2400" dirty="0"/>
              <a:t> </a:t>
            </a:r>
            <a:r>
              <a:rPr lang="en-US" sz="2400" dirty="0" err="1"/>
              <a:t>günden</a:t>
            </a:r>
            <a:r>
              <a:rPr lang="en-US" sz="2400" dirty="0"/>
              <a:t> </a:t>
            </a:r>
            <a:r>
              <a:rPr lang="en-US" sz="2400" dirty="0" err="1"/>
              <a:t>sakının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“</a:t>
            </a:r>
            <a:r>
              <a:rPr lang="en-US" sz="2400" dirty="0" err="1"/>
              <a:t>hesap</a:t>
            </a:r>
            <a:r>
              <a:rPr lang="en-US" sz="2400" dirty="0"/>
              <a:t> </a:t>
            </a:r>
            <a:r>
              <a:rPr lang="en-US" sz="2400" dirty="0" err="1"/>
              <a:t>günü</a:t>
            </a:r>
            <a:r>
              <a:rPr lang="en-US" sz="2400" dirty="0"/>
              <a:t>”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görünse</a:t>
            </a:r>
            <a:r>
              <a:rPr lang="en-US" sz="2400" dirty="0"/>
              <a:t> de,</a:t>
            </a:r>
          </a:p>
          <a:p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düzeyde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der:“O</a:t>
            </a:r>
            <a:r>
              <a:rPr lang="en-US" sz="2400" dirty="0"/>
              <a:t> an </a:t>
            </a:r>
            <a:r>
              <a:rPr lang="en-US" sz="2400" dirty="0" err="1"/>
              <a:t>gelir</a:t>
            </a:r>
            <a:r>
              <a:rPr lang="en-US" sz="2400" dirty="0"/>
              <a:t> ki, </a:t>
            </a:r>
            <a:r>
              <a:rPr lang="en-US" sz="2400" dirty="0" err="1"/>
              <a:t>kimse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hatırlayamaz</a:t>
            </a:r>
            <a:r>
              <a:rPr lang="en-US" sz="2400" dirty="0"/>
              <a:t>.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sorumluluk</a:t>
            </a:r>
            <a:r>
              <a:rPr lang="en-US" sz="2400" dirty="0"/>
              <a:t> </a:t>
            </a:r>
            <a:r>
              <a:rPr lang="en-US" sz="2400" dirty="0" err="1"/>
              <a:t>bireyseldir</a:t>
            </a:r>
            <a:r>
              <a:rPr lang="en-US" sz="2400" dirty="0"/>
              <a:t>. Ne </a:t>
            </a:r>
            <a:r>
              <a:rPr lang="en-US" sz="2400" dirty="0" err="1"/>
              <a:t>annen</a:t>
            </a:r>
            <a:r>
              <a:rPr lang="en-US" sz="2400" dirty="0"/>
              <a:t>, ne </a:t>
            </a:r>
            <a:r>
              <a:rPr lang="en-US" sz="2400" dirty="0" err="1"/>
              <a:t>hocan</a:t>
            </a:r>
            <a:r>
              <a:rPr lang="en-US" sz="2400" dirty="0"/>
              <a:t>, ne </a:t>
            </a:r>
            <a:r>
              <a:rPr lang="en-US" sz="2400" dirty="0" err="1"/>
              <a:t>sistem</a:t>
            </a:r>
            <a:r>
              <a:rPr lang="en-US" sz="2400" dirty="0"/>
              <a:t>… </a:t>
            </a:r>
            <a:r>
              <a:rPr lang="en-US" sz="2400" dirty="0" err="1"/>
              <a:t>Hiçbiri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fark </a:t>
            </a:r>
            <a:r>
              <a:rPr lang="en-US" sz="2400" dirty="0" err="1"/>
              <a:t>edemez</a:t>
            </a:r>
            <a:r>
              <a:rPr lang="en-US" sz="2400" dirty="0"/>
              <a:t>.” Bu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özgürleştirir</a:t>
            </a:r>
            <a:r>
              <a:rPr lang="en-US" sz="2400" dirty="0"/>
              <a:t>:“Senin </a:t>
            </a:r>
            <a:r>
              <a:rPr lang="en-US" sz="2400" dirty="0" err="1"/>
              <a:t>uyanışın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sana </a:t>
            </a:r>
            <a:r>
              <a:rPr lang="en-US" sz="2400" dirty="0" err="1"/>
              <a:t>aittir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kıymetlidir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49.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Firavun</a:t>
            </a:r>
            <a:r>
              <a:rPr lang="en-US" sz="2400" dirty="0"/>
              <a:t> </a:t>
            </a:r>
            <a:r>
              <a:rPr lang="en-US" sz="2400" dirty="0" err="1"/>
              <a:t>ailesinden</a:t>
            </a:r>
            <a:r>
              <a:rPr lang="en-US" sz="2400" dirty="0"/>
              <a:t> </a:t>
            </a:r>
            <a:r>
              <a:rPr lang="en-US" sz="2400" dirty="0" err="1"/>
              <a:t>kurtarmıştık</a:t>
            </a:r>
            <a:r>
              <a:rPr lang="en-US" sz="2400" dirty="0"/>
              <a:t>. </a:t>
            </a:r>
            <a:r>
              <a:rPr lang="en-US" sz="2400" dirty="0" err="1"/>
              <a:t>Onlar</a:t>
            </a:r>
            <a:r>
              <a:rPr lang="en-US" sz="2400" dirty="0"/>
              <a:t> size </a:t>
            </a:r>
            <a:r>
              <a:rPr lang="en-US" sz="2400" dirty="0" err="1"/>
              <a:t>azap</a:t>
            </a:r>
            <a:r>
              <a:rPr lang="en-US" sz="2400" dirty="0"/>
              <a:t> </a:t>
            </a:r>
            <a:r>
              <a:rPr lang="en-US" sz="2400" dirty="0" err="1"/>
              <a:t>ediyordu</a:t>
            </a:r>
            <a:r>
              <a:rPr lang="en-US" sz="2400" dirty="0"/>
              <a:t>: Erkek </a:t>
            </a:r>
            <a:r>
              <a:rPr lang="en-US" sz="2400" dirty="0" err="1"/>
              <a:t>çocuklarınızı</a:t>
            </a:r>
            <a:r>
              <a:rPr lang="en-US" sz="2400" dirty="0"/>
              <a:t> </a:t>
            </a:r>
            <a:r>
              <a:rPr lang="en-US" sz="2400" dirty="0" err="1"/>
              <a:t>boğazlıyor</a:t>
            </a:r>
            <a:r>
              <a:rPr lang="en-US" sz="2400" dirty="0"/>
              <a:t>, </a:t>
            </a:r>
            <a:r>
              <a:rPr lang="en-US" sz="2400" dirty="0" err="1"/>
              <a:t>kadınlarınızı</a:t>
            </a:r>
            <a:r>
              <a:rPr lang="en-US" sz="2400" dirty="0"/>
              <a:t> </a:t>
            </a:r>
            <a:r>
              <a:rPr lang="en-US" sz="2400" dirty="0" err="1"/>
              <a:t>sağ</a:t>
            </a:r>
            <a:r>
              <a:rPr lang="en-US" sz="2400" dirty="0"/>
              <a:t> </a:t>
            </a:r>
            <a:r>
              <a:rPr lang="en-US" sz="2400" dirty="0" err="1"/>
              <a:t>bırakıyorlardı</a:t>
            </a:r>
            <a:r>
              <a:rPr lang="en-US" sz="2400" dirty="0"/>
              <a:t>. Bunda </a:t>
            </a:r>
            <a:r>
              <a:rPr lang="en-US" sz="2400" dirty="0" err="1"/>
              <a:t>sizin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Rabbinizden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imtihan</a:t>
            </a:r>
            <a:r>
              <a:rPr lang="en-US" sz="2400" dirty="0"/>
              <a:t> </a:t>
            </a:r>
            <a:r>
              <a:rPr lang="en-US" sz="2400" dirty="0" err="1"/>
              <a:t>vardı</a:t>
            </a:r>
            <a:r>
              <a:rPr lang="en-US" sz="2400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Firavun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kral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Egonun</a:t>
            </a:r>
            <a:r>
              <a:rPr lang="en-US" sz="2400" dirty="0"/>
              <a:t> ta </a:t>
            </a:r>
            <a:r>
              <a:rPr lang="en-US" sz="2400" dirty="0" err="1"/>
              <a:t>kendisidir</a:t>
            </a:r>
            <a:r>
              <a:rPr lang="en-US" sz="2400" dirty="0"/>
              <a:t>.</a:t>
            </a:r>
          </a:p>
          <a:p>
            <a:r>
              <a:rPr lang="en-US" sz="2400" dirty="0"/>
              <a:t>Eril </a:t>
            </a:r>
            <a:r>
              <a:rPr lang="en-US" sz="2400" dirty="0" err="1"/>
              <a:t>çocukları</a:t>
            </a:r>
            <a:r>
              <a:rPr lang="en-US" sz="2400" dirty="0"/>
              <a:t> </a:t>
            </a:r>
            <a:r>
              <a:rPr lang="en-US" sz="2400" dirty="0" err="1"/>
              <a:t>öldürmek</a:t>
            </a:r>
            <a:r>
              <a:rPr lang="en-US" sz="2400" dirty="0"/>
              <a:t> =</a:t>
            </a:r>
          </a:p>
          <a:p>
            <a:r>
              <a:rPr lang="en-US" sz="2400" dirty="0" err="1"/>
              <a:t>Bilinçli</a:t>
            </a:r>
            <a:r>
              <a:rPr lang="en-US" sz="2400" dirty="0"/>
              <a:t>, </a:t>
            </a:r>
            <a:r>
              <a:rPr lang="en-US" sz="2400" dirty="0" err="1"/>
              <a:t>aktif</a:t>
            </a:r>
            <a:r>
              <a:rPr lang="en-US" sz="2400" dirty="0"/>
              <a:t>, </a:t>
            </a:r>
            <a:r>
              <a:rPr lang="en-US" sz="2400" dirty="0" err="1"/>
              <a:t>sorgulayan</a:t>
            </a:r>
            <a:r>
              <a:rPr lang="en-US" sz="2400" dirty="0"/>
              <a:t> </a:t>
            </a:r>
            <a:r>
              <a:rPr lang="en-US" sz="2400" dirty="0" err="1"/>
              <a:t>ruhu</a:t>
            </a:r>
            <a:r>
              <a:rPr lang="en-US" sz="2400" dirty="0"/>
              <a:t> </a:t>
            </a:r>
            <a:r>
              <a:rPr lang="en-US" sz="2400" dirty="0" err="1"/>
              <a:t>bastırmak</a:t>
            </a:r>
            <a:endParaRPr lang="en-US" sz="2400" dirty="0"/>
          </a:p>
          <a:p>
            <a:r>
              <a:rPr lang="en-US" sz="2400" dirty="0" err="1"/>
              <a:t>Kadınları</a:t>
            </a:r>
            <a:r>
              <a:rPr lang="en-US" sz="2400" dirty="0"/>
              <a:t> </a:t>
            </a:r>
            <a:r>
              <a:rPr lang="en-US" sz="2400" dirty="0" err="1"/>
              <a:t>sağ</a:t>
            </a:r>
            <a:r>
              <a:rPr lang="en-US" sz="2400" dirty="0"/>
              <a:t> </a:t>
            </a:r>
            <a:r>
              <a:rPr lang="en-US" sz="2400" dirty="0" err="1"/>
              <a:t>bırakmak</a:t>
            </a:r>
            <a:r>
              <a:rPr lang="en-US" sz="2400" dirty="0"/>
              <a:t> =</a:t>
            </a:r>
          </a:p>
          <a:p>
            <a:r>
              <a:rPr lang="en-US" sz="2400" dirty="0"/>
              <a:t>Pasif, </a:t>
            </a:r>
            <a:r>
              <a:rPr lang="en-US" sz="2400" dirty="0" err="1"/>
              <a:t>itaat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yönü</a:t>
            </a:r>
            <a:r>
              <a:rPr lang="en-US" sz="2400" dirty="0"/>
              <a:t> </a:t>
            </a:r>
            <a:r>
              <a:rPr lang="en-US" sz="2400" dirty="0" err="1"/>
              <a:t>ayakta</a:t>
            </a:r>
            <a:r>
              <a:rPr lang="en-US" sz="2400" dirty="0"/>
              <a:t> </a:t>
            </a:r>
            <a:r>
              <a:rPr lang="en-US" sz="2400" dirty="0" err="1"/>
              <a:t>tutmak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:</a:t>
            </a:r>
          </a:p>
          <a:p>
            <a:r>
              <a:rPr lang="en-US" sz="2400" dirty="0"/>
              <a:t>“Senin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yaratıcı</a:t>
            </a:r>
            <a:r>
              <a:rPr lang="en-US" sz="2400" dirty="0"/>
              <a:t> </a:t>
            </a:r>
            <a:r>
              <a:rPr lang="en-US" sz="2400" dirty="0" err="1"/>
              <a:t>enerjiyi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susturmak</a:t>
            </a:r>
            <a:r>
              <a:rPr lang="en-US" sz="2400" dirty="0"/>
              <a:t> </a:t>
            </a:r>
            <a:r>
              <a:rPr lang="en-US" sz="2400" dirty="0" err="1"/>
              <a:t>istedi</a:t>
            </a:r>
            <a:r>
              <a:rPr lang="en-US" sz="2400" dirty="0"/>
              <a:t>.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de </a:t>
            </a:r>
            <a:r>
              <a:rPr lang="en-US" sz="2400" dirty="0" err="1"/>
              <a:t>dirildin</a:t>
            </a:r>
            <a:r>
              <a:rPr lang="en-US" sz="2400" dirty="0"/>
              <a:t>.” 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bu</a:t>
            </a:r>
            <a:r>
              <a:rPr lang="en-US" sz="2400" dirty="0"/>
              <a:t> da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hatırlama</a:t>
            </a:r>
            <a:r>
              <a:rPr lang="en-US" sz="2400" dirty="0"/>
              <a:t> </a:t>
            </a:r>
            <a:r>
              <a:rPr lang="en-US" sz="2400" dirty="0" err="1"/>
              <a:t>sınavıydı</a:t>
            </a:r>
            <a:r>
              <a:rPr lang="en-US" sz="2400" dirty="0"/>
              <a:t>. 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9247149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2873B44-B2E8-D02F-6BF9-C9EC9915E624}"/>
              </a:ext>
            </a:extLst>
          </p:cNvPr>
          <p:cNvSpPr txBox="1"/>
          <p:nvPr/>
        </p:nvSpPr>
        <p:spPr>
          <a:xfrm>
            <a:off x="0" y="0"/>
            <a:ext cx="6858000" cy="991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50.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Denizi</a:t>
            </a:r>
            <a:r>
              <a:rPr lang="en-US" sz="2000" dirty="0"/>
              <a:t> </a:t>
            </a:r>
            <a:r>
              <a:rPr lang="en-US" sz="2000" dirty="0" err="1"/>
              <a:t>sizin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yarmıştık</a:t>
            </a:r>
            <a:r>
              <a:rPr lang="en-US" sz="2000" dirty="0"/>
              <a:t>. </a:t>
            </a:r>
            <a:r>
              <a:rPr lang="en-US" sz="2000" dirty="0" err="1"/>
              <a:t>Sizi</a:t>
            </a:r>
            <a:r>
              <a:rPr lang="en-US" sz="2000" dirty="0"/>
              <a:t> </a:t>
            </a:r>
            <a:r>
              <a:rPr lang="en-US" sz="2000" dirty="0" err="1"/>
              <a:t>kurtarıp</a:t>
            </a:r>
            <a:r>
              <a:rPr lang="en-US" sz="2000" dirty="0"/>
              <a:t>, </a:t>
            </a:r>
            <a:r>
              <a:rPr lang="en-US" sz="2000" dirty="0" err="1"/>
              <a:t>Firavun</a:t>
            </a:r>
            <a:r>
              <a:rPr lang="en-US" sz="2000" dirty="0"/>
              <a:t> </a:t>
            </a:r>
            <a:r>
              <a:rPr lang="en-US" sz="2000" dirty="0" err="1"/>
              <a:t>ailesini</a:t>
            </a:r>
            <a:r>
              <a:rPr lang="en-US" sz="2000" dirty="0"/>
              <a:t> </a:t>
            </a:r>
            <a:r>
              <a:rPr lang="en-US" sz="2000" dirty="0" err="1"/>
              <a:t>gözünüzün</a:t>
            </a:r>
            <a:r>
              <a:rPr lang="en-US" sz="2000" dirty="0"/>
              <a:t> </a:t>
            </a:r>
            <a:r>
              <a:rPr lang="en-US" sz="2000" dirty="0" err="1"/>
              <a:t>önünde</a:t>
            </a:r>
            <a:r>
              <a:rPr lang="en-US" sz="2000" dirty="0"/>
              <a:t> </a:t>
            </a:r>
            <a:r>
              <a:rPr lang="en-US" sz="2000" dirty="0" err="1"/>
              <a:t>boğmuştuk</a:t>
            </a:r>
            <a:r>
              <a:rPr lang="en-US" sz="2000" dirty="0"/>
              <a:t>.”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mucizelerden</a:t>
            </a:r>
            <a:r>
              <a:rPr lang="en-US" sz="2000" dirty="0"/>
              <a:t> </a:t>
            </a:r>
            <a:r>
              <a:rPr lang="en-US" sz="2000" dirty="0" err="1"/>
              <a:t>biri:İçsel</a:t>
            </a:r>
            <a:r>
              <a:rPr lang="en-US" sz="2000" dirty="0"/>
              <a:t> </a:t>
            </a:r>
            <a:r>
              <a:rPr lang="en-US" sz="2000" dirty="0" err="1"/>
              <a:t>denizin</a:t>
            </a:r>
            <a:r>
              <a:rPr lang="en-US" sz="2000" dirty="0"/>
              <a:t> </a:t>
            </a:r>
            <a:r>
              <a:rPr lang="en-US" sz="2000" dirty="0" err="1"/>
              <a:t>yarılması</a:t>
            </a:r>
            <a:r>
              <a:rPr lang="en-US" sz="2000" dirty="0"/>
              <a:t>.</a:t>
            </a:r>
          </a:p>
          <a:p>
            <a:r>
              <a:rPr lang="en-US" sz="2000" dirty="0"/>
              <a:t>Deniz = </a:t>
            </a:r>
            <a:r>
              <a:rPr lang="en-US" sz="2000" dirty="0" err="1"/>
              <a:t>Bilinçaltı</a:t>
            </a:r>
            <a:endParaRPr lang="en-US" sz="2000" dirty="0"/>
          </a:p>
          <a:p>
            <a:r>
              <a:rPr lang="en-US" sz="2000" dirty="0" err="1"/>
              <a:t>Yarılmak</a:t>
            </a:r>
            <a:r>
              <a:rPr lang="en-US" sz="2000" dirty="0"/>
              <a:t> = </a:t>
            </a:r>
            <a:r>
              <a:rPr lang="en-US" sz="2000" dirty="0" err="1"/>
              <a:t>Bilinçaltının</a:t>
            </a:r>
            <a:r>
              <a:rPr lang="en-US" sz="2000" dirty="0"/>
              <a:t> </a:t>
            </a:r>
            <a:r>
              <a:rPr lang="en-US" sz="2000" dirty="0" err="1"/>
              <a:t>açılması</a:t>
            </a:r>
            <a:r>
              <a:rPr lang="en-US" sz="2000" dirty="0"/>
              <a:t>, </a:t>
            </a:r>
            <a:r>
              <a:rPr lang="en-US" sz="2000" dirty="0" err="1"/>
              <a:t>geçiş</a:t>
            </a:r>
            <a:r>
              <a:rPr lang="en-US" sz="2000" dirty="0"/>
              <a:t> </a:t>
            </a:r>
            <a:r>
              <a:rPr lang="en-US" sz="2000" dirty="0" err="1"/>
              <a:t>kapısı</a:t>
            </a:r>
            <a:endParaRPr lang="en-US" sz="2000" dirty="0"/>
          </a:p>
          <a:p>
            <a:r>
              <a:rPr lang="en-US" sz="2000" dirty="0" err="1"/>
              <a:t>Firavunun</a:t>
            </a:r>
            <a:r>
              <a:rPr lang="en-US" sz="2000" dirty="0"/>
              <a:t> </a:t>
            </a:r>
            <a:r>
              <a:rPr lang="en-US" sz="2000" dirty="0" err="1"/>
              <a:t>boğulması</a:t>
            </a:r>
            <a:r>
              <a:rPr lang="en-US" sz="2000" dirty="0"/>
              <a:t> = </a:t>
            </a:r>
            <a:r>
              <a:rPr lang="en-US" sz="2000" dirty="0" err="1"/>
              <a:t>Egonun</a:t>
            </a:r>
            <a:r>
              <a:rPr lang="en-US" sz="2000" dirty="0"/>
              <a:t> </a:t>
            </a:r>
            <a:r>
              <a:rPr lang="en-US" sz="2000" dirty="0" err="1"/>
              <a:t>çöküşü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 sana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yolculuğunu</a:t>
            </a:r>
            <a:r>
              <a:rPr lang="en-US" sz="2000" dirty="0"/>
              <a:t> </a:t>
            </a:r>
            <a:r>
              <a:rPr lang="en-US" sz="2000" dirty="0" err="1"/>
              <a:t>hatırlatır</a:t>
            </a:r>
            <a:r>
              <a:rPr lang="en-US" sz="2000" dirty="0"/>
              <a:t>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gün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denizi</a:t>
            </a:r>
            <a:r>
              <a:rPr lang="en-US" sz="2000" dirty="0"/>
              <a:t> </a:t>
            </a:r>
            <a:r>
              <a:rPr lang="en-US" sz="2000" dirty="0" err="1"/>
              <a:t>yardın</a:t>
            </a:r>
            <a:r>
              <a:rPr lang="en-US" sz="2000" dirty="0"/>
              <a:t>. Egon </a:t>
            </a:r>
            <a:r>
              <a:rPr lang="en-US" sz="2000" dirty="0" err="1"/>
              <a:t>boğuldu</a:t>
            </a:r>
            <a:r>
              <a:rPr lang="en-US" sz="2000" dirty="0"/>
              <a:t>. Ve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yeniden</a:t>
            </a:r>
            <a:r>
              <a:rPr lang="en-US" sz="2000" dirty="0"/>
              <a:t> </a:t>
            </a:r>
            <a:r>
              <a:rPr lang="en-US" sz="2000" dirty="0" err="1"/>
              <a:t>doğdun</a:t>
            </a:r>
            <a:r>
              <a:rPr lang="en-US" sz="2000" dirty="0"/>
              <a:t>.” </a:t>
            </a:r>
          </a:p>
          <a:p>
            <a:r>
              <a:rPr lang="en-US" sz="2000" dirty="0"/>
              <a:t>Ama </a:t>
            </a:r>
            <a:r>
              <a:rPr lang="en-US" sz="2000" dirty="0" err="1"/>
              <a:t>işte</a:t>
            </a:r>
            <a:r>
              <a:rPr lang="en-US" sz="2000" dirty="0"/>
              <a:t> </a:t>
            </a:r>
            <a:r>
              <a:rPr lang="en-US" sz="2000" dirty="0" err="1"/>
              <a:t>mesele</a:t>
            </a:r>
            <a:r>
              <a:rPr lang="en-US" sz="2000" dirty="0"/>
              <a:t> </a:t>
            </a:r>
            <a:r>
              <a:rPr lang="en-US" sz="2000" dirty="0" err="1"/>
              <a:t>şu</a:t>
            </a:r>
            <a:r>
              <a:rPr lang="en-US" sz="2000" dirty="0"/>
              <a:t>:“Sonra </a:t>
            </a:r>
            <a:r>
              <a:rPr lang="en-US" sz="2000" dirty="0" err="1"/>
              <a:t>unuttun</a:t>
            </a:r>
            <a:r>
              <a:rPr lang="en-US" sz="2000" dirty="0"/>
              <a:t>.” </a:t>
            </a:r>
            <a:r>
              <a:rPr lang="en-US" sz="2000" dirty="0" err="1"/>
              <a:t>Hatırlamak</a:t>
            </a:r>
            <a:r>
              <a:rPr lang="en-US" sz="2000" dirty="0"/>
              <a:t> </a:t>
            </a:r>
            <a:r>
              <a:rPr lang="en-US" sz="2000" dirty="0" err="1"/>
              <a:t>mucizeydi</a:t>
            </a:r>
            <a:r>
              <a:rPr lang="en-US" sz="2000" dirty="0"/>
              <a:t>, ama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taşımak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mucize</a:t>
            </a:r>
            <a:r>
              <a:rPr lang="en-US" sz="2000" dirty="0"/>
              <a:t> </a:t>
            </a:r>
            <a:r>
              <a:rPr lang="en-US" sz="2000" dirty="0" err="1"/>
              <a:t>olurdu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51.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“Musa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kırk</a:t>
            </a:r>
            <a:r>
              <a:rPr lang="en-US" sz="2000" dirty="0"/>
              <a:t> </a:t>
            </a:r>
            <a:r>
              <a:rPr lang="en-US" sz="2000" dirty="0" err="1"/>
              <a:t>gece</a:t>
            </a:r>
            <a:r>
              <a:rPr lang="en-US" sz="2000" dirty="0"/>
              <a:t> </a:t>
            </a:r>
            <a:r>
              <a:rPr lang="en-US" sz="2000" dirty="0" err="1"/>
              <a:t>buluştuğumuzda</a:t>
            </a:r>
            <a:r>
              <a:rPr lang="en-US" sz="2000" dirty="0"/>
              <a:t>, </a:t>
            </a:r>
            <a:r>
              <a:rPr lang="en-US" sz="2000" dirty="0" err="1"/>
              <a:t>siz</a:t>
            </a:r>
            <a:r>
              <a:rPr lang="en-US" sz="2000" dirty="0"/>
              <a:t> </a:t>
            </a:r>
            <a:r>
              <a:rPr lang="en-US" sz="2000" dirty="0" err="1"/>
              <a:t>onun</a:t>
            </a:r>
            <a:r>
              <a:rPr lang="en-US" sz="2000" dirty="0"/>
              <a:t> </a:t>
            </a:r>
            <a:r>
              <a:rPr lang="en-US" sz="2000" dirty="0" err="1"/>
              <a:t>ardından</a:t>
            </a:r>
            <a:r>
              <a:rPr lang="en-US" sz="2000" dirty="0"/>
              <a:t> </a:t>
            </a:r>
            <a:r>
              <a:rPr lang="en-US" sz="2000" dirty="0" err="1"/>
              <a:t>buzağıyı</a:t>
            </a:r>
            <a:r>
              <a:rPr lang="en-US" sz="2000" dirty="0"/>
              <a:t> </a:t>
            </a:r>
            <a:r>
              <a:rPr lang="en-US" sz="2000" dirty="0" err="1"/>
              <a:t>tanrı</a:t>
            </a:r>
            <a:r>
              <a:rPr lang="en-US" sz="2000" dirty="0"/>
              <a:t> </a:t>
            </a:r>
            <a:r>
              <a:rPr lang="en-US" sz="2000" dirty="0" err="1"/>
              <a:t>edindiniz</a:t>
            </a:r>
            <a:r>
              <a:rPr lang="en-US" sz="2000" dirty="0"/>
              <a:t>. </a:t>
            </a:r>
            <a:r>
              <a:rPr lang="en-US" sz="2000" dirty="0" err="1"/>
              <a:t>Oysa</a:t>
            </a:r>
            <a:r>
              <a:rPr lang="en-US" sz="2000" dirty="0"/>
              <a:t> </a:t>
            </a:r>
            <a:r>
              <a:rPr lang="en-US" sz="2000" dirty="0" err="1"/>
              <a:t>siz</a:t>
            </a:r>
            <a:r>
              <a:rPr lang="en-US" sz="2000" dirty="0"/>
              <a:t> </a:t>
            </a:r>
            <a:r>
              <a:rPr lang="en-US" sz="2000" dirty="0" err="1"/>
              <a:t>zalimlik</a:t>
            </a:r>
            <a:r>
              <a:rPr lang="en-US" sz="2000" dirty="0"/>
              <a:t> </a:t>
            </a:r>
            <a:r>
              <a:rPr lang="en-US" sz="2000" dirty="0" err="1"/>
              <a:t>etmiştiniz</a:t>
            </a:r>
            <a:r>
              <a:rPr lang="en-US" sz="2000" dirty="0"/>
              <a:t>.”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</a:t>
            </a:r>
          </a:p>
          <a:p>
            <a:r>
              <a:rPr lang="en-US" sz="2000" dirty="0" err="1"/>
              <a:t>hakikatin</a:t>
            </a:r>
            <a:r>
              <a:rPr lang="en-US" sz="2000" dirty="0"/>
              <a:t> </a:t>
            </a:r>
            <a:r>
              <a:rPr lang="en-US" sz="2000" dirty="0" err="1"/>
              <a:t>kaynağını</a:t>
            </a:r>
            <a:r>
              <a:rPr lang="en-US" sz="2000" dirty="0"/>
              <a:t> </a:t>
            </a:r>
            <a:r>
              <a:rPr lang="en-US" sz="2000" dirty="0" err="1"/>
              <a:t>beklerken</a:t>
            </a:r>
            <a:r>
              <a:rPr lang="en-US" sz="2000" dirty="0"/>
              <a:t> </a:t>
            </a:r>
            <a:r>
              <a:rPr lang="en-US" sz="2000" dirty="0" err="1"/>
              <a:t>sabredemeyen</a:t>
            </a:r>
            <a:r>
              <a:rPr lang="en-US" sz="2000" dirty="0"/>
              <a:t> </a:t>
            </a:r>
            <a:r>
              <a:rPr lang="en-US" sz="2000" dirty="0" err="1"/>
              <a:t>zihni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Kırk</a:t>
            </a:r>
            <a:r>
              <a:rPr lang="en-US" sz="2000" dirty="0"/>
              <a:t> </a:t>
            </a:r>
            <a:r>
              <a:rPr lang="en-US" sz="2000" dirty="0" err="1"/>
              <a:t>gece</a:t>
            </a:r>
            <a:r>
              <a:rPr lang="en-US" sz="2000" dirty="0"/>
              <a:t> = </a:t>
            </a:r>
            <a:r>
              <a:rPr lang="en-US" sz="2000" dirty="0" err="1"/>
              <a:t>İçsel</a:t>
            </a:r>
            <a:r>
              <a:rPr lang="en-US" sz="2000" dirty="0"/>
              <a:t> </a:t>
            </a:r>
            <a:r>
              <a:rPr lang="en-US" sz="2000" dirty="0" err="1"/>
              <a:t>arınma</a:t>
            </a:r>
            <a:r>
              <a:rPr lang="en-US" sz="2000" dirty="0"/>
              <a:t>, </a:t>
            </a:r>
            <a:r>
              <a:rPr lang="en-US" sz="2000" dirty="0" err="1"/>
              <a:t>tamamlanma</a:t>
            </a:r>
            <a:endParaRPr lang="en-US" sz="2000" dirty="0"/>
          </a:p>
          <a:p>
            <a:r>
              <a:rPr lang="en-US" sz="2000" dirty="0"/>
              <a:t>Musa = </a:t>
            </a:r>
            <a:r>
              <a:rPr lang="en-US" sz="2000" dirty="0" err="1"/>
              <a:t>Bilinçli</a:t>
            </a:r>
            <a:r>
              <a:rPr lang="en-US" sz="2000" dirty="0"/>
              <a:t> </a:t>
            </a:r>
            <a:r>
              <a:rPr lang="en-US" sz="2000" dirty="0" err="1"/>
              <a:t>rehber</a:t>
            </a:r>
            <a:endParaRPr lang="en-US" sz="2000" dirty="0"/>
          </a:p>
          <a:p>
            <a:r>
              <a:rPr lang="en-US" sz="2000" dirty="0" err="1"/>
              <a:t>Buzağı</a:t>
            </a:r>
            <a:r>
              <a:rPr lang="en-US" sz="2000" dirty="0"/>
              <a:t> = Maddi </a:t>
            </a:r>
            <a:r>
              <a:rPr lang="en-US" sz="2000" dirty="0" err="1"/>
              <a:t>sembollere</a:t>
            </a:r>
            <a:r>
              <a:rPr lang="en-US" sz="2000" dirty="0"/>
              <a:t> </a:t>
            </a:r>
            <a:r>
              <a:rPr lang="en-US" sz="2000" dirty="0" err="1"/>
              <a:t>tapınma</a:t>
            </a:r>
            <a:r>
              <a:rPr lang="en-US" sz="2000" dirty="0"/>
              <a:t>,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kaybı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 err="1"/>
              <a:t>Hakikatin</a:t>
            </a:r>
            <a:r>
              <a:rPr lang="en-US" sz="2000" dirty="0"/>
              <a:t> </a:t>
            </a:r>
            <a:r>
              <a:rPr lang="en-US" sz="2000" dirty="0" err="1"/>
              <a:t>ışığını</a:t>
            </a:r>
            <a:r>
              <a:rPr lang="en-US" sz="2000" dirty="0"/>
              <a:t> </a:t>
            </a:r>
            <a:r>
              <a:rPr lang="en-US" sz="2000" dirty="0" err="1"/>
              <a:t>beklemek</a:t>
            </a:r>
            <a:r>
              <a:rPr lang="en-US" sz="2000" dirty="0"/>
              <a:t> </a:t>
            </a:r>
            <a:r>
              <a:rPr lang="en-US" sz="2000" dirty="0" err="1"/>
              <a:t>sabır</a:t>
            </a:r>
            <a:r>
              <a:rPr lang="en-US" sz="2000" dirty="0"/>
              <a:t> </a:t>
            </a:r>
            <a:r>
              <a:rPr lang="en-US" sz="2000" dirty="0" err="1"/>
              <a:t>ister</a:t>
            </a:r>
            <a:r>
              <a:rPr lang="en-US" sz="2000" dirty="0"/>
              <a:t>. Ama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içini</a:t>
            </a:r>
            <a:r>
              <a:rPr lang="en-US" sz="2000" dirty="0"/>
              <a:t> </a:t>
            </a:r>
            <a:r>
              <a:rPr lang="en-US" sz="2000" dirty="0" err="1"/>
              <a:t>doldurmuyorsan</a:t>
            </a:r>
            <a:r>
              <a:rPr lang="en-US" sz="2000" dirty="0"/>
              <a:t>, </a:t>
            </a:r>
            <a:r>
              <a:rPr lang="en-US" sz="2000" dirty="0" err="1"/>
              <a:t>dışarıdan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her </a:t>
            </a:r>
            <a:r>
              <a:rPr lang="en-US" sz="2000" dirty="0" err="1"/>
              <a:t>ışık</a:t>
            </a:r>
            <a:r>
              <a:rPr lang="en-US" sz="2000" dirty="0"/>
              <a:t> </a:t>
            </a:r>
            <a:r>
              <a:rPr lang="en-US" sz="2000" dirty="0" err="1"/>
              <a:t>kandil</a:t>
            </a:r>
            <a:r>
              <a:rPr lang="en-US" sz="2000" dirty="0"/>
              <a:t> </a:t>
            </a:r>
            <a:r>
              <a:rPr lang="en-US" sz="2000" dirty="0" err="1"/>
              <a:t>olur</a:t>
            </a:r>
            <a:r>
              <a:rPr lang="en-US" sz="2000" dirty="0"/>
              <a:t> </a:t>
            </a:r>
            <a:r>
              <a:rPr lang="en-US" sz="2000" dirty="0" err="1"/>
              <a:t>sanırsın</a:t>
            </a:r>
            <a:r>
              <a:rPr lang="en-US" sz="2000" dirty="0"/>
              <a:t>. 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fısıldar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ışık</a:t>
            </a:r>
            <a:r>
              <a:rPr lang="en-US" sz="2000" dirty="0"/>
              <a:t> </a:t>
            </a:r>
            <a:r>
              <a:rPr lang="en-US" sz="2000" dirty="0" err="1"/>
              <a:t>içinden</a:t>
            </a:r>
            <a:r>
              <a:rPr lang="en-US" sz="2000" dirty="0"/>
              <a:t> </a:t>
            </a:r>
            <a:r>
              <a:rPr lang="en-US" sz="2000" dirty="0" err="1"/>
              <a:t>doğar</a:t>
            </a:r>
            <a:r>
              <a:rPr lang="en-US" sz="2000" dirty="0"/>
              <a:t>. Musa </a:t>
            </a:r>
            <a:r>
              <a:rPr lang="en-US" sz="2000" dirty="0" err="1"/>
              <a:t>geri</a:t>
            </a:r>
            <a:r>
              <a:rPr lang="en-US" sz="2000" dirty="0"/>
              <a:t> </a:t>
            </a:r>
            <a:r>
              <a:rPr lang="en-US" sz="2000" dirty="0" err="1"/>
              <a:t>dönecektir</a:t>
            </a:r>
            <a:r>
              <a:rPr lang="en-US" sz="2000" dirty="0"/>
              <a:t> ama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içini</a:t>
            </a:r>
            <a:r>
              <a:rPr lang="en-US" sz="2000" dirty="0"/>
              <a:t> </a:t>
            </a:r>
            <a:r>
              <a:rPr lang="en-US" sz="2000" dirty="0" err="1"/>
              <a:t>boş</a:t>
            </a:r>
            <a:r>
              <a:rPr lang="en-US" sz="2000" dirty="0"/>
              <a:t> </a:t>
            </a:r>
            <a:r>
              <a:rPr lang="en-US" sz="2000" dirty="0" err="1"/>
              <a:t>bırakırsan</a:t>
            </a:r>
            <a:r>
              <a:rPr lang="en-US" sz="2000" dirty="0"/>
              <a:t>, </a:t>
            </a:r>
            <a:r>
              <a:rPr lang="en-US" sz="2000" dirty="0" err="1"/>
              <a:t>buzağıyı</a:t>
            </a:r>
            <a:r>
              <a:rPr lang="en-US" sz="2000" dirty="0"/>
              <a:t> </a:t>
            </a:r>
            <a:r>
              <a:rPr lang="en-US" sz="2000" dirty="0" err="1"/>
              <a:t>Tanrı</a:t>
            </a:r>
            <a:r>
              <a:rPr lang="en-US" sz="2000" dirty="0"/>
              <a:t> </a:t>
            </a:r>
            <a:r>
              <a:rPr lang="en-US" sz="2000" dirty="0" err="1"/>
              <a:t>sanarsın</a:t>
            </a:r>
            <a:r>
              <a:rPr lang="en-US" sz="2000" dirty="0"/>
              <a:t>.” </a:t>
            </a:r>
            <a:endParaRPr lang="en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794549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6962DD5-985D-EA8F-6E91-DF67AB0E4037}"/>
              </a:ext>
            </a:extLst>
          </p:cNvPr>
          <p:cNvSpPr txBox="1"/>
          <p:nvPr/>
        </p:nvSpPr>
        <p:spPr>
          <a:xfrm>
            <a:off x="0" y="0"/>
            <a:ext cx="675513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kez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uyarır</a:t>
            </a:r>
            <a:r>
              <a:rPr lang="en-US" sz="2400" dirty="0"/>
              <a:t>: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temas</a:t>
            </a:r>
            <a:r>
              <a:rPr lang="en-US" sz="2400" dirty="0"/>
              <a:t> </a:t>
            </a:r>
            <a:r>
              <a:rPr lang="en-US" sz="2400" dirty="0" err="1"/>
              <a:t>ettin</a:t>
            </a:r>
            <a:r>
              <a:rPr lang="en-US" sz="2400" dirty="0"/>
              <a:t> ama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taşıyamadın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? </a:t>
            </a:r>
          </a:p>
          <a:p>
            <a:r>
              <a:rPr lang="en-US" sz="2400" dirty="0"/>
              <a:t>Egon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ele</a:t>
            </a:r>
            <a:r>
              <a:rPr lang="en-US" sz="2400" dirty="0"/>
              <a:t> </a:t>
            </a:r>
            <a:r>
              <a:rPr lang="en-US" sz="2400" dirty="0" err="1"/>
              <a:t>geçirince</a:t>
            </a:r>
            <a:r>
              <a:rPr lang="en-US" sz="2400" dirty="0"/>
              <a:t> </a:t>
            </a:r>
            <a:r>
              <a:rPr lang="en-US" sz="2400" dirty="0" err="1"/>
              <a:t>özünü</a:t>
            </a:r>
            <a:r>
              <a:rPr lang="en-US" sz="2400" dirty="0"/>
              <a:t> </a:t>
            </a:r>
            <a:r>
              <a:rPr lang="en-US" sz="2400" dirty="0" err="1"/>
              <a:t>unuttun</a:t>
            </a:r>
            <a:r>
              <a:rPr lang="en-US" sz="2400" dirty="0"/>
              <a:t> mu? </a:t>
            </a:r>
          </a:p>
          <a:p>
            <a:r>
              <a:rPr lang="en-US" sz="2400" dirty="0"/>
              <a:t>Mucizeleri </a:t>
            </a:r>
            <a:r>
              <a:rPr lang="en-US" sz="2400" dirty="0" err="1"/>
              <a:t>gördün</a:t>
            </a:r>
            <a:r>
              <a:rPr lang="en-US" sz="2400" dirty="0"/>
              <a:t> ama </a:t>
            </a:r>
            <a:r>
              <a:rPr lang="en-US" sz="2400" dirty="0" err="1"/>
              <a:t>sabırsızlandın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? </a:t>
            </a:r>
          </a:p>
          <a:p>
            <a:br>
              <a:rPr lang="en-US" sz="2400" b="1" dirty="0"/>
            </a:br>
            <a:r>
              <a:rPr lang="en-US" sz="2400" b="1" dirty="0" err="1"/>
              <a:t>Hatırla</a:t>
            </a:r>
            <a:r>
              <a:rPr lang="en-US" sz="2400" b="1" dirty="0"/>
              <a:t>: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görmek</a:t>
            </a:r>
            <a:r>
              <a:rPr lang="en-US" sz="2400" dirty="0"/>
              <a:t> </a:t>
            </a:r>
            <a:r>
              <a:rPr lang="en-US" sz="2400" dirty="0" err="1"/>
              <a:t>yetmez</a:t>
            </a:r>
            <a:r>
              <a:rPr lang="en-US" sz="2400" dirty="0"/>
              <a:t>… </a:t>
            </a:r>
            <a:r>
              <a:rPr lang="en-US" sz="2400" dirty="0" err="1"/>
              <a:t>Görülenin</a:t>
            </a:r>
            <a:r>
              <a:rPr lang="en-US" sz="2400" dirty="0"/>
              <a:t>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geçmek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52–57</a:t>
            </a:r>
            <a:br>
              <a:rPr lang="tr-TR" sz="2400" b="1" dirty="0"/>
            </a:b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Unutsan</a:t>
            </a:r>
            <a:r>
              <a:rPr lang="en-US" sz="2400" dirty="0"/>
              <a:t> da </a:t>
            </a:r>
            <a:r>
              <a:rPr lang="en-US" sz="2400" dirty="0" err="1"/>
              <a:t>Affedildin</a:t>
            </a:r>
            <a:r>
              <a:rPr lang="en-US" sz="2400" dirty="0"/>
              <a:t> – 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Hatırla</a:t>
            </a:r>
            <a:r>
              <a:rPr lang="en-US" sz="2400" dirty="0"/>
              <a:t>”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 </a:t>
            </a:r>
            <a:r>
              <a:rPr lang="en-US" sz="2400" dirty="0" err="1"/>
              <a:t>Merhametin</a:t>
            </a:r>
            <a:r>
              <a:rPr lang="en-US" sz="2400" dirty="0"/>
              <a:t> </a:t>
            </a:r>
            <a:r>
              <a:rPr lang="en-US" sz="2400" dirty="0" err="1"/>
              <a:t>Sürekli</a:t>
            </a:r>
            <a:r>
              <a:rPr lang="en-US" sz="2400" dirty="0"/>
              <a:t> Açık Olan </a:t>
            </a:r>
            <a:r>
              <a:rPr lang="en-US" sz="2400" dirty="0" err="1"/>
              <a:t>Kapısı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r>
              <a:rPr lang="en-US" sz="2400" dirty="0"/>
              <a:t>Bu,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aşk</a:t>
            </a:r>
            <a:r>
              <a:rPr lang="en-US" sz="2400" dirty="0"/>
              <a:t> </a:t>
            </a:r>
            <a:r>
              <a:rPr lang="en-US" sz="2400" dirty="0" err="1"/>
              <a:t>hikâyesidir</a:t>
            </a:r>
            <a:r>
              <a:rPr lang="en-US" sz="2400" dirty="0"/>
              <a:t> </a:t>
            </a:r>
            <a:r>
              <a:rPr lang="en-US" sz="2400" dirty="0" err="1"/>
              <a:t>aslında:Unutan</a:t>
            </a:r>
            <a:r>
              <a:rPr lang="en-US" sz="2400" dirty="0"/>
              <a:t> </a:t>
            </a:r>
            <a:r>
              <a:rPr lang="en-US" sz="2400" dirty="0" err="1"/>
              <a:t>kul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vazgeçmeyen</a:t>
            </a:r>
            <a:r>
              <a:rPr lang="en-US" sz="2400" dirty="0"/>
              <a:t> </a:t>
            </a:r>
            <a:r>
              <a:rPr lang="en-US" sz="2400" dirty="0" err="1"/>
              <a:t>Yaradan</a:t>
            </a:r>
            <a:r>
              <a:rPr lang="en-US" sz="2400" dirty="0"/>
              <a:t> </a:t>
            </a:r>
            <a:r>
              <a:rPr lang="en-US" sz="2400" dirty="0" err="1"/>
              <a:t>arasında</a:t>
            </a:r>
            <a:r>
              <a:rPr lang="en-US" sz="2400" dirty="0"/>
              <a:t> </a:t>
            </a:r>
            <a:r>
              <a:rPr lang="en-US" sz="2400" dirty="0" err="1"/>
              <a:t>geçen</a:t>
            </a:r>
            <a:r>
              <a:rPr lang="en-US" sz="2400" dirty="0"/>
              <a:t>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dönüş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Her </a:t>
            </a:r>
            <a:r>
              <a:rPr lang="en-US" sz="2400" dirty="0" err="1"/>
              <a:t>ayet</a:t>
            </a:r>
            <a:r>
              <a:rPr lang="en-US" sz="2400" dirty="0"/>
              <a:t>, “Ben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affediyorum</a:t>
            </a:r>
            <a:r>
              <a:rPr lang="en-US" sz="2400" dirty="0"/>
              <a:t>, </a:t>
            </a:r>
            <a:r>
              <a:rPr lang="en-US" sz="2400" dirty="0" err="1"/>
              <a:t>yeter</a:t>
            </a:r>
            <a:r>
              <a:rPr lang="en-US" sz="2400" dirty="0"/>
              <a:t> ki </a:t>
            </a:r>
            <a:r>
              <a:rPr lang="en-US" sz="2400" dirty="0" err="1"/>
              <a:t>hatırla</a:t>
            </a:r>
            <a:r>
              <a:rPr lang="en-US" sz="2400" dirty="0"/>
              <a:t>” der.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52.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Bütün</a:t>
            </a:r>
            <a:r>
              <a:rPr lang="en-US" sz="2400" dirty="0"/>
              <a:t> </a:t>
            </a:r>
            <a:r>
              <a:rPr lang="en-US" sz="2400" dirty="0" err="1"/>
              <a:t>bunlardan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affettik</a:t>
            </a:r>
            <a:r>
              <a:rPr lang="en-US" sz="2400" dirty="0"/>
              <a:t> ki </a:t>
            </a:r>
            <a:r>
              <a:rPr lang="en-US" sz="2400" dirty="0" err="1"/>
              <a:t>şükredesiniz</a:t>
            </a:r>
            <a:r>
              <a:rPr lang="en-US" sz="2400" dirty="0"/>
              <a:t>.”*</a:t>
            </a:r>
          </a:p>
          <a:p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güçlü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frekanstır:Hatalarına</a:t>
            </a:r>
            <a:r>
              <a:rPr lang="en-US" sz="2400" dirty="0"/>
              <a:t> </a:t>
            </a:r>
            <a:r>
              <a:rPr lang="en-US" sz="2400" dirty="0" err="1"/>
              <a:t>rağmen</a:t>
            </a:r>
            <a:r>
              <a:rPr lang="en-US" sz="2400" dirty="0"/>
              <a:t> </a:t>
            </a:r>
            <a:r>
              <a:rPr lang="en-US" sz="2400" dirty="0" err="1"/>
              <a:t>af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af</a:t>
            </a:r>
            <a:r>
              <a:rPr lang="en-US" sz="2400" dirty="0"/>
              <a:t> </a:t>
            </a:r>
            <a:r>
              <a:rPr lang="en-US" sz="2400" dirty="0" err="1"/>
              <a:t>sayesinde</a:t>
            </a:r>
            <a:r>
              <a:rPr lang="en-US" sz="2400" dirty="0"/>
              <a:t> </a:t>
            </a:r>
            <a:r>
              <a:rPr lang="en-US" sz="2400" dirty="0" err="1"/>
              <a:t>farkındalık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sana </a:t>
            </a:r>
            <a:r>
              <a:rPr lang="en-US" sz="2400" b="1" dirty="0" err="1"/>
              <a:t>şunu</a:t>
            </a:r>
            <a:r>
              <a:rPr lang="en-US" sz="2400" b="1" dirty="0"/>
              <a:t> </a:t>
            </a:r>
            <a:r>
              <a:rPr lang="en-US" sz="2400" b="1" dirty="0" err="1"/>
              <a:t>fısıldar</a:t>
            </a:r>
            <a:r>
              <a:rPr lang="en-US" sz="2400" b="1" dirty="0"/>
              <a:t>:</a:t>
            </a:r>
          </a:p>
          <a:p>
            <a:r>
              <a:rPr lang="en-US" sz="2400" dirty="0"/>
              <a:t>“Ben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olduğun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sende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bildiğim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affediyorum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özün</a:t>
            </a:r>
            <a:r>
              <a:rPr lang="en-US" sz="2400" dirty="0"/>
              <a:t> </a:t>
            </a:r>
            <a:r>
              <a:rPr lang="en-US" sz="2400" dirty="0" err="1"/>
              <a:t>temiz</a:t>
            </a:r>
            <a:r>
              <a:rPr lang="en-US" sz="2400" dirty="0"/>
              <a:t>. Sen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unuttun</a:t>
            </a:r>
            <a:r>
              <a:rPr lang="en-US" sz="2400" dirty="0"/>
              <a:t>. Ve ben, </a:t>
            </a:r>
            <a:r>
              <a:rPr lang="en-US" sz="2400" dirty="0" err="1"/>
              <a:t>hatırlamanı</a:t>
            </a:r>
            <a:r>
              <a:rPr lang="en-US" sz="2400" dirty="0"/>
              <a:t> </a:t>
            </a:r>
            <a:r>
              <a:rPr lang="en-US" sz="2400" dirty="0" err="1"/>
              <a:t>bekliyorum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48575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F90FB95-C7C2-8867-983A-87FD3FF7C9B7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Musa’ya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hak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batılı</a:t>
            </a:r>
            <a:r>
              <a:rPr lang="en-US" sz="2400" dirty="0"/>
              <a:t> </a:t>
            </a:r>
            <a:r>
              <a:rPr lang="en-US" sz="2400" dirty="0" err="1"/>
              <a:t>ayıran</a:t>
            </a:r>
            <a:r>
              <a:rPr lang="en-US" sz="2400" dirty="0"/>
              <a:t> </a:t>
            </a:r>
            <a:r>
              <a:rPr lang="en-US" sz="2400" dirty="0" err="1"/>
              <a:t>ölçüyü</a:t>
            </a:r>
            <a:r>
              <a:rPr lang="en-US" sz="2400" dirty="0"/>
              <a:t> </a:t>
            </a:r>
            <a:r>
              <a:rPr lang="en-US" sz="2400" dirty="0" err="1"/>
              <a:t>verdik</a:t>
            </a:r>
            <a:r>
              <a:rPr lang="en-US" sz="2400" dirty="0"/>
              <a:t> ki </a:t>
            </a:r>
            <a:r>
              <a:rPr lang="en-US" sz="2400" dirty="0" err="1"/>
              <a:t>doğru</a:t>
            </a:r>
            <a:r>
              <a:rPr lang="en-US" sz="2400" dirty="0"/>
              <a:t> </a:t>
            </a:r>
            <a:r>
              <a:rPr lang="en-US" sz="2400" dirty="0" err="1"/>
              <a:t>yolu</a:t>
            </a:r>
            <a:r>
              <a:rPr lang="en-US" sz="2400" dirty="0"/>
              <a:t> </a:t>
            </a:r>
            <a:r>
              <a:rPr lang="en-US" sz="2400" dirty="0" err="1"/>
              <a:t>bulasınız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Kitap = Bilgi, </a:t>
            </a:r>
            <a:r>
              <a:rPr lang="en-US" sz="2400" dirty="0" err="1"/>
              <a:t>vahiy</a:t>
            </a:r>
            <a:endParaRPr lang="en-US" sz="2400" dirty="0"/>
          </a:p>
          <a:p>
            <a:r>
              <a:rPr lang="en-US" sz="2400" dirty="0"/>
              <a:t>Furkan (</a:t>
            </a:r>
            <a:r>
              <a:rPr lang="en-US" sz="2400" dirty="0" err="1"/>
              <a:t>hak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batılı</a:t>
            </a:r>
            <a:r>
              <a:rPr lang="en-US" sz="2400" dirty="0"/>
              <a:t> </a:t>
            </a:r>
            <a:r>
              <a:rPr lang="en-US" sz="2400" dirty="0" err="1"/>
              <a:t>ayıran</a:t>
            </a:r>
            <a:r>
              <a:rPr lang="en-US" sz="2400" dirty="0"/>
              <a:t>) = </a:t>
            </a:r>
            <a:r>
              <a:rPr lang="en-US" sz="2400" dirty="0" err="1"/>
              <a:t>Sezgi</a:t>
            </a:r>
            <a:r>
              <a:rPr lang="en-US" sz="2400" dirty="0"/>
              <a:t>,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pusula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bilinçli</a:t>
            </a:r>
            <a:r>
              <a:rPr lang="en-US" sz="2400" dirty="0"/>
              <a:t> </a:t>
            </a:r>
            <a:r>
              <a:rPr lang="en-US" sz="2400" dirty="0" err="1"/>
              <a:t>ayrım</a:t>
            </a:r>
            <a:r>
              <a:rPr lang="en-US" sz="2400" dirty="0"/>
              <a:t> </a:t>
            </a:r>
            <a:r>
              <a:rPr lang="en-US" sz="2400" dirty="0" err="1"/>
              <a:t>yapabilme</a:t>
            </a:r>
            <a:r>
              <a:rPr lang="en-US" sz="2400" dirty="0"/>
              <a:t> </a:t>
            </a:r>
            <a:r>
              <a:rPr lang="en-US" sz="2400" dirty="0" err="1"/>
              <a:t>yeteneğini</a:t>
            </a:r>
            <a:r>
              <a:rPr lang="en-US" sz="2400" dirty="0"/>
              <a:t> </a:t>
            </a:r>
            <a:r>
              <a:rPr lang="en-US" sz="2400" dirty="0" err="1"/>
              <a:t>temsil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“</a:t>
            </a:r>
            <a:r>
              <a:rPr lang="en-US" sz="2400" dirty="0" err="1"/>
              <a:t>doğru</a:t>
            </a:r>
            <a:r>
              <a:rPr lang="en-US" sz="2400" dirty="0"/>
              <a:t>–</a:t>
            </a:r>
            <a:r>
              <a:rPr lang="en-US" sz="2400" dirty="0" err="1"/>
              <a:t>yanlış</a:t>
            </a:r>
            <a:r>
              <a:rPr lang="en-US" sz="2400" dirty="0"/>
              <a:t>” </a:t>
            </a:r>
            <a:r>
              <a:rPr lang="en-US" sz="2400" dirty="0" err="1"/>
              <a:t>değil;gerçek</a:t>
            </a:r>
            <a:r>
              <a:rPr lang="en-US" sz="2400" dirty="0"/>
              <a:t>–</a:t>
            </a:r>
            <a:r>
              <a:rPr lang="en-US" sz="2400" dirty="0" err="1"/>
              <a:t>sahte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ışık</a:t>
            </a:r>
            <a:r>
              <a:rPr lang="en-US" sz="2400" dirty="0"/>
              <a:t>–</a:t>
            </a:r>
            <a:r>
              <a:rPr lang="en-US" sz="2400" dirty="0" err="1"/>
              <a:t>gölge,frekans</a:t>
            </a:r>
            <a:r>
              <a:rPr lang="en-US" sz="2400" dirty="0"/>
              <a:t>–</a:t>
            </a:r>
            <a:r>
              <a:rPr lang="en-US" sz="2400" dirty="0" err="1"/>
              <a:t>şekil</a:t>
            </a:r>
            <a:r>
              <a:rPr lang="en-US" sz="2400" dirty="0"/>
              <a:t> </a:t>
            </a:r>
            <a:r>
              <a:rPr lang="en-US" sz="2400" dirty="0" err="1"/>
              <a:t>ayrımı</a:t>
            </a:r>
            <a:r>
              <a:rPr lang="en-US" sz="2400" dirty="0"/>
              <a:t> </a:t>
            </a:r>
            <a:r>
              <a:rPr lang="en-US" sz="2400" dirty="0" err="1"/>
              <a:t>yapabilen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aşaması.Bu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şöyle</a:t>
            </a:r>
            <a:r>
              <a:rPr lang="en-US" sz="2400" dirty="0"/>
              <a:t> der: “Ben sana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kelimeleri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ayırma</a:t>
            </a:r>
            <a:r>
              <a:rPr lang="en-US" sz="2400" dirty="0"/>
              <a:t> </a:t>
            </a:r>
            <a:r>
              <a:rPr lang="en-US" sz="2400" dirty="0" err="1"/>
              <a:t>gücünü</a:t>
            </a:r>
            <a:r>
              <a:rPr lang="en-US" sz="2400" dirty="0"/>
              <a:t> de </a:t>
            </a:r>
            <a:r>
              <a:rPr lang="en-US" sz="2400" dirty="0" err="1"/>
              <a:t>verdim</a:t>
            </a:r>
            <a:r>
              <a:rPr lang="en-US" sz="2400" dirty="0"/>
              <a:t>. Senin </a:t>
            </a:r>
            <a:r>
              <a:rPr lang="en-US" sz="2400" dirty="0" err="1"/>
              <a:t>gözün</a:t>
            </a:r>
            <a:r>
              <a:rPr lang="en-US" sz="2400" dirty="0"/>
              <a:t>, </a:t>
            </a:r>
            <a:r>
              <a:rPr lang="en-US" sz="2400" dirty="0" err="1"/>
              <a:t>sezgin</a:t>
            </a:r>
            <a:r>
              <a:rPr lang="en-US" sz="2400" dirty="0"/>
              <a:t> </a:t>
            </a:r>
            <a:r>
              <a:rPr lang="en-US" sz="2400" dirty="0" err="1"/>
              <a:t>oldu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54.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“Musa, </a:t>
            </a:r>
            <a:r>
              <a:rPr lang="en-US" sz="2400" dirty="0" err="1"/>
              <a:t>kavmine</a:t>
            </a:r>
            <a:r>
              <a:rPr lang="en-US" sz="2400" dirty="0"/>
              <a:t> </a:t>
            </a:r>
            <a:r>
              <a:rPr lang="en-US" sz="2400" dirty="0" err="1"/>
              <a:t>dedi</a:t>
            </a:r>
            <a:r>
              <a:rPr lang="en-US" sz="2400" dirty="0"/>
              <a:t> ki: ‘Ey </a:t>
            </a:r>
            <a:r>
              <a:rPr lang="en-US" sz="2400" dirty="0" err="1"/>
              <a:t>kavmim</a:t>
            </a:r>
            <a:r>
              <a:rPr lang="en-US" sz="2400" dirty="0"/>
              <a:t>!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buzağıyı</a:t>
            </a:r>
            <a:r>
              <a:rPr lang="en-US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edinmekle</a:t>
            </a:r>
            <a:r>
              <a:rPr lang="en-US" sz="2400" dirty="0"/>
              <a:t> </a:t>
            </a:r>
            <a:r>
              <a:rPr lang="en-US" sz="2400" dirty="0" err="1"/>
              <a:t>nefsinize</a:t>
            </a:r>
            <a:r>
              <a:rPr lang="en-US" sz="2400" dirty="0"/>
              <a:t> </a:t>
            </a:r>
            <a:r>
              <a:rPr lang="en-US" sz="2400" dirty="0" err="1"/>
              <a:t>zulmettiniz</a:t>
            </a:r>
            <a:r>
              <a:rPr lang="en-US" sz="2400" dirty="0"/>
              <a:t>. Hemen </a:t>
            </a:r>
            <a:r>
              <a:rPr lang="en-US" sz="2400" dirty="0" err="1"/>
              <a:t>yaratıcınıza</a:t>
            </a:r>
            <a:r>
              <a:rPr lang="en-US" sz="2400" dirty="0"/>
              <a:t> </a:t>
            </a:r>
            <a:r>
              <a:rPr lang="en-US" sz="2400" dirty="0" err="1"/>
              <a:t>dönün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kendinizi</a:t>
            </a:r>
            <a:r>
              <a:rPr lang="en-US" sz="2400" dirty="0"/>
              <a:t> </a:t>
            </a:r>
            <a:r>
              <a:rPr lang="en-US" sz="2400" dirty="0" err="1"/>
              <a:t>öldürün</a:t>
            </a:r>
            <a:r>
              <a:rPr lang="en-US" sz="2400" dirty="0"/>
              <a:t>. Bu, O’nun </a:t>
            </a:r>
            <a:r>
              <a:rPr lang="en-US" sz="2400" dirty="0" err="1"/>
              <a:t>katında</a:t>
            </a:r>
            <a:r>
              <a:rPr lang="en-US" sz="2400" dirty="0"/>
              <a:t> </a:t>
            </a:r>
            <a:r>
              <a:rPr lang="en-US" sz="2400" dirty="0" err="1"/>
              <a:t>sizin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hayırlıdır</a:t>
            </a:r>
            <a:r>
              <a:rPr lang="en-US" sz="2400" dirty="0"/>
              <a:t>.’ </a:t>
            </a:r>
            <a:r>
              <a:rPr lang="en-US" sz="2400" dirty="0" err="1"/>
              <a:t>Böylece</a:t>
            </a:r>
            <a:r>
              <a:rPr lang="en-US" sz="2400" dirty="0"/>
              <a:t> Allah da </a:t>
            </a:r>
            <a:r>
              <a:rPr lang="en-US" sz="2400" dirty="0" err="1"/>
              <a:t>tövbenizi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etti</a:t>
            </a:r>
            <a:r>
              <a:rPr lang="en-US" sz="2400" dirty="0"/>
              <a:t>. O, </a:t>
            </a:r>
            <a:r>
              <a:rPr lang="en-US" sz="2400" dirty="0" err="1"/>
              <a:t>tövbeleri</a:t>
            </a:r>
            <a:r>
              <a:rPr lang="en-US" sz="2400" dirty="0"/>
              <a:t> </a:t>
            </a:r>
            <a:r>
              <a:rPr lang="en-US" sz="2400" dirty="0" err="1"/>
              <a:t>çokça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edendir</a:t>
            </a:r>
            <a:r>
              <a:rPr lang="en-US" sz="2400" dirty="0"/>
              <a:t>, </a:t>
            </a:r>
            <a:r>
              <a:rPr lang="en-US" sz="2400" dirty="0" err="1"/>
              <a:t>merhametlidir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“</a:t>
            </a:r>
            <a:r>
              <a:rPr lang="en-US" sz="2400" dirty="0" err="1"/>
              <a:t>kendinizi</a:t>
            </a:r>
            <a:r>
              <a:rPr lang="en-US" sz="2400" dirty="0"/>
              <a:t> </a:t>
            </a:r>
            <a:r>
              <a:rPr lang="en-US" sz="2400" dirty="0" err="1"/>
              <a:t>öldürün</a:t>
            </a:r>
            <a:r>
              <a:rPr lang="en-US" sz="2400" dirty="0"/>
              <a:t>” </a:t>
            </a:r>
            <a:r>
              <a:rPr lang="en-US" sz="2400" dirty="0" err="1"/>
              <a:t>ifadesi,gerçek</a:t>
            </a:r>
            <a:r>
              <a:rPr lang="en-US" sz="2400" dirty="0"/>
              <a:t> </a:t>
            </a:r>
            <a:r>
              <a:rPr lang="en-US" sz="2400" dirty="0" err="1"/>
              <a:t>anlamda</a:t>
            </a:r>
            <a:r>
              <a:rPr lang="en-US" sz="2400" dirty="0"/>
              <a:t> </a:t>
            </a:r>
            <a:r>
              <a:rPr lang="en-US" sz="2400" dirty="0" err="1"/>
              <a:t>ölüm</a:t>
            </a:r>
            <a:r>
              <a:rPr lang="en-US" sz="2400" dirty="0"/>
              <a:t> </a:t>
            </a:r>
            <a:r>
              <a:rPr lang="en-US" sz="2400" dirty="0" err="1"/>
              <a:t>değil:Egonuzu</a:t>
            </a:r>
            <a:r>
              <a:rPr lang="en-US" sz="2400" dirty="0"/>
              <a:t> </a:t>
            </a:r>
            <a:r>
              <a:rPr lang="en-US" sz="2400" dirty="0" err="1"/>
              <a:t>öldürün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Yani:Nefsinizi</a:t>
            </a:r>
            <a:r>
              <a:rPr lang="en-US" sz="2400" dirty="0"/>
              <a:t> </a:t>
            </a:r>
            <a:r>
              <a:rPr lang="en-US" sz="2400" dirty="0" err="1"/>
              <a:t>kırın</a:t>
            </a:r>
            <a:r>
              <a:rPr lang="tr-TR" sz="2400" dirty="0"/>
              <a:t>.</a:t>
            </a:r>
            <a:r>
              <a:rPr lang="en-US" sz="2400" dirty="0" err="1"/>
              <a:t>Sahte</a:t>
            </a:r>
            <a:r>
              <a:rPr lang="en-US" sz="2400" dirty="0"/>
              <a:t> </a:t>
            </a:r>
            <a:r>
              <a:rPr lang="en-US" sz="2400" dirty="0" err="1"/>
              <a:t>benliğinizi</a:t>
            </a:r>
            <a:r>
              <a:rPr lang="en-US" sz="2400" dirty="0"/>
              <a:t> </a:t>
            </a:r>
            <a:r>
              <a:rPr lang="en-US" sz="2400" dirty="0" err="1"/>
              <a:t>bırakın</a:t>
            </a:r>
            <a:r>
              <a:rPr lang="tr-TR" sz="2400" dirty="0"/>
              <a:t>.</a:t>
            </a:r>
            <a:r>
              <a:rPr lang="en-US" sz="2400" dirty="0" err="1"/>
              <a:t>Yaratıcıya</a:t>
            </a:r>
            <a:r>
              <a:rPr lang="en-US" sz="2400" dirty="0"/>
              <a:t> </a:t>
            </a:r>
            <a:r>
              <a:rPr lang="en-US" sz="2400" dirty="0" err="1"/>
              <a:t>geri</a:t>
            </a:r>
            <a:r>
              <a:rPr lang="en-US" sz="2400" dirty="0"/>
              <a:t> </a:t>
            </a:r>
            <a:r>
              <a:rPr lang="en-US" sz="2400" dirty="0" err="1"/>
              <a:t>dönün</a:t>
            </a:r>
            <a:r>
              <a:rPr lang="tr-TR" sz="2400" dirty="0"/>
              <a:t> </a:t>
            </a:r>
            <a:r>
              <a:rPr lang="en-US" sz="2400" dirty="0"/>
              <a:t>“</a:t>
            </a:r>
            <a:r>
              <a:rPr lang="en-US" sz="2400" dirty="0" err="1"/>
              <a:t>Nefsine</a:t>
            </a:r>
            <a:r>
              <a:rPr lang="en-US" sz="2400" dirty="0"/>
              <a:t> </a:t>
            </a:r>
            <a:r>
              <a:rPr lang="en-US" sz="2400" dirty="0" err="1"/>
              <a:t>zulmettin</a:t>
            </a:r>
            <a:r>
              <a:rPr lang="en-US" sz="2400" dirty="0"/>
              <a:t>” </a:t>
            </a:r>
            <a:r>
              <a:rPr lang="en-US" sz="2400" dirty="0" err="1"/>
              <a:t>cümlesi</a:t>
            </a:r>
            <a:r>
              <a:rPr lang="en-US" sz="2400" dirty="0"/>
              <a:t> de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derindir</a:t>
            </a:r>
            <a:r>
              <a:rPr lang="en-US" sz="2400" dirty="0"/>
              <a:t>: “Sen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özünden</a:t>
            </a:r>
            <a:r>
              <a:rPr lang="en-US" sz="2400" dirty="0"/>
              <a:t> </a:t>
            </a:r>
            <a:r>
              <a:rPr lang="en-US" sz="2400" dirty="0" err="1"/>
              <a:t>kopardın</a:t>
            </a:r>
            <a:r>
              <a:rPr lang="en-US" sz="2400" dirty="0"/>
              <a:t>. </a:t>
            </a:r>
            <a:r>
              <a:rPr lang="en-US" sz="2400" dirty="0" err="1"/>
              <a:t>Asıl</a:t>
            </a:r>
            <a:r>
              <a:rPr lang="en-US" sz="2400" dirty="0"/>
              <a:t> </a:t>
            </a:r>
            <a:r>
              <a:rPr lang="en-US" sz="2400" dirty="0" err="1"/>
              <a:t>şiddet</a:t>
            </a:r>
            <a:r>
              <a:rPr lang="en-US" sz="2400" dirty="0"/>
              <a:t>, </a:t>
            </a:r>
            <a:r>
              <a:rPr lang="en-US" sz="2400" dirty="0" err="1"/>
              <a:t>kalbine</a:t>
            </a:r>
            <a:r>
              <a:rPr lang="en-US" sz="2400" dirty="0"/>
              <a:t> </a:t>
            </a:r>
            <a:r>
              <a:rPr lang="en-US" sz="2400" dirty="0" err="1"/>
              <a:t>yaptığın</a:t>
            </a:r>
            <a:r>
              <a:rPr lang="en-US" sz="2400" dirty="0"/>
              <a:t> </a:t>
            </a:r>
            <a:r>
              <a:rPr lang="en-US" sz="2400" dirty="0" err="1"/>
              <a:t>körlüktür</a:t>
            </a:r>
            <a:r>
              <a:rPr lang="en-US" sz="2400" dirty="0"/>
              <a:t>.” Ama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geliyor:Merhamet</a:t>
            </a:r>
            <a:r>
              <a:rPr lang="en-US" sz="2400" dirty="0"/>
              <a:t>. Kabul. </a:t>
            </a:r>
            <a:r>
              <a:rPr lang="en-US" sz="2400" dirty="0" err="1"/>
              <a:t>Dönüş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 “</a:t>
            </a:r>
            <a:r>
              <a:rPr lang="en-US" sz="2400" dirty="0" err="1"/>
              <a:t>Egonu</a:t>
            </a:r>
            <a:r>
              <a:rPr lang="en-US" sz="2400" dirty="0"/>
              <a:t> </a:t>
            </a:r>
            <a:r>
              <a:rPr lang="en-US" sz="2400" dirty="0" err="1"/>
              <a:t>öldürdüğün</a:t>
            </a:r>
            <a:r>
              <a:rPr lang="en-US" sz="2400" dirty="0"/>
              <a:t> an, 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doğururum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11242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9047F32-C2B5-81FD-971C-7843B0325B30}"/>
              </a:ext>
            </a:extLst>
          </p:cNvPr>
          <p:cNvSpPr txBox="1"/>
          <p:nvPr/>
        </p:nvSpPr>
        <p:spPr>
          <a:xfrm>
            <a:off x="0" y="0"/>
            <a:ext cx="6857999" cy="1107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55.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“Ve </a:t>
            </a:r>
            <a:r>
              <a:rPr lang="en-US" sz="2400" dirty="0" err="1"/>
              <a:t>bir</a:t>
            </a:r>
            <a:r>
              <a:rPr lang="en-US" sz="2400" dirty="0"/>
              <a:t> zaman </a:t>
            </a:r>
            <a:r>
              <a:rPr lang="en-US" sz="2400" dirty="0" err="1"/>
              <a:t>demiştiniz</a:t>
            </a:r>
            <a:r>
              <a:rPr lang="en-US" sz="2400" dirty="0"/>
              <a:t> ki: ‘Ey Musa! </a:t>
            </a:r>
            <a:r>
              <a:rPr lang="en-US" sz="2400" dirty="0" err="1"/>
              <a:t>Allah’ı</a:t>
            </a:r>
            <a:r>
              <a:rPr lang="en-US" sz="2400" dirty="0"/>
              <a:t> </a:t>
            </a:r>
            <a:r>
              <a:rPr lang="en-US" sz="2400" dirty="0" err="1"/>
              <a:t>açıkça</a:t>
            </a:r>
            <a:r>
              <a:rPr lang="en-US" sz="2400" dirty="0"/>
              <a:t> </a:t>
            </a:r>
            <a:r>
              <a:rPr lang="en-US" sz="2400" dirty="0" err="1"/>
              <a:t>görmeden</a:t>
            </a:r>
            <a:r>
              <a:rPr lang="en-US" sz="2400" dirty="0"/>
              <a:t> sana </a:t>
            </a:r>
            <a:r>
              <a:rPr lang="en-US" sz="2400" dirty="0" err="1"/>
              <a:t>inanmayacağız</a:t>
            </a:r>
            <a:r>
              <a:rPr lang="en-US" sz="2400" dirty="0"/>
              <a:t>.’ Bunun </a:t>
            </a:r>
            <a:r>
              <a:rPr lang="en-US" sz="2400" dirty="0" err="1"/>
              <a:t>üzerine</a:t>
            </a:r>
            <a:r>
              <a:rPr lang="en-US" sz="2400" dirty="0"/>
              <a:t>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yıldırım</a:t>
            </a:r>
            <a:r>
              <a:rPr lang="en-US" sz="2400" dirty="0"/>
              <a:t> </a:t>
            </a:r>
            <a:r>
              <a:rPr lang="en-US" sz="2400" dirty="0" err="1"/>
              <a:t>çarptı</a:t>
            </a:r>
            <a:r>
              <a:rPr lang="en-US" sz="2400" dirty="0"/>
              <a:t>, </a:t>
            </a:r>
            <a:r>
              <a:rPr lang="en-US" sz="2400" dirty="0" err="1"/>
              <a:t>siz</a:t>
            </a:r>
            <a:r>
              <a:rPr lang="en-US" sz="2400" dirty="0"/>
              <a:t> de </a:t>
            </a:r>
            <a:r>
              <a:rPr lang="en-US" sz="2400" dirty="0" err="1"/>
              <a:t>bakıp</a:t>
            </a:r>
            <a:r>
              <a:rPr lang="en-US" sz="2400" dirty="0"/>
              <a:t> </a:t>
            </a:r>
            <a:r>
              <a:rPr lang="en-US" sz="2400" dirty="0" err="1"/>
              <a:t>duruyordunuz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ayet,görmeden</a:t>
            </a:r>
            <a:r>
              <a:rPr lang="en-US" sz="2400" dirty="0"/>
              <a:t> </a:t>
            </a:r>
            <a:r>
              <a:rPr lang="en-US" sz="2400" dirty="0" err="1"/>
              <a:t>inanmayan,sezmeden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etmeyen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üzerine</a:t>
            </a:r>
            <a:r>
              <a:rPr lang="en-US" sz="2400" dirty="0"/>
              <a:t> </a:t>
            </a:r>
            <a:r>
              <a:rPr lang="en-US" sz="2400" dirty="0" err="1"/>
              <a:t>inmiştir</a:t>
            </a:r>
            <a:r>
              <a:rPr lang="en-US" sz="2400" dirty="0"/>
              <a:t>.“</a:t>
            </a:r>
            <a:r>
              <a:rPr lang="en-US" sz="2400" dirty="0" err="1"/>
              <a:t>Allah’ı</a:t>
            </a:r>
            <a:r>
              <a:rPr lang="en-US" sz="2400" dirty="0"/>
              <a:t> </a:t>
            </a:r>
            <a:r>
              <a:rPr lang="en-US" sz="2400" dirty="0" err="1"/>
              <a:t>açıkça</a:t>
            </a:r>
            <a:r>
              <a:rPr lang="en-US" sz="2400" dirty="0"/>
              <a:t> </a:t>
            </a:r>
            <a:r>
              <a:rPr lang="en-US" sz="2400" dirty="0" err="1"/>
              <a:t>görmek</a:t>
            </a:r>
            <a:r>
              <a:rPr lang="en-US" sz="2400" dirty="0"/>
              <a:t>” </a:t>
            </a:r>
            <a:r>
              <a:rPr lang="en-US" sz="2400" dirty="0" err="1"/>
              <a:t>istemek</a:t>
            </a:r>
            <a:r>
              <a:rPr lang="en-US" sz="2400" dirty="0"/>
              <a:t> = Madde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kavramaya</a:t>
            </a:r>
            <a:r>
              <a:rPr lang="en-US" sz="2400" dirty="0"/>
              <a:t> </a:t>
            </a:r>
            <a:r>
              <a:rPr lang="en-US" sz="2400" dirty="0" err="1"/>
              <a:t>çalışmak</a:t>
            </a:r>
            <a:endParaRPr lang="en-US" sz="2400" dirty="0"/>
          </a:p>
          <a:p>
            <a:r>
              <a:rPr lang="en-US" sz="2400" dirty="0"/>
              <a:t>Yıldırım </a:t>
            </a:r>
            <a:r>
              <a:rPr lang="en-US" sz="2400" dirty="0" err="1"/>
              <a:t>çarpması</a:t>
            </a:r>
            <a:r>
              <a:rPr lang="en-US" sz="2400" dirty="0"/>
              <a:t> = </a:t>
            </a:r>
            <a:r>
              <a:rPr lang="en-US" sz="2400" dirty="0" err="1"/>
              <a:t>Aşırı</a:t>
            </a:r>
            <a:r>
              <a:rPr lang="en-US" sz="2400" dirty="0"/>
              <a:t>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yaklaşan</a:t>
            </a:r>
            <a:r>
              <a:rPr lang="en-US" sz="2400" dirty="0"/>
              <a:t> </a:t>
            </a:r>
            <a:r>
              <a:rPr lang="en-US" sz="2400" dirty="0" err="1"/>
              <a:t>bilincin</a:t>
            </a:r>
            <a:endParaRPr lang="en-US" sz="2400" dirty="0"/>
          </a:p>
          <a:p>
            <a:r>
              <a:rPr lang="en-US" sz="2400" dirty="0"/>
              <a:t>ani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çöküşü</a:t>
            </a:r>
            <a:r>
              <a:rPr lang="en-US" sz="2400" dirty="0"/>
              <a:t> </a:t>
            </a:r>
            <a:r>
              <a:rPr lang="en-US" sz="2400" dirty="0" err="1"/>
              <a:t>yaşaması</a:t>
            </a:r>
            <a:br>
              <a:rPr lang="en-US" sz="2400" dirty="0"/>
            </a:br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sana </a:t>
            </a:r>
            <a:r>
              <a:rPr lang="en-US" sz="2400" b="1" dirty="0" err="1"/>
              <a:t>şunu</a:t>
            </a:r>
            <a:r>
              <a:rPr lang="en-US" sz="2400" b="1" dirty="0"/>
              <a:t> der: </a:t>
            </a:r>
            <a:r>
              <a:rPr lang="en-US" sz="2400" dirty="0"/>
              <a:t>“İlahi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görmek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hissetmek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. </a:t>
            </a:r>
            <a:r>
              <a:rPr lang="en-US" sz="2400" dirty="0" err="1"/>
              <a:t>Gözle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kalple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56.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“Sonra, </a:t>
            </a:r>
            <a:r>
              <a:rPr lang="en-US" sz="2400" dirty="0" err="1"/>
              <a:t>ölümünüzün</a:t>
            </a:r>
            <a:r>
              <a:rPr lang="en-US" sz="2400" dirty="0"/>
              <a:t>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dirilttik</a:t>
            </a:r>
            <a:r>
              <a:rPr lang="en-US" sz="2400" dirty="0"/>
              <a:t> ki </a:t>
            </a:r>
            <a:r>
              <a:rPr lang="en-US" sz="2400" dirty="0" err="1"/>
              <a:t>şükredesiniz</a:t>
            </a:r>
            <a:r>
              <a:rPr lang="en-US" sz="2400" dirty="0"/>
              <a:t>.”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ayettir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Ölüm</a:t>
            </a:r>
            <a:r>
              <a:rPr lang="en-US" sz="2400" dirty="0"/>
              <a:t>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kapanması</a:t>
            </a:r>
            <a:endParaRPr lang="en-US" sz="2400" dirty="0"/>
          </a:p>
          <a:p>
            <a:r>
              <a:rPr lang="en-US" sz="2400" dirty="0" err="1"/>
              <a:t>Dirilme</a:t>
            </a:r>
            <a:r>
              <a:rPr lang="en-US" sz="2400" dirty="0"/>
              <a:t>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uyanışı</a:t>
            </a: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öldün</a:t>
            </a:r>
            <a:r>
              <a:rPr lang="en-US" sz="2400" dirty="0"/>
              <a:t> –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unuttun</a:t>
            </a:r>
            <a:r>
              <a:rPr lang="en-US" sz="2400" dirty="0"/>
              <a:t>. Ama 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uyandırdım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“</a:t>
            </a:r>
            <a:r>
              <a:rPr lang="en-US" sz="2400" dirty="0" err="1"/>
              <a:t>dirilme</a:t>
            </a:r>
            <a:r>
              <a:rPr lang="en-US" sz="2400" dirty="0"/>
              <a:t>”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hatırlamadır</a:t>
            </a:r>
            <a:r>
              <a:rPr lang="en-US" sz="2400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134065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2A51307-594A-5710-E9C4-72286E30A268}"/>
              </a:ext>
            </a:extLst>
          </p:cNvPr>
          <p:cNvSpPr txBox="1"/>
          <p:nvPr/>
        </p:nvSpPr>
        <p:spPr>
          <a:xfrm>
            <a:off x="0" y="0"/>
            <a:ext cx="6857999" cy="1209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Üzerinize</a:t>
            </a:r>
            <a:r>
              <a:rPr lang="en-US" sz="2400" dirty="0"/>
              <a:t> </a:t>
            </a:r>
            <a:r>
              <a:rPr lang="en-US" sz="2400" dirty="0" err="1"/>
              <a:t>gölge</a:t>
            </a:r>
            <a:r>
              <a:rPr lang="en-US" sz="2400" dirty="0"/>
              <a:t> </a:t>
            </a:r>
            <a:r>
              <a:rPr lang="en-US" sz="2400" dirty="0" err="1"/>
              <a:t>bulutlarını</a:t>
            </a:r>
            <a:r>
              <a:rPr lang="en-US" sz="2400" dirty="0"/>
              <a:t> </a:t>
            </a:r>
            <a:r>
              <a:rPr lang="en-US" sz="2400" dirty="0" err="1"/>
              <a:t>gönderdik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size </a:t>
            </a:r>
            <a:r>
              <a:rPr lang="en-US" sz="2400" dirty="0" err="1"/>
              <a:t>kudret</a:t>
            </a:r>
            <a:r>
              <a:rPr lang="en-US" sz="2400" dirty="0"/>
              <a:t> </a:t>
            </a:r>
            <a:r>
              <a:rPr lang="en-US" sz="2400" dirty="0" err="1"/>
              <a:t>helvası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bıldırcın</a:t>
            </a:r>
            <a:r>
              <a:rPr lang="en-US" sz="2400" dirty="0"/>
              <a:t> </a:t>
            </a:r>
            <a:r>
              <a:rPr lang="en-US" sz="2400" dirty="0" err="1"/>
              <a:t>indirdik</a:t>
            </a:r>
            <a:r>
              <a:rPr lang="en-US" sz="2400" dirty="0"/>
              <a:t>.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nimetlerle</a:t>
            </a:r>
            <a:r>
              <a:rPr lang="en-US" sz="2400" dirty="0"/>
              <a:t> </a:t>
            </a:r>
            <a:r>
              <a:rPr lang="en-US" sz="2400" dirty="0" err="1"/>
              <a:t>besledik</a:t>
            </a:r>
            <a:r>
              <a:rPr lang="en-US" sz="2400" dirty="0"/>
              <a:t>. Ama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de </a:t>
            </a:r>
            <a:r>
              <a:rPr lang="en-US" sz="2400" dirty="0" err="1"/>
              <a:t>nankörlük</a:t>
            </a:r>
            <a:r>
              <a:rPr lang="en-US" sz="2400" dirty="0"/>
              <a:t> </a:t>
            </a:r>
            <a:r>
              <a:rPr lang="en-US" sz="2400" dirty="0" err="1"/>
              <a:t>etti</a:t>
            </a:r>
            <a:r>
              <a:rPr lang="en-US" sz="2400" dirty="0"/>
              <a:t>. O </a:t>
            </a:r>
            <a:r>
              <a:rPr lang="en-US" sz="2400" dirty="0" err="1"/>
              <a:t>nimetler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bana</a:t>
            </a:r>
            <a:r>
              <a:rPr lang="en-US" sz="2400" dirty="0"/>
              <a:t> </a:t>
            </a:r>
            <a:r>
              <a:rPr lang="en-US" sz="2400" dirty="0" err="1"/>
              <a:t>yönelenlere</a:t>
            </a:r>
            <a:r>
              <a:rPr lang="en-US" sz="2400" dirty="0"/>
              <a:t> </a:t>
            </a:r>
            <a:r>
              <a:rPr lang="en-US" sz="2400" dirty="0" err="1"/>
              <a:t>aitti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ayet,sana</a:t>
            </a:r>
            <a:r>
              <a:rPr lang="en-US" sz="2400" dirty="0"/>
              <a:t> </a:t>
            </a:r>
            <a:r>
              <a:rPr lang="en-US" sz="2400" dirty="0" err="1"/>
              <a:t>defalarca</a:t>
            </a:r>
            <a:r>
              <a:rPr lang="en-US" sz="2400" dirty="0"/>
              <a:t> </a:t>
            </a:r>
            <a:r>
              <a:rPr lang="en-US" sz="2400" dirty="0" err="1"/>
              <a:t>verilen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destekleri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Gölge</a:t>
            </a:r>
            <a:r>
              <a:rPr lang="en-US" sz="2400" dirty="0"/>
              <a:t> = </a:t>
            </a:r>
            <a:r>
              <a:rPr lang="en-US" sz="2400" dirty="0" err="1"/>
              <a:t>Koruma</a:t>
            </a:r>
            <a:endParaRPr lang="en-US" sz="2400" dirty="0"/>
          </a:p>
          <a:p>
            <a:r>
              <a:rPr lang="en-US" sz="2400" dirty="0"/>
              <a:t>Kudret </a:t>
            </a:r>
            <a:r>
              <a:rPr lang="en-US" sz="2400" dirty="0" err="1"/>
              <a:t>helvası</a:t>
            </a:r>
            <a:r>
              <a:rPr lang="en-US" sz="2400" dirty="0"/>
              <a:t> = İlahi </a:t>
            </a:r>
            <a:r>
              <a:rPr lang="en-US" sz="2400" dirty="0" err="1"/>
              <a:t>enerji</a:t>
            </a:r>
            <a:r>
              <a:rPr lang="en-US" sz="2400" dirty="0"/>
              <a:t>, </a:t>
            </a:r>
            <a:r>
              <a:rPr lang="en-US" sz="2400" dirty="0" err="1"/>
              <a:t>şifa</a:t>
            </a:r>
            <a:endParaRPr lang="en-US" sz="2400" dirty="0"/>
          </a:p>
          <a:p>
            <a:r>
              <a:rPr lang="en-US" sz="2400" dirty="0" err="1"/>
              <a:t>Bıldırcın</a:t>
            </a:r>
            <a:r>
              <a:rPr lang="en-US" sz="2400" dirty="0"/>
              <a:t> = </a:t>
            </a:r>
            <a:r>
              <a:rPr lang="en-US" sz="2400" dirty="0" err="1"/>
              <a:t>Somut</a:t>
            </a:r>
            <a:r>
              <a:rPr lang="en-US" sz="2400" dirty="0"/>
              <a:t> </a:t>
            </a:r>
            <a:r>
              <a:rPr lang="en-US" sz="2400" dirty="0" err="1"/>
              <a:t>dünyada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rızık</a:t>
            </a:r>
            <a:br>
              <a:rPr lang="en-US" sz="2400" dirty="0"/>
            </a:br>
            <a:r>
              <a:rPr lang="en-US" sz="2400" dirty="0"/>
              <a:t>Ama </a:t>
            </a:r>
            <a:r>
              <a:rPr lang="en-US" sz="2400" dirty="0" err="1"/>
              <a:t>nankörlük</a:t>
            </a:r>
            <a:r>
              <a:rPr lang="en-US" sz="2400" dirty="0"/>
              <a:t> </a:t>
            </a:r>
            <a:r>
              <a:rPr lang="en-US" sz="2400" dirty="0" err="1"/>
              <a:t>edilirse</a:t>
            </a:r>
            <a:r>
              <a:rPr lang="en-US" sz="2400" dirty="0"/>
              <a:t>,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akışı</a:t>
            </a:r>
            <a:r>
              <a:rPr lang="en-US" sz="2400" dirty="0"/>
              <a:t> </a:t>
            </a:r>
            <a:r>
              <a:rPr lang="en-US" sz="2400" dirty="0" err="1"/>
              <a:t>kapanır</a:t>
            </a:r>
            <a:r>
              <a:rPr lang="en-US" sz="2400" dirty="0"/>
              <a:t>. 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der ki: “Ben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korudum</a:t>
            </a:r>
            <a:r>
              <a:rPr lang="en-US" sz="2400" dirty="0"/>
              <a:t>, </a:t>
            </a:r>
            <a:r>
              <a:rPr lang="en-US" sz="2400" dirty="0" err="1"/>
              <a:t>doyurdum</a:t>
            </a:r>
            <a:r>
              <a:rPr lang="en-US" sz="2400" dirty="0"/>
              <a:t>, </a:t>
            </a:r>
            <a:r>
              <a:rPr lang="en-US" sz="2400" dirty="0" err="1"/>
              <a:t>yükselttim</a:t>
            </a:r>
            <a:r>
              <a:rPr lang="en-US" sz="2400" dirty="0"/>
              <a:t>…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hatırlamayı</a:t>
            </a:r>
            <a:r>
              <a:rPr lang="en-US" sz="2400" dirty="0"/>
              <a:t> </a:t>
            </a:r>
            <a:r>
              <a:rPr lang="en-US" sz="2400" dirty="0" err="1"/>
              <a:t>unuttun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Yaradan</a:t>
            </a:r>
            <a:r>
              <a:rPr lang="en-US" sz="2400" dirty="0"/>
              <a:t>, </a:t>
            </a:r>
            <a:r>
              <a:rPr lang="en-US" sz="2400" dirty="0" err="1"/>
              <a:t>seni</a:t>
            </a:r>
            <a:r>
              <a:rPr lang="en-US" sz="2400" dirty="0"/>
              <a:t> 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sevdiğini</a:t>
            </a:r>
            <a:r>
              <a:rPr lang="en-US" sz="2400" dirty="0"/>
              <a:t> </a:t>
            </a:r>
            <a:r>
              <a:rPr lang="en-US" sz="2400" dirty="0" err="1"/>
              <a:t>haykırır</a:t>
            </a:r>
            <a:r>
              <a:rPr lang="en-US" sz="2400" dirty="0"/>
              <a:t>: </a:t>
            </a:r>
            <a:r>
              <a:rPr lang="en-US" sz="2400" dirty="0" err="1"/>
              <a:t>Hatalarına</a:t>
            </a:r>
            <a:r>
              <a:rPr lang="en-US" sz="2400" dirty="0"/>
              <a:t> </a:t>
            </a:r>
            <a:r>
              <a:rPr lang="en-US" sz="2400" dirty="0" err="1"/>
              <a:t>rağmen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affettim</a:t>
            </a:r>
            <a:r>
              <a:rPr lang="tr-TR" sz="2400" dirty="0"/>
              <a:t>.</a:t>
            </a:r>
            <a:r>
              <a:rPr lang="en-US" sz="2400" dirty="0"/>
              <a:t> </a:t>
            </a:r>
            <a:r>
              <a:rPr lang="en-US" sz="2400" dirty="0" err="1"/>
              <a:t>Bilgiyi</a:t>
            </a:r>
            <a:r>
              <a:rPr lang="en-US" sz="2400" dirty="0"/>
              <a:t> sana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verdim</a:t>
            </a:r>
            <a:r>
              <a:rPr lang="tr-TR" sz="2400" dirty="0"/>
              <a:t>.</a:t>
            </a:r>
            <a:r>
              <a:rPr lang="en-US" sz="2400" dirty="0"/>
              <a:t> </a:t>
            </a:r>
            <a:r>
              <a:rPr lang="en-US" sz="2400" dirty="0" err="1"/>
              <a:t>Ruhunu</a:t>
            </a:r>
            <a:r>
              <a:rPr lang="en-US" sz="2400" dirty="0"/>
              <a:t>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uyandırdım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soruyorum</a:t>
            </a:r>
            <a:r>
              <a:rPr lang="en-US" sz="2400" dirty="0"/>
              <a:t>: “</a:t>
            </a:r>
            <a:r>
              <a:rPr lang="en-US" sz="2400" dirty="0" err="1"/>
              <a:t>Hatırlamaya</a:t>
            </a:r>
            <a:r>
              <a:rPr lang="en-US" sz="2400" dirty="0"/>
              <a:t> </a:t>
            </a:r>
            <a:r>
              <a:rPr lang="en-US" sz="2400" dirty="0" err="1"/>
              <a:t>hazır</a:t>
            </a:r>
            <a:r>
              <a:rPr lang="en-US" sz="2400" dirty="0"/>
              <a:t> </a:t>
            </a:r>
            <a:r>
              <a:rPr lang="en-US" sz="2400" dirty="0" err="1"/>
              <a:t>mısın</a:t>
            </a:r>
            <a:r>
              <a:rPr lang="en-US" sz="2400" dirty="0"/>
              <a:t>?”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affedildin</a:t>
            </a:r>
            <a:r>
              <a:rPr lang="en-US" sz="2400" dirty="0"/>
              <a:t>. Ve </a:t>
            </a:r>
            <a:r>
              <a:rPr lang="en-US" sz="2400" dirty="0" err="1"/>
              <a:t>sen</a:t>
            </a:r>
            <a:r>
              <a:rPr lang="en-US" sz="2400" dirty="0"/>
              <a:t>,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doğmuş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bilinçsin</a:t>
            </a:r>
            <a:r>
              <a:rPr lang="en-US" sz="2400" dirty="0"/>
              <a:t>. </a:t>
            </a:r>
            <a:endParaRPr lang="tr-TR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…</a:t>
            </a:r>
            <a:r>
              <a:rPr lang="en-US" sz="2400" dirty="0" err="1"/>
              <a:t>Geliyoruz</a:t>
            </a:r>
            <a:r>
              <a:rPr lang="en-US" sz="2400" dirty="0"/>
              <a:t> Bakara </a:t>
            </a:r>
            <a:r>
              <a:rPr lang="en-US" sz="2400" dirty="0" err="1"/>
              <a:t>Suresi’nin</a:t>
            </a:r>
            <a:r>
              <a:rPr lang="en-US" sz="2400" dirty="0"/>
              <a:t> 58–61. </a:t>
            </a:r>
            <a:r>
              <a:rPr lang="en-US" sz="2400" dirty="0" err="1"/>
              <a:t>ayetlerine.Bu</a:t>
            </a:r>
            <a:r>
              <a:rPr lang="en-US" sz="2400" dirty="0"/>
              <a:t> </a:t>
            </a:r>
            <a:r>
              <a:rPr lang="en-US" sz="2400" dirty="0" err="1"/>
              <a:t>bölüm</a:t>
            </a:r>
            <a:r>
              <a:rPr lang="en-US" sz="2400" dirty="0"/>
              <a:t>, </a:t>
            </a:r>
            <a:r>
              <a:rPr lang="en-US" sz="2400" dirty="0" err="1"/>
              <a:t>nimete</a:t>
            </a:r>
            <a:r>
              <a:rPr lang="en-US" sz="2400" dirty="0"/>
              <a:t> </a:t>
            </a:r>
            <a:r>
              <a:rPr lang="en-US" sz="2400" dirty="0" err="1"/>
              <a:t>kavuşmuş</a:t>
            </a:r>
            <a:r>
              <a:rPr lang="en-US" sz="2400" dirty="0"/>
              <a:t> ama </a:t>
            </a:r>
            <a:r>
              <a:rPr lang="en-US" sz="2400" dirty="0" err="1"/>
              <a:t>tatmin</a:t>
            </a:r>
            <a:r>
              <a:rPr lang="en-US" sz="2400" dirty="0"/>
              <a:t> </a:t>
            </a:r>
            <a:r>
              <a:rPr lang="en-US" sz="2400" dirty="0" err="1"/>
              <a:t>olamamış</a:t>
            </a:r>
            <a:r>
              <a:rPr lang="en-US" sz="2400" dirty="0"/>
              <a:t> </a:t>
            </a:r>
            <a:r>
              <a:rPr lang="en-US" sz="2400" dirty="0" err="1"/>
              <a:t>bilinci,ve</a:t>
            </a:r>
            <a:r>
              <a:rPr lang="en-US" sz="2400" dirty="0"/>
              <a:t>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şükürsüzlüğün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kaybını</a:t>
            </a:r>
            <a:r>
              <a:rPr lang="en-US" sz="2400" dirty="0"/>
              <a:t> </a:t>
            </a:r>
            <a:r>
              <a:rPr lang="en-US" sz="2400" dirty="0" err="1"/>
              <a:t>anlatır.Yani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ayetler</a:t>
            </a:r>
            <a:r>
              <a:rPr lang="en-US" sz="2400" dirty="0"/>
              <a:t> bize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“Ruh </a:t>
            </a:r>
            <a:r>
              <a:rPr lang="en-US" sz="2400" dirty="0" err="1"/>
              <a:t>doyduğunda</a:t>
            </a:r>
            <a:r>
              <a:rPr lang="en-US" sz="2400" dirty="0"/>
              <a:t> bile,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açsa</a:t>
            </a:r>
            <a:r>
              <a:rPr lang="en-US" sz="2400" dirty="0"/>
              <a:t>… O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hiçbir</a:t>
            </a:r>
            <a:r>
              <a:rPr lang="en-US" sz="2400" dirty="0"/>
              <a:t> zaman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huzur</a:t>
            </a:r>
            <a:r>
              <a:rPr lang="en-US" sz="2400" dirty="0"/>
              <a:t> </a:t>
            </a:r>
            <a:r>
              <a:rPr lang="en-US" sz="2400" dirty="0" err="1"/>
              <a:t>bulamaz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710669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32AECC8-E287-E305-AA99-0A8BAF7C1F3F}"/>
              </a:ext>
            </a:extLst>
          </p:cNvPr>
          <p:cNvSpPr txBox="1"/>
          <p:nvPr/>
        </p:nvSpPr>
        <p:spPr>
          <a:xfrm>
            <a:off x="0" y="0"/>
            <a:ext cx="6857999" cy="1268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58–61</a:t>
            </a:r>
            <a:endParaRPr lang="tr-TR" sz="2000" b="1" dirty="0"/>
          </a:p>
          <a:p>
            <a:pPr marL="0" indent="0">
              <a:buNone/>
            </a:pPr>
            <a:r>
              <a:rPr lang="en-US" sz="2000" b="1" dirty="0" err="1"/>
              <a:t>Bölüm</a:t>
            </a:r>
            <a:r>
              <a:rPr lang="en-US" sz="2000" b="1" dirty="0"/>
              <a:t>: </a:t>
            </a:r>
            <a:r>
              <a:rPr lang="en-US" sz="2000" dirty="0"/>
              <a:t>“</a:t>
            </a:r>
            <a:r>
              <a:rPr lang="en-US" sz="2000" dirty="0" err="1"/>
              <a:t>Tatminsiz</a:t>
            </a:r>
            <a:r>
              <a:rPr lang="en-US" sz="2000" dirty="0"/>
              <a:t> Ruh, </a:t>
            </a:r>
            <a:r>
              <a:rPr lang="en-US" sz="2000" dirty="0" err="1"/>
              <a:t>Cenneti</a:t>
            </a:r>
            <a:r>
              <a:rPr lang="en-US" sz="2000" dirty="0"/>
              <a:t> Bile </a:t>
            </a:r>
            <a:r>
              <a:rPr lang="en-US" sz="2000" dirty="0" err="1"/>
              <a:t>Cehenneme</a:t>
            </a:r>
            <a:r>
              <a:rPr lang="en-US" sz="2000" dirty="0"/>
              <a:t> </a:t>
            </a:r>
            <a:r>
              <a:rPr lang="en-US" sz="2000" dirty="0" err="1"/>
              <a:t>Çevirir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/>
              <a:t>— </a:t>
            </a:r>
            <a:r>
              <a:rPr lang="en-US" sz="2000" dirty="0" err="1"/>
              <a:t>Hakikati</a:t>
            </a:r>
            <a:r>
              <a:rPr lang="en-US" sz="2000" dirty="0"/>
              <a:t> Alan Ama </a:t>
            </a:r>
            <a:r>
              <a:rPr lang="en-US" sz="2000" dirty="0" err="1"/>
              <a:t>Yine</a:t>
            </a:r>
            <a:r>
              <a:rPr lang="en-US" sz="2000" dirty="0"/>
              <a:t> De </a:t>
            </a:r>
            <a:r>
              <a:rPr lang="en-US" sz="2000" dirty="0" err="1"/>
              <a:t>Yetinmeyen</a:t>
            </a:r>
            <a:r>
              <a:rPr lang="en-US" sz="2000" dirty="0"/>
              <a:t> </a:t>
            </a:r>
            <a:r>
              <a:rPr lang="en-US" sz="2000" dirty="0" err="1"/>
              <a:t>Bilincin</a:t>
            </a:r>
            <a:r>
              <a:rPr lang="en-US" sz="2000" dirty="0"/>
              <a:t> </a:t>
            </a:r>
            <a:r>
              <a:rPr lang="en-US" sz="2000" dirty="0" err="1"/>
              <a:t>Sınavı</a:t>
            </a:r>
            <a:r>
              <a:rPr lang="en-US" sz="2000" dirty="0"/>
              <a:t> —</a:t>
            </a:r>
            <a:endParaRPr lang="tr-TR" sz="2000" dirty="0"/>
          </a:p>
          <a:p>
            <a:r>
              <a:rPr lang="en-US" sz="2000" b="1" dirty="0"/>
              <a:t>58.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Dedik</a:t>
            </a:r>
            <a:r>
              <a:rPr lang="en-US" sz="2000" dirty="0"/>
              <a:t> ki: ‘</a:t>
            </a:r>
            <a:r>
              <a:rPr lang="en-US" sz="2000" dirty="0" err="1"/>
              <a:t>Şu</a:t>
            </a:r>
            <a:r>
              <a:rPr lang="en-US" sz="2000" dirty="0"/>
              <a:t> </a:t>
            </a:r>
            <a:r>
              <a:rPr lang="en-US" sz="2000" dirty="0" err="1"/>
              <a:t>kasabaya</a:t>
            </a:r>
            <a:r>
              <a:rPr lang="en-US" sz="2000" dirty="0"/>
              <a:t> </a:t>
            </a:r>
            <a:r>
              <a:rPr lang="en-US" sz="2000" dirty="0" err="1"/>
              <a:t>girin</a:t>
            </a:r>
            <a:r>
              <a:rPr lang="en-US" sz="2000" dirty="0"/>
              <a:t>; </a:t>
            </a:r>
            <a:r>
              <a:rPr lang="en-US" sz="2000" dirty="0" err="1"/>
              <a:t>orada</a:t>
            </a:r>
            <a:r>
              <a:rPr lang="en-US" sz="2000" dirty="0"/>
              <a:t> </a:t>
            </a:r>
            <a:r>
              <a:rPr lang="en-US" sz="2000" dirty="0" err="1"/>
              <a:t>dilediğiniz</a:t>
            </a:r>
            <a:r>
              <a:rPr lang="en-US" sz="2000" dirty="0"/>
              <a:t> </a:t>
            </a:r>
            <a:r>
              <a:rPr lang="en-US" sz="2000" dirty="0" err="1"/>
              <a:t>yerden</a:t>
            </a:r>
            <a:r>
              <a:rPr lang="en-US" sz="2000" dirty="0"/>
              <a:t> </a:t>
            </a:r>
            <a:r>
              <a:rPr lang="en-US" sz="2000" dirty="0" err="1"/>
              <a:t>bol</a:t>
            </a:r>
            <a:r>
              <a:rPr lang="en-US" sz="2000" dirty="0"/>
              <a:t> </a:t>
            </a:r>
            <a:r>
              <a:rPr lang="en-US" sz="2000" dirty="0" err="1"/>
              <a:t>bol</a:t>
            </a:r>
            <a:r>
              <a:rPr lang="en-US" sz="2000" dirty="0"/>
              <a:t> </a:t>
            </a:r>
            <a:r>
              <a:rPr lang="en-US" sz="2000" dirty="0" err="1"/>
              <a:t>yiyin</a:t>
            </a:r>
            <a:r>
              <a:rPr lang="en-US" sz="2000" dirty="0"/>
              <a:t>, </a:t>
            </a:r>
            <a:r>
              <a:rPr lang="en-US" sz="2000" dirty="0" err="1"/>
              <a:t>kapısından</a:t>
            </a:r>
            <a:r>
              <a:rPr lang="en-US" sz="2000" dirty="0"/>
              <a:t> </a:t>
            </a:r>
            <a:r>
              <a:rPr lang="en-US" sz="2000" dirty="0" err="1"/>
              <a:t>secde</a:t>
            </a:r>
            <a:r>
              <a:rPr lang="en-US" sz="2000" dirty="0"/>
              <a:t> </a:t>
            </a:r>
            <a:r>
              <a:rPr lang="en-US" sz="2000" dirty="0" err="1"/>
              <a:t>ederek</a:t>
            </a:r>
            <a:r>
              <a:rPr lang="en-US" sz="2000" dirty="0"/>
              <a:t> </a:t>
            </a:r>
            <a:r>
              <a:rPr lang="en-US" sz="2000" dirty="0" err="1"/>
              <a:t>girin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‘</a:t>
            </a:r>
            <a:r>
              <a:rPr lang="en-US" sz="2000" dirty="0" err="1"/>
              <a:t>Hıtta</a:t>
            </a:r>
            <a:r>
              <a:rPr lang="en-US" sz="2000" dirty="0"/>
              <a:t>’ </a:t>
            </a:r>
            <a:r>
              <a:rPr lang="en-US" sz="2000" dirty="0" err="1"/>
              <a:t>deyin</a:t>
            </a:r>
            <a:r>
              <a:rPr lang="en-US" sz="2000" dirty="0"/>
              <a:t> ki </a:t>
            </a:r>
            <a:r>
              <a:rPr lang="en-US" sz="2000" dirty="0" err="1"/>
              <a:t>hatalarınız</a:t>
            </a:r>
            <a:r>
              <a:rPr lang="en-US" sz="2000" dirty="0"/>
              <a:t> </a:t>
            </a:r>
            <a:r>
              <a:rPr lang="en-US" sz="2000" dirty="0" err="1"/>
              <a:t>bağışlansın</a:t>
            </a:r>
            <a:r>
              <a:rPr lang="en-US" sz="2000" dirty="0"/>
              <a:t>. Biz de </a:t>
            </a:r>
            <a:r>
              <a:rPr lang="en-US" sz="2000" dirty="0" err="1"/>
              <a:t>iyilik</a:t>
            </a:r>
            <a:r>
              <a:rPr lang="en-US" sz="2000" dirty="0"/>
              <a:t> </a:t>
            </a:r>
            <a:r>
              <a:rPr lang="en-US" sz="2000" dirty="0" err="1"/>
              <a:t>yapanlara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fazlasını</a:t>
            </a:r>
            <a:r>
              <a:rPr lang="en-US" sz="2000" dirty="0"/>
              <a:t> </a:t>
            </a:r>
            <a:r>
              <a:rPr lang="en-US" sz="2000" dirty="0" err="1"/>
              <a:t>veririz</a:t>
            </a:r>
            <a:r>
              <a:rPr lang="en-US" sz="2000" dirty="0"/>
              <a:t>.’”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tr-TR" sz="2000" b="1" dirty="0"/>
          </a:p>
          <a:p>
            <a:endParaRPr lang="en-US" sz="2000" b="1" dirty="0"/>
          </a:p>
          <a:p>
            <a:r>
              <a:rPr lang="en-US" sz="2000" dirty="0" err="1"/>
              <a:t>Kasaba</a:t>
            </a:r>
            <a:r>
              <a:rPr lang="en-US" sz="2000" dirty="0"/>
              <a:t> =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boyutu</a:t>
            </a:r>
            <a:endParaRPr lang="en-US" sz="2000" dirty="0"/>
          </a:p>
          <a:p>
            <a:r>
              <a:rPr lang="en-US" sz="2000" dirty="0" err="1"/>
              <a:t>Girmek</a:t>
            </a:r>
            <a:r>
              <a:rPr lang="en-US" sz="2000" dirty="0"/>
              <a:t> = </a:t>
            </a:r>
            <a:r>
              <a:rPr lang="en-US" sz="2000" dirty="0" err="1"/>
              <a:t>İçsel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kapıdan</a:t>
            </a:r>
            <a:r>
              <a:rPr lang="en-US" sz="2000" dirty="0"/>
              <a:t> </a:t>
            </a:r>
            <a:r>
              <a:rPr lang="en-US" sz="2000" dirty="0" err="1"/>
              <a:t>geçmek</a:t>
            </a:r>
            <a:endParaRPr lang="en-US" sz="2000" dirty="0"/>
          </a:p>
          <a:p>
            <a:r>
              <a:rPr lang="en-US" sz="2000" dirty="0" err="1"/>
              <a:t>Secdeyle</a:t>
            </a:r>
            <a:r>
              <a:rPr lang="en-US" sz="2000" dirty="0"/>
              <a:t> </a:t>
            </a:r>
            <a:r>
              <a:rPr lang="en-US" sz="2000" dirty="0" err="1"/>
              <a:t>girmek</a:t>
            </a:r>
            <a:r>
              <a:rPr lang="en-US" sz="2000" dirty="0"/>
              <a:t> = </a:t>
            </a:r>
            <a:r>
              <a:rPr lang="en-US" sz="2000" dirty="0" err="1"/>
              <a:t>Teslimiyet</a:t>
            </a:r>
            <a:r>
              <a:rPr lang="en-US" sz="2000" dirty="0"/>
              <a:t> </a:t>
            </a:r>
            <a:r>
              <a:rPr lang="en-US" sz="2000" dirty="0" err="1"/>
              <a:t>bilinciyle</a:t>
            </a:r>
            <a:r>
              <a:rPr lang="en-US" sz="2000" dirty="0"/>
              <a:t> </a:t>
            </a:r>
            <a:r>
              <a:rPr lang="en-US" sz="2000" dirty="0" err="1"/>
              <a:t>yaklaşmak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Hıtta</a:t>
            </a:r>
            <a:r>
              <a:rPr lang="en-US" sz="2000" dirty="0"/>
              <a:t>” </a:t>
            </a:r>
            <a:r>
              <a:rPr lang="en-US" sz="2000" dirty="0" err="1"/>
              <a:t>demek</a:t>
            </a:r>
            <a:r>
              <a:rPr lang="en-US" sz="2000" dirty="0"/>
              <a:t> =</a:t>
            </a:r>
          </a:p>
          <a:p>
            <a:r>
              <a:rPr lang="en-US" sz="2000" dirty="0" err="1"/>
              <a:t>Sözle</a:t>
            </a:r>
            <a:r>
              <a:rPr lang="en-US" sz="2000" dirty="0"/>
              <a:t> </a:t>
            </a:r>
            <a:r>
              <a:rPr lang="en-US" sz="2000" dirty="0" err="1"/>
              <a:t>arınma</a:t>
            </a:r>
            <a:r>
              <a:rPr lang="en-US" sz="2000" dirty="0"/>
              <a:t>, </a:t>
            </a:r>
            <a:r>
              <a:rPr lang="en-US" sz="2000" dirty="0" err="1"/>
              <a:t>içten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tevbe</a:t>
            </a:r>
            <a:r>
              <a:rPr lang="en-US" sz="2000" dirty="0"/>
              <a:t>,</a:t>
            </a:r>
          </a:p>
          <a:p>
            <a:r>
              <a:rPr lang="en-US" sz="2000" dirty="0"/>
              <a:t>“Ben </a:t>
            </a:r>
            <a:r>
              <a:rPr lang="en-US" sz="2000" dirty="0" err="1"/>
              <a:t>hatamı</a:t>
            </a:r>
            <a:r>
              <a:rPr lang="en-US" sz="2000" dirty="0"/>
              <a:t> fark </a:t>
            </a:r>
            <a:r>
              <a:rPr lang="en-US" sz="2000" dirty="0" err="1"/>
              <a:t>ettim</a:t>
            </a:r>
            <a:r>
              <a:rPr lang="en-US" sz="2000" dirty="0"/>
              <a:t>” </a:t>
            </a:r>
            <a:r>
              <a:rPr lang="en-US" sz="2000" dirty="0" err="1"/>
              <a:t>frekansı</a:t>
            </a:r>
            <a:br>
              <a:rPr lang="en-US" sz="2000" dirty="0"/>
            </a:br>
            <a:endParaRPr lang="en-US" sz="2000" b="1" dirty="0"/>
          </a:p>
          <a:p>
            <a:r>
              <a:rPr lang="en-US" sz="2000" b="1" dirty="0"/>
              <a:t>Bu </a:t>
            </a:r>
            <a:r>
              <a:rPr lang="en-US" sz="2000" b="1" dirty="0" err="1"/>
              <a:t>ayet</a:t>
            </a:r>
            <a:r>
              <a:rPr lang="en-US" sz="2000" b="1" dirty="0"/>
              <a:t> sana </a:t>
            </a:r>
            <a:r>
              <a:rPr lang="en-US" sz="2000" b="1" dirty="0" err="1"/>
              <a:t>şunu</a:t>
            </a:r>
            <a:r>
              <a:rPr lang="en-US" sz="2000" b="1" dirty="0"/>
              <a:t> </a:t>
            </a:r>
            <a:r>
              <a:rPr lang="en-US" sz="2000" b="1" dirty="0" err="1"/>
              <a:t>öğretir</a:t>
            </a:r>
            <a:r>
              <a:rPr lang="en-US" sz="2000" b="1" dirty="0"/>
              <a:t>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İçine</a:t>
            </a:r>
            <a:r>
              <a:rPr lang="en-US" sz="2000" dirty="0"/>
              <a:t> </a:t>
            </a:r>
            <a:r>
              <a:rPr lang="en-US" sz="2000" dirty="0" err="1"/>
              <a:t>teslimiyetle</a:t>
            </a:r>
            <a:r>
              <a:rPr lang="en-US" sz="2000" dirty="0"/>
              <a:t> </a:t>
            </a:r>
            <a:r>
              <a:rPr lang="en-US" sz="2000" dirty="0" err="1"/>
              <a:t>girersen</a:t>
            </a:r>
            <a:r>
              <a:rPr lang="en-US" sz="2000" dirty="0"/>
              <a:t>, </a:t>
            </a:r>
            <a:r>
              <a:rPr lang="en-US" sz="2000" dirty="0" err="1"/>
              <a:t>orada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doymazsın</a:t>
            </a:r>
            <a:r>
              <a:rPr lang="en-US" sz="2000" dirty="0"/>
              <a:t>… </a:t>
            </a:r>
            <a:r>
              <a:rPr lang="en-US" sz="2000" dirty="0" err="1"/>
              <a:t>affolunur</a:t>
            </a:r>
            <a:r>
              <a:rPr lang="en-US" sz="2000" dirty="0"/>
              <a:t>, </a:t>
            </a:r>
            <a:r>
              <a:rPr lang="en-US" sz="2000" dirty="0" err="1"/>
              <a:t>hatta</a:t>
            </a:r>
            <a:r>
              <a:rPr lang="en-US" sz="2000" dirty="0"/>
              <a:t> </a:t>
            </a:r>
            <a:r>
              <a:rPr lang="en-US" sz="2000" dirty="0" err="1"/>
              <a:t>yükseltilirsin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59. </a:t>
            </a:r>
            <a:r>
              <a:rPr lang="en-US" sz="2000" b="1" dirty="0" err="1"/>
              <a:t>Ayet</a:t>
            </a:r>
            <a:endParaRPr lang="en-US" sz="2000" b="1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“Ama </a:t>
            </a:r>
            <a:r>
              <a:rPr lang="en-US" sz="2000" dirty="0" err="1"/>
              <a:t>zalimler</a:t>
            </a:r>
            <a:r>
              <a:rPr lang="en-US" sz="2000" dirty="0"/>
              <a:t>, </a:t>
            </a:r>
            <a:r>
              <a:rPr lang="en-US" sz="2000" dirty="0" err="1"/>
              <a:t>kendilerine</a:t>
            </a:r>
            <a:r>
              <a:rPr lang="en-US" sz="2000" dirty="0"/>
              <a:t> </a:t>
            </a:r>
            <a:r>
              <a:rPr lang="en-US" sz="2000" dirty="0" err="1"/>
              <a:t>söylenen</a:t>
            </a:r>
            <a:r>
              <a:rPr lang="en-US" sz="2000" dirty="0"/>
              <a:t> </a:t>
            </a:r>
            <a:r>
              <a:rPr lang="en-US" sz="2000" dirty="0" err="1"/>
              <a:t>sözü</a:t>
            </a:r>
            <a:r>
              <a:rPr lang="en-US" sz="2000" dirty="0"/>
              <a:t> </a:t>
            </a:r>
            <a:r>
              <a:rPr lang="en-US" sz="2000" dirty="0" err="1"/>
              <a:t>değiştirip</a:t>
            </a:r>
            <a:r>
              <a:rPr lang="en-US" sz="2000" dirty="0"/>
              <a:t> </a:t>
            </a:r>
            <a:r>
              <a:rPr lang="en-US" sz="2000" dirty="0" err="1"/>
              <a:t>başka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söz</a:t>
            </a:r>
            <a:r>
              <a:rPr lang="en-US" sz="2000" dirty="0"/>
              <a:t> </a:t>
            </a:r>
            <a:r>
              <a:rPr lang="en-US" sz="2000" dirty="0" err="1"/>
              <a:t>söylediler</a:t>
            </a:r>
            <a:r>
              <a:rPr lang="en-US" sz="2000" dirty="0"/>
              <a:t>. Bu </a:t>
            </a:r>
            <a:r>
              <a:rPr lang="en-US" sz="2000" dirty="0" err="1"/>
              <a:t>yüzden</a:t>
            </a:r>
            <a:r>
              <a:rPr lang="en-US" sz="2000" dirty="0"/>
              <a:t>, </a:t>
            </a:r>
            <a:r>
              <a:rPr lang="en-US" sz="2000" dirty="0" err="1"/>
              <a:t>hak</a:t>
            </a:r>
            <a:r>
              <a:rPr lang="en-US" sz="2000" dirty="0"/>
              <a:t> </a:t>
            </a:r>
            <a:r>
              <a:rPr lang="en-US" sz="2000" dirty="0" err="1"/>
              <a:t>ettikleri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üzerlerine</a:t>
            </a:r>
            <a:r>
              <a:rPr lang="en-US" sz="2000" dirty="0"/>
              <a:t> </a:t>
            </a:r>
            <a:r>
              <a:rPr lang="en-US" sz="2000" dirty="0" err="1"/>
              <a:t>gökten</a:t>
            </a:r>
            <a:r>
              <a:rPr lang="en-US" sz="2000" dirty="0"/>
              <a:t> </a:t>
            </a:r>
            <a:r>
              <a:rPr lang="en-US" sz="2000" dirty="0" err="1"/>
              <a:t>azap</a:t>
            </a:r>
            <a:r>
              <a:rPr lang="en-US" sz="2000" dirty="0"/>
              <a:t> </a:t>
            </a:r>
            <a:r>
              <a:rPr lang="en-US" sz="2000" dirty="0" err="1"/>
              <a:t>indirdik</a:t>
            </a:r>
            <a:r>
              <a:rPr lang="en-US" sz="2000" dirty="0"/>
              <a:t>.”**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derin:Sana</a:t>
            </a:r>
            <a:r>
              <a:rPr lang="en-US" sz="2000" dirty="0"/>
              <a:t> </a:t>
            </a:r>
            <a:r>
              <a:rPr lang="en-US" sz="2000" dirty="0" err="1"/>
              <a:t>söylenenin</a:t>
            </a:r>
            <a:r>
              <a:rPr lang="en-US" sz="2000" dirty="0"/>
              <a:t> </a:t>
            </a:r>
            <a:r>
              <a:rPr lang="en-US" sz="2000" dirty="0" err="1"/>
              <a:t>özünü</a:t>
            </a:r>
            <a:r>
              <a:rPr lang="en-US" sz="2000" dirty="0"/>
              <a:t> </a:t>
            </a:r>
            <a:r>
              <a:rPr lang="en-US" sz="2000" dirty="0" err="1"/>
              <a:t>bozarsan</a:t>
            </a:r>
            <a:r>
              <a:rPr lang="en-US" sz="2000" dirty="0"/>
              <a:t>, </a:t>
            </a:r>
            <a:r>
              <a:rPr lang="en-US" sz="2000" dirty="0" err="1"/>
              <a:t>sistemin</a:t>
            </a:r>
            <a:r>
              <a:rPr lang="en-US" sz="2000" dirty="0"/>
              <a:t> </a:t>
            </a:r>
            <a:r>
              <a:rPr lang="en-US" sz="2000" dirty="0" err="1"/>
              <a:t>frekansı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taşımaz</a:t>
            </a:r>
            <a:r>
              <a:rPr lang="en-US" sz="2000" dirty="0"/>
              <a:t>. “</a:t>
            </a:r>
            <a:r>
              <a:rPr lang="en-US" sz="2000" dirty="0" err="1"/>
              <a:t>Hıtta</a:t>
            </a:r>
            <a:r>
              <a:rPr lang="en-US" sz="2000" dirty="0"/>
              <a:t>”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başka</a:t>
            </a:r>
            <a:r>
              <a:rPr lang="en-US" sz="2000" dirty="0"/>
              <a:t> </a:t>
            </a:r>
            <a:r>
              <a:rPr lang="en-US" sz="2000" dirty="0" err="1"/>
              <a:t>söz</a:t>
            </a:r>
            <a:r>
              <a:rPr lang="en-US" sz="2000" dirty="0"/>
              <a:t> </a:t>
            </a:r>
            <a:r>
              <a:rPr lang="en-US" sz="2000" dirty="0" err="1"/>
              <a:t>söylemek</a:t>
            </a:r>
            <a:r>
              <a:rPr lang="en-US" sz="2000" dirty="0"/>
              <a:t> =</a:t>
            </a:r>
          </a:p>
          <a:p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arınma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yüzeysel</a:t>
            </a:r>
            <a:r>
              <a:rPr lang="en-US" sz="2000" dirty="0"/>
              <a:t> </a:t>
            </a:r>
            <a:r>
              <a:rPr lang="en-US" sz="2000" dirty="0" err="1"/>
              <a:t>kelime</a:t>
            </a:r>
            <a:r>
              <a:rPr lang="en-US" sz="2000" dirty="0"/>
              <a:t> </a:t>
            </a:r>
            <a:r>
              <a:rPr lang="en-US" sz="2000" dirty="0" err="1"/>
              <a:t>kullanmak</a:t>
            </a:r>
            <a:endParaRPr lang="en-US" sz="2000" dirty="0"/>
          </a:p>
          <a:p>
            <a:r>
              <a:rPr lang="en-US" sz="2000" dirty="0"/>
              <a:t>Yani: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</a:t>
            </a:r>
            <a:r>
              <a:rPr lang="en-US" sz="2000" dirty="0" err="1"/>
              <a:t>olmadan</a:t>
            </a:r>
            <a:r>
              <a:rPr lang="en-US" sz="2000" dirty="0"/>
              <a:t>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şekle</a:t>
            </a:r>
            <a:r>
              <a:rPr lang="en-US" sz="2000" dirty="0"/>
              <a:t> </a:t>
            </a:r>
            <a:r>
              <a:rPr lang="en-US" sz="2000" dirty="0" err="1"/>
              <a:t>girmek</a:t>
            </a:r>
            <a:r>
              <a:rPr lang="en-US" sz="2000" dirty="0"/>
              <a:t>.”</a:t>
            </a:r>
            <a:br>
              <a:rPr lang="en-US" sz="2000" dirty="0"/>
            </a:br>
            <a:r>
              <a:rPr lang="en-US" sz="2000" dirty="0"/>
              <a:t>Ve </a:t>
            </a:r>
            <a:r>
              <a:rPr lang="en-US" sz="2000" dirty="0" err="1"/>
              <a:t>sonuç</a:t>
            </a:r>
            <a:r>
              <a:rPr lang="en-US" sz="2000" dirty="0"/>
              <a:t>:</a:t>
            </a:r>
          </a:p>
          <a:p>
            <a:r>
              <a:rPr lang="en-US" sz="2000" dirty="0"/>
              <a:t>İlahi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bozulmaz</a:t>
            </a:r>
            <a:r>
              <a:rPr lang="en-US" sz="2000" dirty="0"/>
              <a:t>, ama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dışına</a:t>
            </a:r>
            <a:r>
              <a:rPr lang="en-US" sz="2000" dirty="0"/>
              <a:t> </a:t>
            </a:r>
            <a:r>
              <a:rPr lang="en-US" sz="2000" dirty="0" err="1"/>
              <a:t>düşersin</a:t>
            </a:r>
            <a:r>
              <a:rPr lang="en-US" sz="2000" dirty="0"/>
              <a:t>. </a:t>
            </a:r>
          </a:p>
          <a:p>
            <a:r>
              <a:rPr lang="en-US" sz="2000" dirty="0"/>
              <a:t>Bu “</a:t>
            </a:r>
            <a:r>
              <a:rPr lang="en-US" sz="2000" dirty="0" err="1"/>
              <a:t>azap</a:t>
            </a:r>
            <a:r>
              <a:rPr lang="en-US" sz="2000" dirty="0"/>
              <a:t>”, </a:t>
            </a:r>
            <a:r>
              <a:rPr lang="en-US" sz="2000" dirty="0" err="1"/>
              <a:t>dıştan</a:t>
            </a:r>
            <a:r>
              <a:rPr lang="en-US" sz="2000" dirty="0"/>
              <a:t> </a:t>
            </a:r>
            <a:r>
              <a:rPr lang="en-US" sz="2000" dirty="0" err="1"/>
              <a:t>gelen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ceza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. </a:t>
            </a:r>
            <a:r>
              <a:rPr lang="en-US" sz="2000" dirty="0" err="1"/>
              <a:t>Bilincin</a:t>
            </a:r>
            <a:r>
              <a:rPr lang="en-US" sz="2000" dirty="0"/>
              <a:t> </a:t>
            </a:r>
            <a:r>
              <a:rPr lang="en-US" sz="2000" dirty="0" err="1"/>
              <a:t>düşüşüdür</a:t>
            </a:r>
            <a:r>
              <a:rPr lang="en-US" sz="2000" dirty="0"/>
              <a:t>. </a:t>
            </a:r>
            <a:endParaRPr lang="en-TR" sz="2000" dirty="0"/>
          </a:p>
          <a:p>
            <a:endParaRPr lang="en-US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58768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BF5AA76-5488-6CBA-B1EC-7953297591AF}"/>
              </a:ext>
            </a:extLst>
          </p:cNvPr>
          <p:cNvSpPr txBox="1"/>
          <p:nvPr/>
        </p:nvSpPr>
        <p:spPr>
          <a:xfrm>
            <a:off x="0" y="91440"/>
            <a:ext cx="6857999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60.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“Musa, </a:t>
            </a:r>
            <a:r>
              <a:rPr lang="en-US" sz="2000" dirty="0" err="1"/>
              <a:t>kavmi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istemişti</a:t>
            </a:r>
            <a:r>
              <a:rPr lang="en-US" sz="2000" dirty="0"/>
              <a:t>. Biz de </a:t>
            </a:r>
            <a:r>
              <a:rPr lang="en-US" sz="2000" dirty="0" err="1"/>
              <a:t>ona</a:t>
            </a:r>
            <a:r>
              <a:rPr lang="en-US" sz="2000" dirty="0"/>
              <a:t> ‘</a:t>
            </a:r>
            <a:r>
              <a:rPr lang="en-US" sz="2000" dirty="0" err="1"/>
              <a:t>Asanı</a:t>
            </a:r>
            <a:r>
              <a:rPr lang="en-US" sz="2000" dirty="0"/>
              <a:t> </a:t>
            </a:r>
            <a:r>
              <a:rPr lang="en-US" sz="2000" dirty="0" err="1"/>
              <a:t>taşa</a:t>
            </a:r>
            <a:r>
              <a:rPr lang="en-US" sz="2000" dirty="0"/>
              <a:t> </a:t>
            </a:r>
            <a:r>
              <a:rPr lang="en-US" sz="2000" dirty="0" err="1"/>
              <a:t>vur</a:t>
            </a:r>
            <a:r>
              <a:rPr lang="en-US" sz="2000" dirty="0"/>
              <a:t>’ </a:t>
            </a:r>
            <a:r>
              <a:rPr lang="en-US" sz="2000" dirty="0" err="1"/>
              <a:t>dedik</a:t>
            </a:r>
            <a:r>
              <a:rPr lang="en-US" sz="2000" dirty="0"/>
              <a:t>. Ondan on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pınar</a:t>
            </a:r>
            <a:r>
              <a:rPr lang="en-US" sz="2000" dirty="0"/>
              <a:t> </a:t>
            </a:r>
            <a:r>
              <a:rPr lang="en-US" sz="2000" dirty="0" err="1"/>
              <a:t>fışkırdı</a:t>
            </a:r>
            <a:r>
              <a:rPr lang="en-US" sz="2000" dirty="0"/>
              <a:t>. Her </a:t>
            </a:r>
            <a:r>
              <a:rPr lang="en-US" sz="2000" dirty="0" err="1"/>
              <a:t>grup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içme</a:t>
            </a:r>
            <a:r>
              <a:rPr lang="en-US" sz="2000" dirty="0"/>
              <a:t> </a:t>
            </a:r>
            <a:r>
              <a:rPr lang="en-US" sz="2000" dirty="0" err="1"/>
              <a:t>yerini</a:t>
            </a:r>
            <a:r>
              <a:rPr lang="en-US" sz="2000" dirty="0"/>
              <a:t> </a:t>
            </a:r>
            <a:r>
              <a:rPr lang="en-US" sz="2000" dirty="0" err="1"/>
              <a:t>öğrendi</a:t>
            </a:r>
            <a:r>
              <a:rPr lang="en-US" sz="2000" dirty="0"/>
              <a:t>. ‘</a:t>
            </a:r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verdiği</a:t>
            </a:r>
            <a:r>
              <a:rPr lang="en-US" sz="2000" dirty="0"/>
              <a:t> </a:t>
            </a:r>
            <a:r>
              <a:rPr lang="en-US" sz="2000" dirty="0" err="1"/>
              <a:t>rızıktan</a:t>
            </a:r>
            <a:r>
              <a:rPr lang="en-US" sz="2000" dirty="0"/>
              <a:t> </a:t>
            </a:r>
            <a:r>
              <a:rPr lang="en-US" sz="2000" dirty="0" err="1"/>
              <a:t>yiyin</a:t>
            </a:r>
            <a:r>
              <a:rPr lang="en-US" sz="2000" dirty="0"/>
              <a:t>, </a:t>
            </a:r>
            <a:r>
              <a:rPr lang="en-US" sz="2000" dirty="0" err="1"/>
              <a:t>yeryüzünde</a:t>
            </a:r>
            <a:r>
              <a:rPr lang="en-US" sz="2000" dirty="0"/>
              <a:t> </a:t>
            </a:r>
            <a:r>
              <a:rPr lang="en-US" sz="2000" dirty="0" err="1"/>
              <a:t>bozgunculuk</a:t>
            </a:r>
            <a:r>
              <a:rPr lang="en-US" sz="2000" dirty="0"/>
              <a:t> </a:t>
            </a:r>
            <a:r>
              <a:rPr lang="en-US" sz="2000" dirty="0" err="1"/>
              <a:t>yapmayın</a:t>
            </a:r>
            <a:r>
              <a:rPr lang="en-US" sz="2000" dirty="0"/>
              <a:t>’ </a:t>
            </a:r>
            <a:r>
              <a:rPr lang="en-US" sz="2000" dirty="0" err="1"/>
              <a:t>dedik</a:t>
            </a:r>
            <a:r>
              <a:rPr lang="en-US" sz="2000" dirty="0"/>
              <a:t>.”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b="1" dirty="0"/>
              <a:t>Bu </a:t>
            </a:r>
            <a:r>
              <a:rPr lang="en-US" sz="2000" b="1" dirty="0" err="1"/>
              <a:t>ayetteki</a:t>
            </a:r>
            <a:r>
              <a:rPr lang="en-US" sz="2000" b="1" dirty="0"/>
              <a:t> </a:t>
            </a:r>
            <a:r>
              <a:rPr lang="en-US" sz="2000" b="1" dirty="0" err="1"/>
              <a:t>mucize</a:t>
            </a:r>
            <a:r>
              <a:rPr lang="en-US" sz="2000" b="1" dirty="0"/>
              <a:t> </a:t>
            </a:r>
            <a:r>
              <a:rPr lang="en-US" sz="2000" b="1" dirty="0" err="1"/>
              <a:t>çok</a:t>
            </a:r>
            <a:r>
              <a:rPr lang="en-US" sz="2000" b="1" dirty="0"/>
              <a:t> </a:t>
            </a:r>
            <a:r>
              <a:rPr lang="en-US" sz="2000" b="1" dirty="0" err="1"/>
              <a:t>derin</a:t>
            </a:r>
            <a:r>
              <a:rPr lang="en-US" sz="2000" b="1" dirty="0"/>
              <a:t> </a:t>
            </a:r>
            <a:r>
              <a:rPr lang="en-US" sz="2000" b="1" dirty="0" err="1"/>
              <a:t>bir</a:t>
            </a:r>
            <a:r>
              <a:rPr lang="en-US" sz="2000" b="1" dirty="0"/>
              <a:t> </a:t>
            </a:r>
            <a:r>
              <a:rPr lang="en-US" sz="2000" b="1" dirty="0" err="1"/>
              <a:t>semboldür</a:t>
            </a:r>
            <a:r>
              <a:rPr lang="en-US" sz="2000" b="1" dirty="0"/>
              <a:t>:</a:t>
            </a:r>
            <a:endParaRPr lang="tr-TR" sz="2000" dirty="0"/>
          </a:p>
          <a:p>
            <a:r>
              <a:rPr lang="en-US" sz="2000" dirty="0"/>
              <a:t>Musa = </a:t>
            </a:r>
            <a:r>
              <a:rPr lang="en-US" sz="2000" dirty="0" err="1"/>
              <a:t>Uyanmış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endParaRPr lang="en-US" sz="2000" dirty="0"/>
          </a:p>
          <a:p>
            <a:r>
              <a:rPr lang="en-US" sz="2000" dirty="0"/>
              <a:t>Asa = </a:t>
            </a:r>
            <a:r>
              <a:rPr lang="en-US" sz="2000" dirty="0" err="1"/>
              <a:t>İrade</a:t>
            </a:r>
            <a:r>
              <a:rPr lang="en-US" sz="2000" dirty="0"/>
              <a:t>, </a:t>
            </a:r>
            <a:r>
              <a:rPr lang="en-US" sz="2000" dirty="0" err="1"/>
              <a:t>yönlendiren</a:t>
            </a:r>
            <a:r>
              <a:rPr lang="en-US" sz="2000" dirty="0"/>
              <a:t> </a:t>
            </a:r>
            <a:r>
              <a:rPr lang="en-US" sz="2000" dirty="0" err="1"/>
              <a:t>güç</a:t>
            </a:r>
            <a:endParaRPr lang="en-US" sz="2000" dirty="0"/>
          </a:p>
          <a:p>
            <a:r>
              <a:rPr lang="en-US" sz="2000" dirty="0"/>
              <a:t>Taş = </a:t>
            </a:r>
            <a:r>
              <a:rPr lang="en-US" sz="2000" dirty="0" err="1"/>
              <a:t>Sertleşmiş</a:t>
            </a:r>
            <a:r>
              <a:rPr lang="en-US" sz="2000" dirty="0"/>
              <a:t> </a:t>
            </a:r>
            <a:r>
              <a:rPr lang="en-US" sz="2000" dirty="0" err="1"/>
              <a:t>zihin</a:t>
            </a:r>
            <a:r>
              <a:rPr lang="en-US" sz="2000" dirty="0"/>
              <a:t>/</a:t>
            </a:r>
            <a:r>
              <a:rPr lang="en-US" sz="2000" dirty="0" err="1"/>
              <a:t>kalp</a:t>
            </a:r>
            <a:endParaRPr lang="en-US" sz="2000" dirty="0"/>
          </a:p>
          <a:p>
            <a:r>
              <a:rPr lang="en-US" sz="2000" dirty="0"/>
              <a:t>On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pınar</a:t>
            </a:r>
            <a:r>
              <a:rPr lang="en-US" sz="2000" dirty="0"/>
              <a:t> =On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kapısı</a:t>
            </a:r>
            <a:r>
              <a:rPr lang="en-US" sz="2000" dirty="0"/>
              <a:t> (</a:t>
            </a:r>
            <a:r>
              <a:rPr lang="en-US" sz="2000" dirty="0" err="1"/>
              <a:t>burç</a:t>
            </a:r>
            <a:r>
              <a:rPr lang="en-US" sz="2000" dirty="0"/>
              <a:t>, </a:t>
            </a:r>
            <a:r>
              <a:rPr lang="en-US" sz="2000" dirty="0" err="1"/>
              <a:t>kabile</a:t>
            </a:r>
            <a:r>
              <a:rPr lang="en-US" sz="2000" dirty="0"/>
              <a:t>,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katmanı</a:t>
            </a:r>
            <a:r>
              <a:rPr lang="en-US" sz="2000" dirty="0"/>
              <a:t>)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Ve </a:t>
            </a:r>
            <a:r>
              <a:rPr lang="en-US" sz="2000" b="1" dirty="0" err="1"/>
              <a:t>şöyle</a:t>
            </a:r>
            <a:r>
              <a:rPr lang="en-US" sz="2000" b="1" dirty="0"/>
              <a:t> </a:t>
            </a:r>
            <a:r>
              <a:rPr lang="en-US" sz="2000" b="1" dirty="0" err="1"/>
              <a:t>bir</a:t>
            </a:r>
            <a:r>
              <a:rPr lang="en-US" sz="2000" b="1" dirty="0"/>
              <a:t> </a:t>
            </a:r>
            <a:r>
              <a:rPr lang="en-US" sz="2000" b="1" dirty="0" err="1"/>
              <a:t>sır</a:t>
            </a:r>
            <a:r>
              <a:rPr lang="en-US" sz="2000" b="1" dirty="0"/>
              <a:t> var:</a:t>
            </a:r>
            <a:endParaRPr lang="en-US" sz="2000" dirty="0"/>
          </a:p>
          <a:p>
            <a:r>
              <a:rPr lang="en-US" sz="2000" dirty="0" err="1"/>
              <a:t>Sert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bile,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hakikatin</a:t>
            </a:r>
            <a:r>
              <a:rPr lang="en-US" sz="2000" dirty="0"/>
              <a:t> </a:t>
            </a:r>
            <a:r>
              <a:rPr lang="en-US" sz="2000" dirty="0" err="1"/>
              <a:t>eliyle</a:t>
            </a:r>
            <a:r>
              <a:rPr lang="en-US" sz="2000" dirty="0"/>
              <a:t> </a:t>
            </a:r>
            <a:r>
              <a:rPr lang="en-US" sz="2000" dirty="0" err="1"/>
              <a:t>dokunursa</a:t>
            </a:r>
            <a:r>
              <a:rPr lang="en-US" sz="2000" dirty="0"/>
              <a:t> </a:t>
            </a:r>
            <a:r>
              <a:rPr lang="en-US" sz="2000" dirty="0" err="1"/>
              <a:t>şifaya</a:t>
            </a:r>
            <a:r>
              <a:rPr lang="en-US" sz="2000" dirty="0"/>
              <a:t> </a:t>
            </a:r>
            <a:r>
              <a:rPr lang="en-US" sz="2000" dirty="0" err="1"/>
              <a:t>dönüşür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Bu </a:t>
            </a:r>
            <a:r>
              <a:rPr lang="en-US" sz="2000" b="1" dirty="0" err="1"/>
              <a:t>ayet</a:t>
            </a:r>
            <a:r>
              <a:rPr lang="en-US" sz="2000" b="1" dirty="0"/>
              <a:t> sana </a:t>
            </a:r>
            <a:r>
              <a:rPr lang="en-US" sz="2000" b="1" dirty="0" err="1"/>
              <a:t>fısıldar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“Kendi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taşa</a:t>
            </a:r>
            <a:r>
              <a:rPr lang="en-US" sz="2000" dirty="0"/>
              <a:t> </a:t>
            </a:r>
            <a:r>
              <a:rPr lang="en-US" sz="2000" dirty="0" err="1"/>
              <a:t>iradenle</a:t>
            </a:r>
            <a:r>
              <a:rPr lang="en-US" sz="2000" dirty="0"/>
              <a:t> </a:t>
            </a:r>
            <a:r>
              <a:rPr lang="en-US" sz="2000" dirty="0" err="1"/>
              <a:t>dokun</a:t>
            </a:r>
            <a:r>
              <a:rPr lang="en-US" sz="2000" dirty="0"/>
              <a:t>, </a:t>
            </a:r>
            <a:r>
              <a:rPr lang="en-US" sz="2000" dirty="0" err="1"/>
              <a:t>oradan</a:t>
            </a:r>
            <a:r>
              <a:rPr lang="en-US" sz="2000" dirty="0"/>
              <a:t> </a:t>
            </a:r>
            <a:r>
              <a:rPr lang="en-US" sz="2000" dirty="0" err="1"/>
              <a:t>yaşam</a:t>
            </a:r>
            <a:r>
              <a:rPr lang="en-US" sz="2000" dirty="0"/>
              <a:t> </a:t>
            </a:r>
            <a:r>
              <a:rPr lang="en-US" sz="2000" dirty="0" err="1"/>
              <a:t>fışkıracaktır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61.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Dediler</a:t>
            </a:r>
            <a:r>
              <a:rPr lang="en-US" sz="2000" dirty="0"/>
              <a:t> ki: ‘Ey Musa! Biz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çeşit</a:t>
            </a:r>
            <a:r>
              <a:rPr lang="en-US" sz="2000" dirty="0"/>
              <a:t> </a:t>
            </a:r>
            <a:r>
              <a:rPr lang="en-US" sz="2000" dirty="0" err="1"/>
              <a:t>yemeğe</a:t>
            </a:r>
            <a:r>
              <a:rPr lang="en-US" sz="2000" dirty="0"/>
              <a:t> </a:t>
            </a:r>
            <a:r>
              <a:rPr lang="en-US" sz="2000" dirty="0" err="1"/>
              <a:t>sabredemeyiz</a:t>
            </a:r>
            <a:r>
              <a:rPr lang="en-US" sz="2000" dirty="0"/>
              <a:t>. </a:t>
            </a:r>
            <a:r>
              <a:rPr lang="en-US" sz="2000" dirty="0" err="1"/>
              <a:t>Rabbine</a:t>
            </a:r>
            <a:r>
              <a:rPr lang="en-US" sz="2000" dirty="0"/>
              <a:t> dua et de </a:t>
            </a:r>
            <a:r>
              <a:rPr lang="en-US" sz="2000" dirty="0" err="1"/>
              <a:t>bizim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yerden</a:t>
            </a:r>
            <a:r>
              <a:rPr lang="en-US" sz="2000" dirty="0"/>
              <a:t> </a:t>
            </a:r>
            <a:r>
              <a:rPr lang="en-US" sz="2000" dirty="0" err="1"/>
              <a:t>biten</a:t>
            </a:r>
            <a:r>
              <a:rPr lang="en-US" sz="2000" dirty="0"/>
              <a:t> </a:t>
            </a:r>
            <a:r>
              <a:rPr lang="en-US" sz="2000" dirty="0" err="1"/>
              <a:t>sebze</a:t>
            </a:r>
            <a:r>
              <a:rPr lang="en-US" sz="2000" dirty="0"/>
              <a:t>, </a:t>
            </a:r>
            <a:r>
              <a:rPr lang="en-US" sz="2000" dirty="0" err="1"/>
              <a:t>salatalık</a:t>
            </a:r>
            <a:r>
              <a:rPr lang="en-US" sz="2000" dirty="0"/>
              <a:t>, </a:t>
            </a:r>
            <a:r>
              <a:rPr lang="en-US" sz="2000" dirty="0" err="1"/>
              <a:t>sarımsak</a:t>
            </a:r>
            <a:r>
              <a:rPr lang="en-US" sz="2000" dirty="0"/>
              <a:t>, </a:t>
            </a:r>
            <a:r>
              <a:rPr lang="en-US" sz="2000" dirty="0" err="1"/>
              <a:t>mercimek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soğandan</a:t>
            </a:r>
            <a:r>
              <a:rPr lang="en-US" sz="2000" dirty="0"/>
              <a:t> </a:t>
            </a:r>
            <a:r>
              <a:rPr lang="en-US" sz="2000" dirty="0" err="1"/>
              <a:t>çıkarsın</a:t>
            </a:r>
            <a:r>
              <a:rPr lang="en-US" sz="2000" dirty="0"/>
              <a:t>.’ Musa </a:t>
            </a:r>
            <a:r>
              <a:rPr lang="en-US" sz="2000" dirty="0" err="1"/>
              <a:t>dedi</a:t>
            </a:r>
            <a:r>
              <a:rPr lang="en-US" sz="2000" dirty="0"/>
              <a:t> ki: ‘</a:t>
            </a:r>
            <a:r>
              <a:rPr lang="en-US" sz="2000" dirty="0" err="1"/>
              <a:t>Siz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üstün</a:t>
            </a:r>
            <a:r>
              <a:rPr lang="en-US" sz="2000" dirty="0"/>
              <a:t> </a:t>
            </a:r>
            <a:r>
              <a:rPr lang="en-US" sz="2000" dirty="0" err="1"/>
              <a:t>olanı</a:t>
            </a:r>
            <a:r>
              <a:rPr lang="en-US" sz="2000" dirty="0"/>
              <a:t>,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aşağı</a:t>
            </a:r>
            <a:r>
              <a:rPr lang="en-US" sz="2000" dirty="0"/>
              <a:t> </a:t>
            </a:r>
            <a:r>
              <a:rPr lang="en-US" sz="2000" dirty="0" err="1"/>
              <a:t>olanla</a:t>
            </a:r>
            <a:r>
              <a:rPr lang="en-US" sz="2000" dirty="0"/>
              <a:t> </a:t>
            </a:r>
            <a:r>
              <a:rPr lang="en-US" sz="2000" dirty="0" err="1"/>
              <a:t>mı</a:t>
            </a:r>
            <a:r>
              <a:rPr lang="en-US" sz="2000" dirty="0"/>
              <a:t> </a:t>
            </a:r>
            <a:r>
              <a:rPr lang="en-US" sz="2000" dirty="0" err="1"/>
              <a:t>değiştirmek</a:t>
            </a:r>
            <a:r>
              <a:rPr lang="en-US" sz="2000" dirty="0"/>
              <a:t> </a:t>
            </a:r>
            <a:r>
              <a:rPr lang="en-US" sz="2000" dirty="0" err="1"/>
              <a:t>istiyorsunuz</a:t>
            </a:r>
            <a:r>
              <a:rPr lang="en-US" sz="2000" dirty="0"/>
              <a:t>? </a:t>
            </a:r>
            <a:r>
              <a:rPr lang="en-US" sz="2000" dirty="0" err="1"/>
              <a:t>Öyleyse</a:t>
            </a:r>
            <a:r>
              <a:rPr lang="en-US" sz="2000" dirty="0"/>
              <a:t> </a:t>
            </a:r>
            <a:r>
              <a:rPr lang="en-US" sz="2000" dirty="0" err="1"/>
              <a:t>inin</a:t>
            </a:r>
            <a:r>
              <a:rPr lang="en-US" sz="2000" dirty="0"/>
              <a:t> </a:t>
            </a:r>
            <a:r>
              <a:rPr lang="en-US" sz="2000" dirty="0" err="1"/>
              <a:t>Mısır’a</a:t>
            </a:r>
            <a:r>
              <a:rPr lang="en-US" sz="2000" dirty="0"/>
              <a:t>; </a:t>
            </a:r>
            <a:r>
              <a:rPr lang="en-US" sz="2000" dirty="0" err="1"/>
              <a:t>istediğiniz</a:t>
            </a:r>
            <a:r>
              <a:rPr lang="en-US" sz="2000" dirty="0"/>
              <a:t> </a:t>
            </a:r>
            <a:r>
              <a:rPr lang="en-US" sz="2000" dirty="0" err="1"/>
              <a:t>oradadır</a:t>
            </a:r>
            <a:r>
              <a:rPr lang="en-US" sz="2000" dirty="0"/>
              <a:t>.’ Ve </a:t>
            </a:r>
            <a:r>
              <a:rPr lang="en-US" sz="2000" dirty="0" err="1"/>
              <a:t>üzerlerine</a:t>
            </a:r>
            <a:r>
              <a:rPr lang="en-US" sz="2000" dirty="0"/>
              <a:t> </a:t>
            </a:r>
            <a:r>
              <a:rPr lang="en-US" sz="2000" dirty="0" err="1"/>
              <a:t>zillet</a:t>
            </a:r>
            <a:r>
              <a:rPr lang="en-US" sz="2000" dirty="0"/>
              <a:t>, </a:t>
            </a:r>
            <a:r>
              <a:rPr lang="en-US" sz="2000" dirty="0" err="1"/>
              <a:t>aşağılanma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gazabı</a:t>
            </a:r>
            <a:r>
              <a:rPr lang="en-US" sz="2000" dirty="0"/>
              <a:t> </a:t>
            </a:r>
            <a:r>
              <a:rPr lang="en-US" sz="2000" dirty="0" err="1"/>
              <a:t>çöktü</a:t>
            </a:r>
            <a:r>
              <a:rPr lang="en-US" sz="2000" dirty="0"/>
              <a:t>…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tr-TR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 </a:t>
            </a:r>
            <a:r>
              <a:rPr lang="en-US" sz="2000" dirty="0" err="1"/>
              <a:t>ruhun</a:t>
            </a:r>
            <a:r>
              <a:rPr lang="en-US" sz="2000" dirty="0"/>
              <a:t> </a:t>
            </a:r>
            <a:r>
              <a:rPr lang="en-US" sz="2000" dirty="0" err="1"/>
              <a:t>doymuşken</a:t>
            </a:r>
            <a:r>
              <a:rPr lang="en-US" sz="2000" dirty="0"/>
              <a:t> </a:t>
            </a:r>
            <a:r>
              <a:rPr lang="en-US" sz="2000" dirty="0" err="1"/>
              <a:t>zihnin</a:t>
            </a:r>
            <a:r>
              <a:rPr lang="en-US" sz="2000" dirty="0"/>
              <a:t> </a:t>
            </a:r>
            <a:r>
              <a:rPr lang="en-US" sz="2000" dirty="0" err="1"/>
              <a:t>hâlâ</a:t>
            </a:r>
            <a:r>
              <a:rPr lang="en-US" sz="2000" dirty="0"/>
              <a:t> </a:t>
            </a:r>
            <a:r>
              <a:rPr lang="en-US" sz="2000" dirty="0" err="1"/>
              <a:t>aç</a:t>
            </a:r>
            <a:r>
              <a:rPr lang="en-US" sz="2000" dirty="0"/>
              <a:t> </a:t>
            </a:r>
            <a:r>
              <a:rPr lang="en-US" sz="2000" dirty="0" err="1"/>
              <a:t>olmasını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tr-TR" sz="2000" dirty="0"/>
              <a:t>.</a:t>
            </a:r>
            <a:endParaRPr lang="en-TR" sz="2000" dirty="0"/>
          </a:p>
        </p:txBody>
      </p:sp>
    </p:spTree>
    <p:extLst>
      <p:ext uri="{BB962C8B-B14F-4D97-AF65-F5344CB8AC3E}">
        <p14:creationId xmlns:p14="http://schemas.microsoft.com/office/powerpoint/2010/main" val="660894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E609051-88C2-41FE-62AE-2225F656ED3F}"/>
              </a:ext>
            </a:extLst>
          </p:cNvPr>
          <p:cNvSpPr txBox="1"/>
          <p:nvPr/>
        </p:nvSpPr>
        <p:spPr>
          <a:xfrm>
            <a:off x="0" y="1"/>
            <a:ext cx="6857999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Gökten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kudret</a:t>
            </a:r>
            <a:r>
              <a:rPr lang="en-US" sz="2400" dirty="0"/>
              <a:t> </a:t>
            </a:r>
            <a:r>
              <a:rPr lang="en-US" sz="2400" dirty="0" err="1"/>
              <a:t>helvası</a:t>
            </a:r>
            <a:r>
              <a:rPr lang="en-US" sz="2400" dirty="0"/>
              <a:t> = İlahi </a:t>
            </a:r>
            <a:r>
              <a:rPr lang="en-US" sz="2400" dirty="0" err="1"/>
              <a:t>bilgi</a:t>
            </a:r>
            <a:endParaRPr lang="en-US" sz="2400" dirty="0"/>
          </a:p>
          <a:p>
            <a:r>
              <a:rPr lang="en-US" sz="2400" dirty="0" err="1"/>
              <a:t>Sebze</a:t>
            </a:r>
            <a:r>
              <a:rPr lang="en-US" sz="2400" dirty="0"/>
              <a:t>, </a:t>
            </a:r>
            <a:r>
              <a:rPr lang="en-US" sz="2400" dirty="0" err="1"/>
              <a:t>soğan</a:t>
            </a:r>
            <a:r>
              <a:rPr lang="en-US" sz="2400" dirty="0"/>
              <a:t> vs. </a:t>
            </a:r>
            <a:r>
              <a:rPr lang="en-US" sz="2400" dirty="0" err="1"/>
              <a:t>istemek</a:t>
            </a:r>
            <a:r>
              <a:rPr lang="en-US" sz="2400" dirty="0"/>
              <a:t> = Maddi </a:t>
            </a:r>
            <a:r>
              <a:rPr lang="en-US" sz="2400" dirty="0" err="1"/>
              <a:t>tatmin</a:t>
            </a:r>
            <a:endParaRPr lang="en-US" sz="2400" dirty="0"/>
          </a:p>
          <a:p>
            <a:r>
              <a:rPr lang="en-US" sz="2400" dirty="0"/>
              <a:t>“Bir </a:t>
            </a:r>
            <a:r>
              <a:rPr lang="en-US" sz="2400" dirty="0" err="1"/>
              <a:t>çeşit</a:t>
            </a:r>
            <a:r>
              <a:rPr lang="en-US" sz="2400" dirty="0"/>
              <a:t> </a:t>
            </a:r>
            <a:r>
              <a:rPr lang="en-US" sz="2400" dirty="0" err="1"/>
              <a:t>yemeğe</a:t>
            </a:r>
            <a:r>
              <a:rPr lang="en-US" sz="2400" dirty="0"/>
              <a:t> </a:t>
            </a:r>
            <a:r>
              <a:rPr lang="en-US" sz="2400" dirty="0" err="1"/>
              <a:t>sabredemeyiz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 =</a:t>
            </a:r>
          </a:p>
          <a:p>
            <a:r>
              <a:rPr lang="en-US" sz="2400" dirty="0" err="1"/>
              <a:t>İçsel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doyduğunu</a:t>
            </a:r>
            <a:r>
              <a:rPr lang="en-US" sz="2400" dirty="0"/>
              <a:t> fark </a:t>
            </a:r>
            <a:r>
              <a:rPr lang="en-US" sz="2400" dirty="0" err="1"/>
              <a:t>etmemek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Musa’nın</a:t>
            </a:r>
            <a:r>
              <a:rPr lang="en-US" sz="2400" dirty="0"/>
              <a:t> </a:t>
            </a:r>
            <a:r>
              <a:rPr lang="en-US" sz="2400" dirty="0" err="1"/>
              <a:t>cevabı</a:t>
            </a:r>
            <a:r>
              <a:rPr lang="en-US" sz="2400" dirty="0"/>
              <a:t> net: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yüksek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bilinçle</a:t>
            </a:r>
            <a:r>
              <a:rPr lang="en-US" sz="2400" dirty="0"/>
              <a:t> </a:t>
            </a:r>
            <a:r>
              <a:rPr lang="en-US" sz="2400" dirty="0" err="1"/>
              <a:t>doyuyorsun</a:t>
            </a:r>
            <a:r>
              <a:rPr lang="en-US" sz="2400" dirty="0"/>
              <a:t>, ama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bedenin</a:t>
            </a:r>
            <a:r>
              <a:rPr lang="en-US" sz="2400" dirty="0"/>
              <a:t> </a:t>
            </a:r>
            <a:r>
              <a:rPr lang="en-US" sz="2400" dirty="0" err="1"/>
              <a:t>dilini</a:t>
            </a:r>
            <a:r>
              <a:rPr lang="en-US" sz="2400" dirty="0"/>
              <a:t> </a:t>
            </a:r>
            <a:r>
              <a:rPr lang="en-US" sz="2400" dirty="0" err="1"/>
              <a:t>dinliyorsan</a:t>
            </a:r>
            <a:r>
              <a:rPr lang="en-US" sz="2400" dirty="0"/>
              <a:t>… O zaman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düşer</a:t>
            </a:r>
            <a:r>
              <a:rPr lang="en-US" sz="2400" dirty="0"/>
              <a:t>. Ve </a:t>
            </a:r>
            <a:r>
              <a:rPr lang="en-US" sz="2400" dirty="0" err="1"/>
              <a:t>Mısır’a</a:t>
            </a:r>
            <a:r>
              <a:rPr lang="en-US" sz="2400" dirty="0"/>
              <a:t> </a:t>
            </a:r>
            <a:r>
              <a:rPr lang="en-US" sz="2400" dirty="0" err="1"/>
              <a:t>geri</a:t>
            </a:r>
            <a:r>
              <a:rPr lang="en-US" sz="2400" dirty="0"/>
              <a:t> </a:t>
            </a:r>
            <a:r>
              <a:rPr lang="en-US" sz="2400" dirty="0" err="1"/>
              <a:t>dönersin</a:t>
            </a:r>
            <a:r>
              <a:rPr lang="en-US" sz="2400" dirty="0"/>
              <a:t>. Yani </a:t>
            </a:r>
            <a:r>
              <a:rPr lang="en-US" sz="2400" dirty="0" err="1"/>
              <a:t>eski</a:t>
            </a:r>
            <a:r>
              <a:rPr lang="en-US" sz="2400" dirty="0"/>
              <a:t> </a:t>
            </a:r>
            <a:r>
              <a:rPr lang="en-US" sz="2400" dirty="0" err="1"/>
              <a:t>bilincine</a:t>
            </a:r>
            <a:r>
              <a:rPr lang="en-US" sz="2400" dirty="0"/>
              <a:t> </a:t>
            </a:r>
            <a:r>
              <a:rPr lang="en-US" sz="2400" dirty="0" err="1"/>
              <a:t>inersin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b="1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sana der ki: </a:t>
            </a:r>
            <a:r>
              <a:rPr lang="en-US" sz="2400" dirty="0"/>
              <a:t>“</a:t>
            </a:r>
            <a:r>
              <a:rPr lang="en-US" sz="2400" dirty="0" err="1"/>
              <a:t>Ruhunu</a:t>
            </a:r>
            <a:r>
              <a:rPr lang="en-US" sz="2400" dirty="0"/>
              <a:t> </a:t>
            </a:r>
            <a:r>
              <a:rPr lang="en-US" sz="2400" dirty="0" err="1"/>
              <a:t>doyuranı</a:t>
            </a:r>
            <a:r>
              <a:rPr lang="en-US" sz="2400" dirty="0"/>
              <a:t> </a:t>
            </a:r>
            <a:r>
              <a:rPr lang="en-US" sz="2400" dirty="0" err="1"/>
              <a:t>bırakıp</a:t>
            </a:r>
            <a:r>
              <a:rPr lang="en-US" sz="2400" dirty="0"/>
              <a:t> </a:t>
            </a:r>
            <a:r>
              <a:rPr lang="en-US" sz="2400" dirty="0" err="1"/>
              <a:t>zihnine</a:t>
            </a:r>
            <a:r>
              <a:rPr lang="en-US" sz="2400" dirty="0"/>
              <a:t> </a:t>
            </a:r>
            <a:r>
              <a:rPr lang="en-US" sz="2400" dirty="0" err="1"/>
              <a:t>hitap</a:t>
            </a:r>
            <a:r>
              <a:rPr lang="en-US" sz="2400" dirty="0"/>
              <a:t> </a:t>
            </a:r>
            <a:r>
              <a:rPr lang="en-US" sz="2400" dirty="0" err="1"/>
              <a:t>edeni</a:t>
            </a:r>
            <a:r>
              <a:rPr lang="en-US" sz="2400" dirty="0"/>
              <a:t> </a:t>
            </a:r>
            <a:r>
              <a:rPr lang="en-US" sz="2400" dirty="0" err="1"/>
              <a:t>istersen</a:t>
            </a:r>
            <a:r>
              <a:rPr lang="en-US" sz="2400" dirty="0"/>
              <a:t>… O zaman </a:t>
            </a:r>
            <a:r>
              <a:rPr lang="en-US" sz="2400" dirty="0" err="1"/>
              <a:t>cennetin</a:t>
            </a:r>
            <a:r>
              <a:rPr lang="en-US" sz="2400" dirty="0"/>
              <a:t>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cehenneme</a:t>
            </a:r>
            <a:r>
              <a:rPr lang="en-US" sz="2400" dirty="0"/>
              <a:t> </a:t>
            </a:r>
            <a:r>
              <a:rPr lang="en-US" sz="2400" dirty="0" err="1"/>
              <a:t>inersin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tr-TR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beş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, sana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soruyu</a:t>
            </a:r>
            <a:r>
              <a:rPr lang="en-US" sz="2400" dirty="0"/>
              <a:t> </a:t>
            </a:r>
            <a:r>
              <a:rPr lang="en-US" sz="2400" dirty="0" err="1"/>
              <a:t>getirir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doydun</a:t>
            </a:r>
            <a:r>
              <a:rPr lang="en-US" sz="2400" dirty="0"/>
              <a:t> mu?” </a:t>
            </a:r>
            <a:br>
              <a:rPr lang="en-US" sz="2400" dirty="0"/>
            </a:br>
            <a:r>
              <a:rPr lang="en-US" sz="2400" dirty="0"/>
              <a:t>Belki de </a:t>
            </a:r>
            <a:r>
              <a:rPr lang="en-US" sz="2400" dirty="0" err="1"/>
              <a:t>ruhun</a:t>
            </a:r>
            <a:r>
              <a:rPr lang="en-US" sz="2400" dirty="0"/>
              <a:t>, </a:t>
            </a:r>
            <a:r>
              <a:rPr lang="en-US" sz="2400" dirty="0" err="1"/>
              <a:t>çoktan</a:t>
            </a:r>
            <a:r>
              <a:rPr lang="en-US" sz="2400" dirty="0"/>
              <a:t> </a:t>
            </a:r>
            <a:r>
              <a:rPr lang="en-US" sz="2400" dirty="0" err="1"/>
              <a:t>doydu</a:t>
            </a:r>
            <a:r>
              <a:rPr lang="en-US" sz="2400" dirty="0"/>
              <a:t>… ama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eski</a:t>
            </a:r>
            <a:r>
              <a:rPr lang="en-US" sz="2400" dirty="0"/>
              <a:t> </a:t>
            </a:r>
            <a:r>
              <a:rPr lang="en-US" sz="2400" dirty="0" err="1"/>
              <a:t>alışkanlıklarla</a:t>
            </a:r>
            <a:r>
              <a:rPr lang="en-US" sz="2400" dirty="0"/>
              <a:t> yeni </a:t>
            </a:r>
            <a:r>
              <a:rPr lang="en-US" sz="2400" dirty="0" err="1"/>
              <a:t>tatlar</a:t>
            </a:r>
            <a:r>
              <a:rPr lang="en-US" sz="2400" dirty="0"/>
              <a:t> </a:t>
            </a:r>
            <a:r>
              <a:rPr lang="en-US" sz="2400" dirty="0" err="1"/>
              <a:t>arıyor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kez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hatırlıyorsun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Tatmin</a:t>
            </a:r>
            <a:r>
              <a:rPr lang="en-US" sz="2400" dirty="0"/>
              <a:t>, </a:t>
            </a:r>
            <a:r>
              <a:rPr lang="en-US" sz="2400" dirty="0" err="1"/>
              <a:t>içte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 </a:t>
            </a:r>
            <a:r>
              <a:rPr lang="en-US" sz="2400" dirty="0" err="1"/>
              <a:t>Tatminsizlik</a:t>
            </a:r>
            <a:r>
              <a:rPr lang="en-US" sz="2400" dirty="0"/>
              <a:t>, </a:t>
            </a:r>
            <a:r>
              <a:rPr lang="en-US" sz="2400" dirty="0" err="1"/>
              <a:t>cennet</a:t>
            </a:r>
            <a:r>
              <a:rPr lang="en-US" sz="2400" dirty="0"/>
              <a:t> </a:t>
            </a:r>
            <a:r>
              <a:rPr lang="en-US" sz="2400" dirty="0" err="1"/>
              <a:t>bilincini</a:t>
            </a:r>
            <a:r>
              <a:rPr lang="en-US" sz="2400" dirty="0"/>
              <a:t> bile </a:t>
            </a:r>
            <a:r>
              <a:rPr lang="en-US" sz="2400" dirty="0" err="1"/>
              <a:t>karanlığa</a:t>
            </a:r>
            <a:r>
              <a:rPr lang="en-US" sz="2400" dirty="0"/>
              <a:t> </a:t>
            </a:r>
            <a:r>
              <a:rPr lang="en-US" sz="2400" dirty="0" err="1"/>
              <a:t>çevirir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62–66. </a:t>
            </a:r>
            <a:r>
              <a:rPr lang="en-US" sz="2400" dirty="0" err="1"/>
              <a:t>ayetlerine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karşımıza</a:t>
            </a:r>
            <a:r>
              <a:rPr lang="en-US" sz="2400" dirty="0"/>
              <a:t>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sembol</a:t>
            </a:r>
            <a:r>
              <a:rPr lang="en-US" sz="2400" dirty="0"/>
              <a:t> </a:t>
            </a:r>
            <a:r>
              <a:rPr lang="en-US" sz="2400" dirty="0" err="1"/>
              <a:t>çıkıyor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inanç</a:t>
            </a:r>
            <a:r>
              <a:rPr lang="en-US" sz="2400" dirty="0"/>
              <a:t> </a:t>
            </a:r>
            <a:r>
              <a:rPr lang="en-US" sz="2400" dirty="0" err="1"/>
              <a:t>yollarının</a:t>
            </a:r>
            <a:r>
              <a:rPr lang="en-US" sz="2400" dirty="0"/>
              <a:t> </a:t>
            </a:r>
            <a:r>
              <a:rPr lang="en-US" sz="2400" dirty="0" err="1"/>
              <a:t>özde</a:t>
            </a:r>
            <a:r>
              <a:rPr lang="en-US" sz="2400" dirty="0"/>
              <a:t> </a:t>
            </a:r>
            <a:r>
              <a:rPr lang="en-US" sz="2400" dirty="0" err="1"/>
              <a:t>birleşmesi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İçten</a:t>
            </a:r>
            <a:r>
              <a:rPr lang="en-US" sz="2400" dirty="0"/>
              <a:t> </a:t>
            </a:r>
            <a:r>
              <a:rPr lang="en-US" sz="2400" dirty="0" err="1"/>
              <a:t>olanın</a:t>
            </a:r>
            <a:r>
              <a:rPr lang="en-US" sz="2400" dirty="0"/>
              <a:t> </a:t>
            </a:r>
            <a:r>
              <a:rPr lang="en-US" sz="2400" dirty="0" err="1"/>
              <a:t>dıştan</a:t>
            </a:r>
            <a:r>
              <a:rPr lang="en-US" sz="2400" dirty="0"/>
              <a:t> </a:t>
            </a:r>
            <a:r>
              <a:rPr lang="en-US" sz="2400" dirty="0" err="1"/>
              <a:t>olana</a:t>
            </a:r>
            <a:r>
              <a:rPr lang="en-US" sz="2400" dirty="0"/>
              <a:t> </a:t>
            </a:r>
            <a:r>
              <a:rPr lang="en-US" sz="2400" dirty="0" err="1"/>
              <a:t>üstünlüğü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Ayetleri</a:t>
            </a:r>
            <a:r>
              <a:rPr lang="en-US" sz="2400" dirty="0"/>
              <a:t> </a:t>
            </a:r>
            <a:r>
              <a:rPr lang="en-US" sz="2400" dirty="0" err="1"/>
              <a:t>unutmanın</a:t>
            </a:r>
            <a:r>
              <a:rPr lang="en-US" sz="2400" dirty="0"/>
              <a:t> </a:t>
            </a:r>
            <a:r>
              <a:rPr lang="en-US" sz="2400" dirty="0" err="1"/>
              <a:t>enerjetik</a:t>
            </a:r>
            <a:r>
              <a:rPr lang="en-US" sz="2400" dirty="0"/>
              <a:t> </a:t>
            </a:r>
            <a:r>
              <a:rPr lang="en-US" sz="2400" dirty="0" err="1"/>
              <a:t>karşılığı</a:t>
            </a:r>
            <a:r>
              <a:rPr lang="en-US" sz="2400" dirty="0"/>
              <a:t>: </a:t>
            </a:r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dönüşüm</a:t>
            </a:r>
            <a:endParaRPr lang="en-US" sz="2400" dirty="0"/>
          </a:p>
          <a:p>
            <a:r>
              <a:rPr lang="en-US" sz="2400" b="1" dirty="0"/>
              <a:t>Yani </a:t>
            </a:r>
            <a:r>
              <a:rPr lang="en-US" sz="2400" b="1" dirty="0" err="1"/>
              <a:t>bu</a:t>
            </a:r>
            <a:r>
              <a:rPr lang="en-US" sz="2400" b="1" dirty="0"/>
              <a:t> </a:t>
            </a:r>
            <a:r>
              <a:rPr lang="en-US" sz="2400" b="1" dirty="0" err="1"/>
              <a:t>ayetler</a:t>
            </a:r>
            <a:r>
              <a:rPr lang="en-US" sz="2400" b="1" dirty="0"/>
              <a:t>, </a:t>
            </a:r>
            <a:r>
              <a:rPr lang="en-US" sz="2400" b="1" dirty="0" err="1"/>
              <a:t>şunu</a:t>
            </a:r>
            <a:r>
              <a:rPr lang="en-US" sz="2400" b="1" dirty="0"/>
              <a:t> </a:t>
            </a:r>
            <a:r>
              <a:rPr lang="en-US" sz="2400" b="1" dirty="0" err="1"/>
              <a:t>fısıldar</a:t>
            </a:r>
            <a:r>
              <a:rPr lang="en-US" sz="2400" b="1" dirty="0"/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“Senin </a:t>
            </a:r>
            <a:r>
              <a:rPr lang="en-US" sz="2400" dirty="0" err="1"/>
              <a:t>şeklin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özün</a:t>
            </a:r>
            <a:r>
              <a:rPr lang="en-US" sz="2400" dirty="0"/>
              <a:t> </a:t>
            </a:r>
            <a:r>
              <a:rPr lang="en-US" sz="2400" dirty="0" err="1"/>
              <a:t>değerlidir</a:t>
            </a:r>
            <a:r>
              <a:rPr lang="en-US" sz="2400" dirty="0"/>
              <a:t>. Ve </a:t>
            </a:r>
            <a:r>
              <a:rPr lang="en-US" sz="2400" dirty="0" err="1"/>
              <a:t>unutmak</a:t>
            </a:r>
            <a:r>
              <a:rPr lang="en-US" sz="2400" dirty="0"/>
              <a:t>, </a:t>
            </a:r>
            <a:r>
              <a:rPr lang="en-US" sz="2400" dirty="0" err="1"/>
              <a:t>insanı</a:t>
            </a:r>
            <a:r>
              <a:rPr lang="en-US" sz="2400" dirty="0"/>
              <a:t> </a:t>
            </a:r>
            <a:r>
              <a:rPr lang="en-US" sz="2400" dirty="0" err="1"/>
              <a:t>hayvani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bilince</a:t>
            </a:r>
            <a:r>
              <a:rPr lang="en-US" sz="2400" dirty="0"/>
              <a:t> </a:t>
            </a:r>
            <a:r>
              <a:rPr lang="en-US" sz="2400" dirty="0" err="1"/>
              <a:t>dönüştürebilir</a:t>
            </a:r>
            <a:r>
              <a:rPr lang="en-US" sz="2400" dirty="0"/>
              <a:t>. Ama </a:t>
            </a:r>
            <a:r>
              <a:rPr lang="en-US" sz="2400" dirty="0" err="1"/>
              <a:t>hatırlamak</a:t>
            </a:r>
            <a:r>
              <a:rPr lang="en-US" sz="2400" dirty="0"/>
              <a:t>…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yapar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956565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8C2103D-41D7-9D52-B9AB-F599DD2041B4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62–66</a:t>
            </a:r>
            <a:endParaRPr lang="tr-TR" sz="2400" b="1" dirty="0"/>
          </a:p>
          <a:p>
            <a:pPr marL="0" indent="0">
              <a:buNone/>
            </a:pP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Kalpte</a:t>
            </a:r>
            <a:r>
              <a:rPr lang="en-US" sz="2400" dirty="0"/>
              <a:t> Olan </a:t>
            </a:r>
            <a:r>
              <a:rPr lang="en-US" sz="2400" dirty="0" err="1"/>
              <a:t>Kurtarır</a:t>
            </a:r>
            <a:r>
              <a:rPr lang="en-US" sz="2400" dirty="0"/>
              <a:t>, </a:t>
            </a:r>
            <a:r>
              <a:rPr lang="en-US" sz="2400" dirty="0" err="1"/>
              <a:t>Unutmak</a:t>
            </a:r>
            <a:r>
              <a:rPr lang="en-US" sz="2400" dirty="0"/>
              <a:t> </a:t>
            </a:r>
            <a:r>
              <a:rPr lang="en-US" sz="2400" dirty="0" err="1"/>
              <a:t>Dönüştürür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 err="1"/>
              <a:t>Şekiller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Frekanslar</a:t>
            </a:r>
            <a:r>
              <a:rPr lang="en-US" sz="2400" dirty="0"/>
              <a:t> </a:t>
            </a:r>
            <a:r>
              <a:rPr lang="en-US" sz="2400" dirty="0" err="1"/>
              <a:t>Yükselir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62.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Şüphesiz</a:t>
            </a:r>
            <a:r>
              <a:rPr lang="en-US" sz="2400" dirty="0"/>
              <a:t> </a:t>
            </a:r>
            <a:r>
              <a:rPr lang="en-US" sz="2400" dirty="0" err="1"/>
              <a:t>iman</a:t>
            </a:r>
            <a:r>
              <a:rPr lang="en-US" sz="2400" dirty="0"/>
              <a:t> </a:t>
            </a:r>
            <a:r>
              <a:rPr lang="en-US" sz="2400" dirty="0" err="1"/>
              <a:t>edenler</a:t>
            </a:r>
            <a:r>
              <a:rPr lang="en-US" sz="2400" dirty="0"/>
              <a:t>, </a:t>
            </a:r>
            <a:r>
              <a:rPr lang="en-US" sz="2400" dirty="0" err="1"/>
              <a:t>Yahudiler</a:t>
            </a:r>
            <a:r>
              <a:rPr lang="en-US" sz="2400" dirty="0"/>
              <a:t>, </a:t>
            </a:r>
            <a:r>
              <a:rPr lang="en-US" sz="2400" dirty="0" err="1"/>
              <a:t>Hristiyanlar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Sâbiîlerden</a:t>
            </a:r>
            <a:r>
              <a:rPr lang="en-US" sz="2400" dirty="0"/>
              <a:t>,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ahiret</a:t>
            </a:r>
            <a:r>
              <a:rPr lang="en-US" sz="2400" dirty="0"/>
              <a:t> </a:t>
            </a:r>
            <a:r>
              <a:rPr lang="en-US" sz="2400" dirty="0" err="1"/>
              <a:t>gününe</a:t>
            </a:r>
            <a:r>
              <a:rPr lang="en-US" sz="2400" dirty="0"/>
              <a:t> </a:t>
            </a:r>
            <a:r>
              <a:rPr lang="en-US" sz="2400" dirty="0" err="1"/>
              <a:t>iman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salih</a:t>
            </a:r>
            <a:r>
              <a:rPr lang="en-US" sz="2400" dirty="0"/>
              <a:t> </a:t>
            </a:r>
            <a:r>
              <a:rPr lang="en-US" sz="2400" dirty="0" err="1"/>
              <a:t>amel</a:t>
            </a:r>
            <a:r>
              <a:rPr lang="en-US" sz="2400" dirty="0"/>
              <a:t> </a:t>
            </a:r>
            <a:r>
              <a:rPr lang="en-US" sz="2400" dirty="0" err="1"/>
              <a:t>işleyenlere</a:t>
            </a:r>
            <a:r>
              <a:rPr lang="en-US" sz="2400" dirty="0"/>
              <a:t>, </a:t>
            </a:r>
            <a:r>
              <a:rPr lang="en-US" sz="2400" dirty="0" err="1"/>
              <a:t>Rableri</a:t>
            </a:r>
            <a:r>
              <a:rPr lang="en-US" sz="2400" dirty="0"/>
              <a:t> </a:t>
            </a:r>
            <a:r>
              <a:rPr lang="en-US" sz="2400" dirty="0" err="1"/>
              <a:t>katında</a:t>
            </a:r>
            <a:r>
              <a:rPr lang="en-US" sz="2400" dirty="0"/>
              <a:t> </a:t>
            </a:r>
            <a:r>
              <a:rPr lang="en-US" sz="2400" dirty="0" err="1"/>
              <a:t>mükâfat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korku</a:t>
            </a:r>
            <a:r>
              <a:rPr lang="en-US" sz="2400" dirty="0"/>
              <a:t> </a:t>
            </a:r>
            <a:r>
              <a:rPr lang="en-US" sz="2400" dirty="0" err="1"/>
              <a:t>yoktur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üzülmeyeceklerdir</a:t>
            </a:r>
            <a:r>
              <a:rPr lang="en-US" sz="2400" dirty="0"/>
              <a:t>.”**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birlik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taşır</a:t>
            </a:r>
            <a:r>
              <a:rPr lang="en-US" sz="2400" dirty="0"/>
              <a:t>:</a:t>
            </a:r>
          </a:p>
          <a:p>
            <a:r>
              <a:rPr lang="en-US" sz="2400" dirty="0"/>
              <a:t>“Kim ki </a:t>
            </a:r>
            <a:r>
              <a:rPr lang="en-US" sz="2400" dirty="0" err="1"/>
              <a:t>içtenlikle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yönelir</a:t>
            </a:r>
            <a:r>
              <a:rPr lang="en-US" sz="2400" dirty="0"/>
              <a:t>, </a:t>
            </a:r>
            <a:r>
              <a:rPr lang="en-US" sz="2400" dirty="0" err="1"/>
              <a:t>kim</a:t>
            </a:r>
            <a:r>
              <a:rPr lang="en-US" sz="2400" dirty="0"/>
              <a:t> ki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salih</a:t>
            </a:r>
            <a:r>
              <a:rPr lang="en-US" sz="2400" dirty="0"/>
              <a:t> </a:t>
            </a:r>
            <a:r>
              <a:rPr lang="en-US" sz="2400" dirty="0" err="1"/>
              <a:t>davranışlar</a:t>
            </a:r>
            <a:r>
              <a:rPr lang="en-US" sz="2400" dirty="0"/>
              <a:t> </a:t>
            </a:r>
            <a:r>
              <a:rPr lang="en-US" sz="2400" dirty="0" err="1"/>
              <a:t>içindedir</a:t>
            </a:r>
            <a:r>
              <a:rPr lang="en-US" sz="2400" dirty="0"/>
              <a:t>, o </a:t>
            </a:r>
            <a:r>
              <a:rPr lang="en-US" sz="2400" dirty="0" err="1"/>
              <a:t>korunur</a:t>
            </a:r>
            <a:r>
              <a:rPr lang="en-US" sz="2400" dirty="0"/>
              <a:t>.” </a:t>
            </a:r>
          </a:p>
          <a:p>
            <a:r>
              <a:rPr lang="en-US" sz="2400" dirty="0" err="1"/>
              <a:t>Yani:Din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belirleyicidir.Etiket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niyet</a:t>
            </a:r>
            <a:r>
              <a:rPr lang="en-US" sz="2400" dirty="0"/>
              <a:t> </a:t>
            </a:r>
            <a:r>
              <a:rPr lang="en-US" sz="2400" dirty="0" err="1"/>
              <a:t>değerlidir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şöyle</a:t>
            </a:r>
            <a:r>
              <a:rPr lang="en-US" sz="2400" dirty="0"/>
              <a:t> der:</a:t>
            </a:r>
          </a:p>
          <a:p>
            <a:r>
              <a:rPr lang="en-US" sz="2400" dirty="0"/>
              <a:t>“Kutsal </a:t>
            </a:r>
            <a:r>
              <a:rPr lang="en-US" sz="2400" dirty="0" err="1"/>
              <a:t>olan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geçen</a:t>
            </a:r>
            <a:r>
              <a:rPr lang="en-US" sz="2400" dirty="0"/>
              <a:t> </a:t>
            </a:r>
            <a:r>
              <a:rPr lang="en-US" sz="2400" dirty="0" err="1"/>
              <a:t>ışıktır</a:t>
            </a:r>
            <a:r>
              <a:rPr lang="en-US" sz="2400" dirty="0"/>
              <a:t>. </a:t>
            </a:r>
            <a:r>
              <a:rPr lang="en-US" sz="2400" dirty="0" err="1"/>
              <a:t>İsimler</a:t>
            </a:r>
            <a:r>
              <a:rPr lang="en-US" sz="2400" dirty="0"/>
              <a:t>, </a:t>
            </a:r>
            <a:r>
              <a:rPr lang="en-US" sz="2400" dirty="0" err="1"/>
              <a:t>şekiller</a:t>
            </a:r>
            <a:r>
              <a:rPr lang="en-US" sz="2400" dirty="0"/>
              <a:t>, </a:t>
            </a:r>
            <a:r>
              <a:rPr lang="en-US" sz="2400" dirty="0" err="1"/>
              <a:t>yollar</a:t>
            </a:r>
            <a:r>
              <a:rPr lang="en-US" sz="2400" dirty="0"/>
              <a:t> </a:t>
            </a: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… Ama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kalbinle</a:t>
            </a:r>
            <a:r>
              <a:rPr lang="en-US" sz="2400" dirty="0"/>
              <a:t> </a:t>
            </a:r>
            <a:r>
              <a:rPr lang="en-US" sz="2400" dirty="0" err="1"/>
              <a:t>yürüyorsan</a:t>
            </a:r>
            <a:r>
              <a:rPr lang="en-US" sz="2400" dirty="0"/>
              <a:t>,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dönüyorsun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63.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Sizden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almıştık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Tur </a:t>
            </a:r>
            <a:r>
              <a:rPr lang="en-US" sz="2400" dirty="0" err="1"/>
              <a:t>dağını</a:t>
            </a:r>
            <a:r>
              <a:rPr lang="en-US" sz="2400" dirty="0"/>
              <a:t> </a:t>
            </a:r>
            <a:r>
              <a:rPr lang="en-US" sz="2400" dirty="0" err="1"/>
              <a:t>üzerinize</a:t>
            </a:r>
            <a:r>
              <a:rPr lang="en-US" sz="2400" dirty="0"/>
              <a:t> </a:t>
            </a:r>
            <a:r>
              <a:rPr lang="en-US" sz="2400" dirty="0" err="1"/>
              <a:t>kaldırmıştık</a:t>
            </a:r>
            <a:r>
              <a:rPr lang="en-US" sz="2400" dirty="0"/>
              <a:t>: ‘Size </a:t>
            </a:r>
            <a:r>
              <a:rPr lang="en-US" sz="2400" dirty="0" err="1"/>
              <a:t>verdiğimiz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kuvvetle</a:t>
            </a:r>
            <a:r>
              <a:rPr lang="en-US" sz="2400" dirty="0"/>
              <a:t> </a:t>
            </a:r>
            <a:r>
              <a:rPr lang="en-US" sz="2400" dirty="0" err="1"/>
              <a:t>tutun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içindekini</a:t>
            </a:r>
            <a:r>
              <a:rPr lang="en-US" sz="2400" dirty="0"/>
              <a:t> </a:t>
            </a:r>
            <a:r>
              <a:rPr lang="en-US" sz="2400" dirty="0" err="1"/>
              <a:t>hatırlayın</a:t>
            </a:r>
            <a:r>
              <a:rPr lang="en-US" sz="2400" dirty="0"/>
              <a:t> ki </a:t>
            </a:r>
            <a:r>
              <a:rPr lang="en-US" sz="2400" dirty="0" err="1"/>
              <a:t>korunabilesiniz</a:t>
            </a:r>
            <a:r>
              <a:rPr lang="en-US" sz="2400" dirty="0"/>
              <a:t>.’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Tur </a:t>
            </a:r>
            <a:r>
              <a:rPr lang="en-US" sz="2400" dirty="0" err="1"/>
              <a:t>Dağı</a:t>
            </a:r>
            <a:r>
              <a:rPr lang="en-US" sz="2400" dirty="0"/>
              <a:t>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yükselişi</a:t>
            </a:r>
            <a:endParaRPr lang="en-US" sz="2400" dirty="0"/>
          </a:p>
          <a:p>
            <a:r>
              <a:rPr lang="en-US" sz="2400" dirty="0" err="1"/>
              <a:t>Üzerine</a:t>
            </a:r>
            <a:r>
              <a:rPr lang="en-US" sz="2400" dirty="0"/>
              <a:t> </a:t>
            </a:r>
            <a:r>
              <a:rPr lang="en-US" sz="2400" dirty="0" err="1"/>
              <a:t>kaldırmak</a:t>
            </a:r>
            <a:r>
              <a:rPr lang="en-US" sz="2400" dirty="0"/>
              <a:t> = İlahi </a:t>
            </a:r>
            <a:r>
              <a:rPr lang="en-US" sz="2400" dirty="0" err="1"/>
              <a:t>baskı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sorumluluk</a:t>
            </a:r>
            <a:endParaRPr lang="en-US" sz="2400" dirty="0"/>
          </a:p>
          <a:p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kuvvetle</a:t>
            </a:r>
            <a:r>
              <a:rPr lang="en-US" sz="2400" dirty="0"/>
              <a:t> </a:t>
            </a:r>
            <a:r>
              <a:rPr lang="en-US" sz="2400" dirty="0" err="1"/>
              <a:t>tutmak</a:t>
            </a:r>
            <a:r>
              <a:rPr lang="en-US" sz="2400" dirty="0"/>
              <a:t> =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taşımak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yaşamak</a:t>
            </a:r>
            <a:endParaRPr lang="en-US" sz="2400" dirty="0"/>
          </a:p>
          <a:p>
            <a:r>
              <a:rPr lang="en-US" sz="2400" dirty="0" err="1"/>
              <a:t>Hatırlamak</a:t>
            </a:r>
            <a:r>
              <a:rPr lang="en-US" sz="2400" dirty="0"/>
              <a:t> = </a:t>
            </a:r>
            <a:r>
              <a:rPr lang="en-US" sz="2400" dirty="0" err="1"/>
              <a:t>Zırhtır</a:t>
            </a:r>
            <a:r>
              <a:rPr lang="en-US" sz="2400" dirty="0"/>
              <a:t>. </a:t>
            </a:r>
            <a:r>
              <a:rPr lang="en-US" sz="2400" dirty="0" err="1"/>
              <a:t>Korur</a:t>
            </a:r>
            <a:r>
              <a:rPr lang="en-US" sz="24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537933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8564CB4-092F-3F9A-167A-2B8F629EE908}"/>
              </a:ext>
            </a:extLst>
          </p:cNvPr>
          <p:cNvSpPr txBox="1"/>
          <p:nvPr/>
        </p:nvSpPr>
        <p:spPr>
          <a:xfrm>
            <a:off x="0" y="1"/>
            <a:ext cx="6858000" cy="1114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hatırlamana</a:t>
            </a:r>
            <a:r>
              <a:rPr lang="en-US" sz="2000" dirty="0"/>
              <a:t> </a:t>
            </a:r>
            <a:r>
              <a:rPr lang="en-US" sz="2000" dirty="0" err="1"/>
              <a:t>çağrıdır</a:t>
            </a:r>
            <a:r>
              <a:rPr lang="en-US" sz="2000" dirty="0"/>
              <a:t>:</a:t>
            </a:r>
          </a:p>
          <a:p>
            <a:r>
              <a:rPr lang="en-US" sz="2000" dirty="0"/>
              <a:t>“Sana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verildi</a:t>
            </a:r>
            <a:r>
              <a:rPr lang="en-US" sz="2000" dirty="0"/>
              <a:t>. </a:t>
            </a:r>
            <a:r>
              <a:rPr lang="en-US" sz="2000" dirty="0" err="1"/>
              <a:t>Söz</a:t>
            </a:r>
            <a:r>
              <a:rPr lang="en-US" sz="2000" dirty="0"/>
              <a:t> verdin. Ama </a:t>
            </a:r>
            <a:r>
              <a:rPr lang="en-US" sz="2000" dirty="0" err="1"/>
              <a:t>tutmazsan</a:t>
            </a:r>
            <a:r>
              <a:rPr lang="en-US" sz="2000" dirty="0"/>
              <a:t>, </a:t>
            </a:r>
            <a:r>
              <a:rPr lang="en-US" sz="2000" dirty="0" err="1"/>
              <a:t>kayarsın</a:t>
            </a:r>
            <a:r>
              <a:rPr lang="en-US" sz="2000" dirty="0"/>
              <a:t>. </a:t>
            </a:r>
            <a:r>
              <a:rPr lang="en-US" sz="2000" dirty="0" err="1"/>
              <a:t>Hatırlamazsan</a:t>
            </a:r>
            <a:r>
              <a:rPr lang="en-US" sz="2000" dirty="0"/>
              <a:t>, </a:t>
            </a:r>
            <a:r>
              <a:rPr lang="en-US" sz="2000" dirty="0" err="1"/>
              <a:t>korunmazsın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64.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“Ama </a:t>
            </a:r>
            <a:r>
              <a:rPr lang="en-US" sz="2000" dirty="0" err="1"/>
              <a:t>bunun</a:t>
            </a:r>
            <a:r>
              <a:rPr lang="en-US" sz="2000" dirty="0"/>
              <a:t> </a:t>
            </a:r>
            <a:r>
              <a:rPr lang="en-US" sz="2000" dirty="0" err="1"/>
              <a:t>ardından</a:t>
            </a:r>
            <a:r>
              <a:rPr lang="en-US" sz="2000" dirty="0"/>
              <a:t> </a:t>
            </a:r>
            <a:r>
              <a:rPr lang="en-US" sz="2000" dirty="0" err="1"/>
              <a:t>yine</a:t>
            </a:r>
            <a:r>
              <a:rPr lang="en-US" sz="2000" dirty="0"/>
              <a:t> </a:t>
            </a:r>
            <a:r>
              <a:rPr lang="en-US" sz="2000" dirty="0" err="1"/>
              <a:t>yüz</a:t>
            </a:r>
            <a:r>
              <a:rPr lang="en-US" sz="2000" dirty="0"/>
              <a:t> </a:t>
            </a:r>
            <a:r>
              <a:rPr lang="en-US" sz="2000" dirty="0" err="1"/>
              <a:t>çevirdiniz</a:t>
            </a:r>
            <a:r>
              <a:rPr lang="en-US" sz="2000" dirty="0"/>
              <a:t>.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üzerinizde</a:t>
            </a:r>
            <a:r>
              <a:rPr lang="en-US" sz="2000" dirty="0"/>
              <a:t> </a:t>
            </a:r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lütfu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rahmeti</a:t>
            </a:r>
            <a:r>
              <a:rPr lang="en-US" sz="2000" dirty="0"/>
              <a:t> </a:t>
            </a:r>
            <a:r>
              <a:rPr lang="en-US" sz="2000" dirty="0" err="1"/>
              <a:t>olmasaydı</a:t>
            </a:r>
            <a:r>
              <a:rPr lang="en-US" sz="2000" dirty="0"/>
              <a:t>, </a:t>
            </a:r>
            <a:r>
              <a:rPr lang="en-US" sz="2000" dirty="0" err="1"/>
              <a:t>kesinlikle</a:t>
            </a:r>
            <a:r>
              <a:rPr lang="en-US" sz="2000" dirty="0"/>
              <a:t> </a:t>
            </a:r>
            <a:r>
              <a:rPr lang="en-US" sz="2000" dirty="0" err="1"/>
              <a:t>ziyan</a:t>
            </a:r>
            <a:r>
              <a:rPr lang="en-US" sz="2000" dirty="0"/>
              <a:t> </a:t>
            </a:r>
            <a:r>
              <a:rPr lang="en-US" sz="2000" dirty="0" err="1"/>
              <a:t>edenlerden</a:t>
            </a:r>
            <a:r>
              <a:rPr lang="en-US" sz="2000" dirty="0"/>
              <a:t> </a:t>
            </a:r>
            <a:r>
              <a:rPr lang="en-US" sz="2000" dirty="0" err="1"/>
              <a:t>olurdunuz</a:t>
            </a:r>
            <a:r>
              <a:rPr lang="en-US" sz="2000" dirty="0"/>
              <a:t>.”**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 </a:t>
            </a:r>
            <a:r>
              <a:rPr lang="en-US" sz="2000" dirty="0" err="1"/>
              <a:t>insan</a:t>
            </a:r>
            <a:r>
              <a:rPr lang="en-US" sz="2000" dirty="0"/>
              <a:t> </a:t>
            </a:r>
            <a:r>
              <a:rPr lang="en-US" sz="2000" dirty="0" err="1"/>
              <a:t>oluşun</a:t>
            </a:r>
            <a:r>
              <a:rPr lang="en-US" sz="2000" dirty="0"/>
              <a:t> </a:t>
            </a:r>
            <a:r>
              <a:rPr lang="en-US" sz="2000" dirty="0" err="1"/>
              <a:t>kırılganlığını</a:t>
            </a:r>
            <a:r>
              <a:rPr lang="en-US" sz="2000" dirty="0"/>
              <a:t> </a:t>
            </a:r>
            <a:r>
              <a:rPr lang="en-US" sz="2000" dirty="0" err="1"/>
              <a:t>hatırlatır</a:t>
            </a:r>
            <a:r>
              <a:rPr lang="en-US" sz="2000" dirty="0"/>
              <a:t>.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Yüz</a:t>
            </a:r>
            <a:r>
              <a:rPr lang="en-US" sz="2000" dirty="0"/>
              <a:t> </a:t>
            </a:r>
            <a:r>
              <a:rPr lang="en-US" sz="2000" dirty="0" err="1"/>
              <a:t>çevirdiniz</a:t>
            </a:r>
            <a:r>
              <a:rPr lang="en-US" sz="2000" dirty="0"/>
              <a:t>” = </a:t>
            </a:r>
            <a:r>
              <a:rPr lang="en-US" sz="2000" dirty="0" err="1"/>
              <a:t>Bilinçli</a:t>
            </a:r>
            <a:r>
              <a:rPr lang="en-US" sz="2000" dirty="0"/>
              <a:t> </a:t>
            </a:r>
            <a:r>
              <a:rPr lang="en-US" sz="2000" dirty="0" err="1"/>
              <a:t>inat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lütfu</a:t>
            </a:r>
            <a:r>
              <a:rPr lang="en-US" sz="2000" dirty="0"/>
              <a:t> </a:t>
            </a:r>
            <a:r>
              <a:rPr lang="en-US" sz="2000" dirty="0" err="1"/>
              <a:t>olmasaydı</a:t>
            </a:r>
            <a:r>
              <a:rPr lang="en-US" sz="2000" dirty="0"/>
              <a:t>” =</a:t>
            </a:r>
          </a:p>
          <a:p>
            <a:r>
              <a:rPr lang="en-US" sz="2000" dirty="0" err="1"/>
              <a:t>Merhamet</a:t>
            </a:r>
            <a:r>
              <a:rPr lang="en-US" sz="2000" dirty="0"/>
              <a:t> </a:t>
            </a:r>
            <a:r>
              <a:rPr lang="en-US" sz="2000" dirty="0" err="1"/>
              <a:t>olmasaydı</a:t>
            </a:r>
            <a:r>
              <a:rPr lang="en-US" sz="2000" dirty="0"/>
              <a:t>,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şimdi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olmazdın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Bu </a:t>
            </a:r>
            <a:r>
              <a:rPr lang="en-US" sz="2000" b="1" dirty="0" err="1"/>
              <a:t>ayet</a:t>
            </a:r>
            <a:r>
              <a:rPr lang="en-US" sz="2000" b="1" dirty="0"/>
              <a:t> </a:t>
            </a:r>
            <a:r>
              <a:rPr lang="en-US" sz="2000" b="1" dirty="0" err="1"/>
              <a:t>şunu</a:t>
            </a:r>
            <a:r>
              <a:rPr lang="en-US" sz="2000" b="1" dirty="0"/>
              <a:t> </a:t>
            </a:r>
            <a:r>
              <a:rPr lang="en-US" sz="2000" b="1" dirty="0" err="1"/>
              <a:t>söyler</a:t>
            </a:r>
            <a:r>
              <a:rPr lang="en-US" sz="2000" b="1" dirty="0"/>
              <a:t>: </a:t>
            </a:r>
            <a:r>
              <a:rPr lang="en-US" sz="2000" dirty="0"/>
              <a:t>“Sen </a:t>
            </a:r>
            <a:r>
              <a:rPr lang="en-US" sz="2000" dirty="0" err="1"/>
              <a:t>düştün</a:t>
            </a:r>
            <a:r>
              <a:rPr lang="en-US" sz="2000" dirty="0"/>
              <a:t>, </a:t>
            </a:r>
            <a:r>
              <a:rPr lang="en-US" sz="2000" dirty="0" err="1"/>
              <a:t>yüz</a:t>
            </a:r>
            <a:r>
              <a:rPr lang="en-US" sz="2000" dirty="0"/>
              <a:t> </a:t>
            </a:r>
            <a:r>
              <a:rPr lang="en-US" sz="2000" dirty="0" err="1"/>
              <a:t>çevirdin</a:t>
            </a:r>
            <a:r>
              <a:rPr lang="en-US" sz="2000" dirty="0"/>
              <a:t>, </a:t>
            </a:r>
            <a:r>
              <a:rPr lang="en-US" sz="2000" dirty="0" err="1"/>
              <a:t>unuttun</a:t>
            </a:r>
            <a:r>
              <a:rPr lang="en-US" sz="2000" dirty="0"/>
              <a:t>… ama 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yine</a:t>
            </a:r>
            <a:r>
              <a:rPr lang="en-US" sz="2000" dirty="0"/>
              <a:t> </a:t>
            </a:r>
            <a:r>
              <a:rPr lang="en-US" sz="2000" dirty="0" err="1"/>
              <a:t>tuttum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sende</a:t>
            </a:r>
            <a:r>
              <a:rPr lang="en-US" sz="2000" dirty="0"/>
              <a:t> </a:t>
            </a:r>
            <a:r>
              <a:rPr lang="en-US" sz="2000" dirty="0" err="1"/>
              <a:t>olmayanla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sende</a:t>
            </a:r>
            <a:r>
              <a:rPr lang="en-US" sz="2000" dirty="0"/>
              <a:t> </a:t>
            </a:r>
            <a:r>
              <a:rPr lang="en-US" sz="2000" dirty="0" err="1"/>
              <a:t>olanla</a:t>
            </a:r>
            <a:r>
              <a:rPr lang="en-US" sz="2000" dirty="0"/>
              <a:t> </a:t>
            </a:r>
            <a:r>
              <a:rPr lang="en-US" sz="2000" dirty="0" err="1"/>
              <a:t>sevdim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65.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Andolsun</a:t>
            </a:r>
            <a:r>
              <a:rPr lang="en-US" sz="2000" dirty="0"/>
              <a:t>, </a:t>
            </a:r>
            <a:r>
              <a:rPr lang="en-US" sz="2000" dirty="0" err="1"/>
              <a:t>içinizden</a:t>
            </a:r>
            <a:r>
              <a:rPr lang="en-US" sz="2000" dirty="0"/>
              <a:t> </a:t>
            </a:r>
            <a:r>
              <a:rPr lang="en-US" sz="2000" dirty="0" err="1"/>
              <a:t>cumartesi</a:t>
            </a:r>
            <a:r>
              <a:rPr lang="en-US" sz="2000" dirty="0"/>
              <a:t> </a:t>
            </a:r>
            <a:r>
              <a:rPr lang="en-US" sz="2000" dirty="0" err="1"/>
              <a:t>yasağını</a:t>
            </a:r>
            <a:r>
              <a:rPr lang="en-US" sz="2000" dirty="0"/>
              <a:t> </a:t>
            </a:r>
            <a:r>
              <a:rPr lang="en-US" sz="2000" dirty="0" err="1"/>
              <a:t>çiğneyenleri</a:t>
            </a:r>
            <a:r>
              <a:rPr lang="en-US" sz="2000" dirty="0"/>
              <a:t> </a:t>
            </a:r>
            <a:r>
              <a:rPr lang="en-US" sz="2000" dirty="0" err="1"/>
              <a:t>bilirsiniz</a:t>
            </a:r>
            <a:r>
              <a:rPr lang="en-US" sz="2000" dirty="0"/>
              <a:t>. Biz </a:t>
            </a:r>
            <a:r>
              <a:rPr lang="en-US" sz="2000" dirty="0" err="1"/>
              <a:t>onlara</a:t>
            </a:r>
            <a:r>
              <a:rPr lang="en-US" sz="2000" dirty="0"/>
              <a:t> ‘</a:t>
            </a:r>
            <a:r>
              <a:rPr lang="en-US" sz="2000" dirty="0" err="1"/>
              <a:t>Aşağılık</a:t>
            </a:r>
            <a:r>
              <a:rPr lang="en-US" sz="2000" dirty="0"/>
              <a:t> </a:t>
            </a:r>
            <a:r>
              <a:rPr lang="en-US" sz="2000" dirty="0" err="1"/>
              <a:t>maymunlar</a:t>
            </a:r>
            <a:r>
              <a:rPr lang="en-US" sz="2000" dirty="0"/>
              <a:t> </a:t>
            </a:r>
            <a:r>
              <a:rPr lang="en-US" sz="2000" dirty="0" err="1"/>
              <a:t>olun</a:t>
            </a:r>
            <a:r>
              <a:rPr lang="en-US" sz="2000" dirty="0"/>
              <a:t>’ </a:t>
            </a:r>
            <a:r>
              <a:rPr lang="en-US" sz="2000" dirty="0" err="1"/>
              <a:t>dedik</a:t>
            </a:r>
            <a:r>
              <a:rPr lang="en-US" sz="2000" dirty="0"/>
              <a:t>.”</a:t>
            </a:r>
          </a:p>
          <a:p>
            <a:br>
              <a:rPr lang="en-US" sz="2000" dirty="0"/>
            </a:br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semboldür</a:t>
            </a:r>
            <a:r>
              <a:rPr lang="en-US" sz="2000" dirty="0"/>
              <a:t>:“Maymuna </a:t>
            </a:r>
            <a:r>
              <a:rPr lang="en-US" sz="2000" dirty="0" err="1"/>
              <a:t>dönüş</a:t>
            </a:r>
            <a:r>
              <a:rPr lang="en-US" sz="2000" dirty="0"/>
              <a:t>”,</a:t>
            </a:r>
            <a:r>
              <a:rPr lang="en-US" sz="2000" dirty="0" err="1"/>
              <a:t>insanın</a:t>
            </a:r>
            <a:r>
              <a:rPr lang="en-US" sz="2000" dirty="0"/>
              <a:t>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özünü</a:t>
            </a:r>
            <a:r>
              <a:rPr lang="en-US" sz="2000" dirty="0"/>
              <a:t> </a:t>
            </a:r>
            <a:r>
              <a:rPr lang="en-US" sz="2000" dirty="0" err="1"/>
              <a:t>unutup</a:t>
            </a:r>
            <a:r>
              <a:rPr lang="en-US" sz="2000" dirty="0"/>
              <a:t>, </a:t>
            </a:r>
            <a:r>
              <a:rPr lang="en-US" sz="2000" dirty="0" err="1"/>
              <a:t>sadece</a:t>
            </a:r>
            <a:r>
              <a:rPr lang="tr-TR" sz="2000" dirty="0"/>
              <a:t> </a:t>
            </a:r>
            <a:r>
              <a:rPr lang="en-US" sz="2000" dirty="0" err="1"/>
              <a:t>içgüdüleriyle</a:t>
            </a:r>
            <a:r>
              <a:rPr lang="en-US" sz="2000" dirty="0"/>
              <a:t> </a:t>
            </a:r>
            <a:r>
              <a:rPr lang="en-US" sz="2000" dirty="0" err="1"/>
              <a:t>yaşaması</a:t>
            </a:r>
            <a:r>
              <a:rPr lang="en-US" sz="2000" dirty="0"/>
              <a:t> </a:t>
            </a:r>
            <a:r>
              <a:rPr lang="en-US" sz="2000" dirty="0" err="1"/>
              <a:t>demektir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Cumartesi</a:t>
            </a:r>
            <a:r>
              <a:rPr lang="en-US" sz="2000" dirty="0"/>
              <a:t> </a:t>
            </a:r>
            <a:r>
              <a:rPr lang="en-US" sz="2000" dirty="0" err="1"/>
              <a:t>yasağı</a:t>
            </a:r>
            <a:r>
              <a:rPr lang="en-US" sz="2000" dirty="0"/>
              <a:t> = </a:t>
            </a:r>
            <a:r>
              <a:rPr lang="en-US" sz="2000" dirty="0" err="1"/>
              <a:t>Ruhun</a:t>
            </a:r>
            <a:r>
              <a:rPr lang="en-US" sz="2000" dirty="0"/>
              <a:t> </a:t>
            </a:r>
            <a:r>
              <a:rPr lang="en-US" sz="2000" dirty="0" err="1"/>
              <a:t>dinlenmesi</a:t>
            </a:r>
            <a:r>
              <a:rPr lang="en-US" sz="2000" dirty="0"/>
              <a:t>, </a:t>
            </a:r>
            <a:r>
              <a:rPr lang="en-US" sz="2000" dirty="0" err="1"/>
              <a:t>içsel</a:t>
            </a:r>
            <a:r>
              <a:rPr lang="en-US" sz="2000" dirty="0"/>
              <a:t> </a:t>
            </a:r>
            <a:r>
              <a:rPr lang="en-US" sz="2000" dirty="0" err="1"/>
              <a:t>duruş</a:t>
            </a:r>
            <a:endParaRPr lang="en-US" sz="2000" dirty="0"/>
          </a:p>
          <a:p>
            <a:r>
              <a:rPr lang="en-US" sz="2000" dirty="0"/>
              <a:t>Onu </a:t>
            </a:r>
            <a:r>
              <a:rPr lang="en-US" sz="2000" dirty="0" err="1"/>
              <a:t>çiğnemek</a:t>
            </a:r>
            <a:r>
              <a:rPr lang="en-US" sz="2000" dirty="0"/>
              <a:t> = </a:t>
            </a:r>
            <a:r>
              <a:rPr lang="en-US" sz="2000" dirty="0" err="1"/>
              <a:t>Sürekli</a:t>
            </a:r>
            <a:r>
              <a:rPr lang="en-US" sz="2000" dirty="0"/>
              <a:t> </a:t>
            </a:r>
            <a:r>
              <a:rPr lang="en-US" sz="2000" dirty="0" err="1"/>
              <a:t>eylem</a:t>
            </a:r>
            <a:r>
              <a:rPr lang="en-US" sz="2000" dirty="0"/>
              <a:t>, </a:t>
            </a:r>
            <a:r>
              <a:rPr lang="en-US" sz="2000" dirty="0" err="1"/>
              <a:t>sürekli</a:t>
            </a:r>
            <a:r>
              <a:rPr lang="en-US" sz="2000" dirty="0"/>
              <a:t> </a:t>
            </a:r>
            <a:r>
              <a:rPr lang="en-US" sz="2000" dirty="0" err="1"/>
              <a:t>kazanma</a:t>
            </a:r>
            <a:r>
              <a:rPr lang="en-US" sz="2000" dirty="0"/>
              <a:t> </a:t>
            </a:r>
            <a:r>
              <a:rPr lang="en-US" sz="2000" dirty="0" err="1"/>
              <a:t>arzusu</a:t>
            </a:r>
            <a:endParaRPr lang="en-US" sz="2000" dirty="0"/>
          </a:p>
          <a:p>
            <a:r>
              <a:rPr lang="en-US" sz="2000" dirty="0"/>
              <a:t>Maymun = </a:t>
            </a:r>
            <a:r>
              <a:rPr lang="en-US" sz="2000" dirty="0" err="1"/>
              <a:t>Bilinçsiz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, </a:t>
            </a:r>
            <a:r>
              <a:rPr lang="en-US" sz="2000" dirty="0" err="1"/>
              <a:t>taklit</a:t>
            </a:r>
            <a:r>
              <a:rPr lang="en-US" sz="2000" dirty="0"/>
              <a:t>, </a:t>
            </a:r>
            <a:r>
              <a:rPr lang="en-US" sz="2000" dirty="0" err="1"/>
              <a:t>içgüdüsel</a:t>
            </a:r>
            <a:r>
              <a:rPr lang="en-US" sz="2000" dirty="0"/>
              <a:t> </a:t>
            </a:r>
            <a:r>
              <a:rPr lang="en-US" sz="2000" dirty="0" err="1"/>
              <a:t>yaşam</a:t>
            </a:r>
            <a:br>
              <a:rPr lang="en-US" sz="2000" dirty="0"/>
            </a:br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şöyle</a:t>
            </a:r>
            <a:r>
              <a:rPr lang="en-US" sz="2000" dirty="0"/>
              <a:t> der: “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ruhunu</a:t>
            </a:r>
            <a:r>
              <a:rPr lang="en-US" sz="2000" dirty="0"/>
              <a:t> </a:t>
            </a:r>
            <a:r>
              <a:rPr lang="en-US" sz="2000" dirty="0" err="1"/>
              <a:t>beslemezsen</a:t>
            </a:r>
            <a:r>
              <a:rPr lang="en-US" sz="2000" dirty="0"/>
              <a:t>,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doğaya</a:t>
            </a:r>
            <a:r>
              <a:rPr lang="en-US" sz="2000" dirty="0"/>
              <a:t> </a:t>
            </a:r>
            <a:r>
              <a:rPr lang="en-US" sz="2000" dirty="0" err="1"/>
              <a:t>indirger</a:t>
            </a:r>
            <a:r>
              <a:rPr lang="en-US" sz="2000" dirty="0"/>
              <a:t>. </a:t>
            </a:r>
            <a:r>
              <a:rPr lang="en-US" sz="2000" dirty="0" err="1"/>
              <a:t>Hatırlamazsan</a:t>
            </a:r>
            <a:r>
              <a:rPr lang="en-US" sz="2000" dirty="0"/>
              <a:t>, </a:t>
            </a:r>
            <a:r>
              <a:rPr lang="en-US" sz="2000" dirty="0" err="1"/>
              <a:t>hayvani</a:t>
            </a:r>
            <a:r>
              <a:rPr lang="en-US" sz="2000" dirty="0"/>
              <a:t> </a:t>
            </a:r>
            <a:r>
              <a:rPr lang="en-US" sz="2000" dirty="0" err="1"/>
              <a:t>programa</a:t>
            </a:r>
            <a:r>
              <a:rPr lang="en-US" sz="2000" dirty="0"/>
              <a:t> </a:t>
            </a:r>
            <a:r>
              <a:rPr lang="en-US" sz="2000" dirty="0" err="1"/>
              <a:t>dönersin</a:t>
            </a:r>
            <a:r>
              <a:rPr lang="en-US" sz="2000" dirty="0"/>
              <a:t>.” Ama </a:t>
            </a:r>
            <a:r>
              <a:rPr lang="en-US" sz="2000" dirty="0" err="1"/>
              <a:t>dikkat:Bu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</a:t>
            </a:r>
            <a:r>
              <a:rPr lang="en-US" sz="2000" dirty="0" err="1"/>
              <a:t>fiziksel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frekanssaldır</a:t>
            </a:r>
            <a:r>
              <a:rPr lang="en-US" sz="2000" dirty="0"/>
              <a:t>.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seviyesi</a:t>
            </a:r>
            <a:r>
              <a:rPr lang="en-US" sz="2000" dirty="0"/>
              <a:t> </a:t>
            </a:r>
            <a:r>
              <a:rPr lang="en-US" sz="2000" dirty="0" err="1"/>
              <a:t>düşer</a:t>
            </a:r>
            <a:r>
              <a:rPr lang="en-US" sz="2000" dirty="0"/>
              <a:t>. </a:t>
            </a:r>
            <a:endParaRPr lang="en-TR" sz="2000" dirty="0"/>
          </a:p>
          <a:p>
            <a:pPr marL="0" indent="0">
              <a:buNone/>
            </a:pPr>
            <a:endParaRPr lang="en-US" sz="2000" dirty="0"/>
          </a:p>
          <a:p>
            <a:endParaRPr lang="en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194373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E6758C7-1AEA-38D7-F8CB-DF9D1A986C39}"/>
              </a:ext>
            </a:extLst>
          </p:cNvPr>
          <p:cNvSpPr txBox="1"/>
          <p:nvPr/>
        </p:nvSpPr>
        <p:spPr>
          <a:xfrm>
            <a:off x="0" y="0"/>
            <a:ext cx="6858000" cy="1156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66. </a:t>
            </a:r>
            <a:r>
              <a:rPr lang="en-US" sz="2400" b="1" dirty="0" err="1"/>
              <a:t>Ayet</a:t>
            </a:r>
            <a:endParaRPr lang="en-US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Bunu</a:t>
            </a:r>
            <a:r>
              <a:rPr lang="en-US" sz="2400" dirty="0"/>
              <a:t> hem </a:t>
            </a:r>
            <a:r>
              <a:rPr lang="en-US" sz="2400" dirty="0" err="1"/>
              <a:t>çağınızdakilere</a:t>
            </a:r>
            <a:r>
              <a:rPr lang="en-US" sz="2400" dirty="0"/>
              <a:t> hem </a:t>
            </a:r>
            <a:r>
              <a:rPr lang="en-US" sz="2400" dirty="0" err="1"/>
              <a:t>sizden</a:t>
            </a:r>
            <a:r>
              <a:rPr lang="en-US" sz="2400" dirty="0"/>
              <a:t> </a:t>
            </a:r>
            <a:r>
              <a:rPr lang="en-US" sz="2400" dirty="0" err="1"/>
              <a:t>sonrakilere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ibret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takva</a:t>
            </a:r>
            <a:r>
              <a:rPr lang="en-US" sz="2400" dirty="0"/>
              <a:t> </a:t>
            </a:r>
            <a:r>
              <a:rPr lang="en-US" sz="2400" dirty="0" err="1"/>
              <a:t>sahiplerine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öğüt</a:t>
            </a:r>
            <a:r>
              <a:rPr lang="en-US" sz="2400" dirty="0"/>
              <a:t> </a:t>
            </a:r>
            <a:r>
              <a:rPr lang="en-US" sz="2400" dirty="0" err="1"/>
              <a:t>kıldık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</a:t>
            </a:r>
            <a:r>
              <a:rPr lang="en-US" sz="2400" b="1" dirty="0" err="1"/>
              <a:t>çok</a:t>
            </a:r>
            <a:r>
              <a:rPr lang="en-US" sz="2400" b="1" dirty="0"/>
              <a:t> net:</a:t>
            </a:r>
            <a:endParaRPr lang="en-US" sz="2400" dirty="0"/>
          </a:p>
          <a:p>
            <a:r>
              <a:rPr lang="en-US" sz="2400" dirty="0"/>
              <a:t>“Bu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hikâye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dersi</a:t>
            </a:r>
            <a:r>
              <a:rPr lang="en-US" sz="2400" dirty="0"/>
              <a:t>.” </a:t>
            </a:r>
            <a:br>
              <a:rPr lang="en-US" sz="2400" dirty="0"/>
            </a:br>
            <a:r>
              <a:rPr lang="en-US" sz="2400" dirty="0"/>
              <a:t>Bu </a:t>
            </a:r>
            <a:r>
              <a:rPr lang="en-US" sz="2400" dirty="0" err="1"/>
              <a:t>dönüşüm</a:t>
            </a:r>
            <a:r>
              <a:rPr lang="en-US" sz="2400" dirty="0"/>
              <a:t>, her </a:t>
            </a:r>
            <a:r>
              <a:rPr lang="en-US" sz="2400" dirty="0" err="1"/>
              <a:t>dönemin</a:t>
            </a:r>
            <a:r>
              <a:rPr lang="en-US" sz="2400" dirty="0"/>
              <a:t> </a:t>
            </a:r>
            <a:r>
              <a:rPr lang="en-US" sz="2400" dirty="0" err="1"/>
              <a:t>insanı</a:t>
            </a:r>
            <a:r>
              <a:rPr lang="en-US" sz="2400" dirty="0"/>
              <a:t> </a:t>
            </a:r>
            <a:r>
              <a:rPr lang="en-US" sz="2400" dirty="0" err="1"/>
              <a:t>içindir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her </a:t>
            </a:r>
            <a:r>
              <a:rPr lang="en-US" sz="2400" dirty="0" err="1"/>
              <a:t>çağda</a:t>
            </a:r>
            <a:r>
              <a:rPr lang="en-US" sz="2400" dirty="0"/>
              <a:t> “</a:t>
            </a:r>
            <a:r>
              <a:rPr lang="en-US" sz="2400" dirty="0" err="1"/>
              <a:t>unutan</a:t>
            </a:r>
            <a:r>
              <a:rPr lang="en-US" sz="2400" dirty="0"/>
              <a:t>” </a:t>
            </a:r>
            <a:r>
              <a:rPr lang="en-US" sz="2400" dirty="0" err="1"/>
              <a:t>olur</a:t>
            </a:r>
            <a:r>
              <a:rPr lang="en-US" sz="2400" dirty="0"/>
              <a:t>, ama “</a:t>
            </a:r>
            <a:r>
              <a:rPr lang="en-US" sz="2400" dirty="0" err="1"/>
              <a:t>hatırlayan</a:t>
            </a:r>
            <a:r>
              <a:rPr lang="en-US" sz="2400" dirty="0"/>
              <a:t>” da </a:t>
            </a:r>
            <a:r>
              <a:rPr lang="en-US" sz="2400" dirty="0" err="1"/>
              <a:t>çıkar</a:t>
            </a:r>
            <a:r>
              <a:rPr lang="en-US" sz="2400" dirty="0"/>
              <a:t>. Ve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takva</a:t>
            </a:r>
            <a:r>
              <a:rPr lang="en-US" sz="2400" dirty="0"/>
              <a:t> </a:t>
            </a:r>
            <a:r>
              <a:rPr lang="en-US" sz="2400" dirty="0" err="1"/>
              <a:t>sahipleri,yani</a:t>
            </a:r>
            <a:r>
              <a:rPr lang="en-US" sz="2400" dirty="0"/>
              <a:t> </a:t>
            </a:r>
            <a:r>
              <a:rPr lang="en-US" sz="2400" dirty="0" err="1"/>
              <a:t>kalbiyle</a:t>
            </a:r>
            <a:r>
              <a:rPr lang="en-US" sz="2400" dirty="0"/>
              <a:t> </a:t>
            </a:r>
            <a:r>
              <a:rPr lang="en-US" sz="2400" dirty="0" err="1"/>
              <a:t>yaşayanlar,bu</a:t>
            </a:r>
            <a:r>
              <a:rPr lang="en-US" sz="2400" dirty="0"/>
              <a:t> </a:t>
            </a:r>
            <a:r>
              <a:rPr lang="en-US" sz="2400" dirty="0" err="1"/>
              <a:t>dersten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anlamı</a:t>
            </a:r>
            <a:r>
              <a:rPr lang="en-US" sz="2400" dirty="0"/>
              <a:t> </a:t>
            </a:r>
            <a:r>
              <a:rPr lang="en-US" sz="2400" dirty="0" err="1"/>
              <a:t>alır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bölümde</a:t>
            </a:r>
            <a:r>
              <a:rPr lang="en-US" sz="2400" b="1" dirty="0"/>
              <a:t> sana </a:t>
            </a:r>
            <a:r>
              <a:rPr lang="en-US" sz="2400" b="1" dirty="0" err="1"/>
              <a:t>iki</a:t>
            </a:r>
            <a:r>
              <a:rPr lang="en-US" sz="2400" b="1" dirty="0"/>
              <a:t> </a:t>
            </a:r>
            <a:r>
              <a:rPr lang="en-US" sz="2400" b="1" dirty="0" err="1"/>
              <a:t>yol</a:t>
            </a:r>
            <a:r>
              <a:rPr lang="en-US" sz="2400" b="1" dirty="0"/>
              <a:t> </a:t>
            </a:r>
            <a:r>
              <a:rPr lang="en-US" sz="2400" b="1" dirty="0" err="1"/>
              <a:t>sunulur</a:t>
            </a:r>
            <a:r>
              <a:rPr lang="en-US" sz="2400" b="1" dirty="0"/>
              <a:t>: </a:t>
            </a:r>
            <a:r>
              <a:rPr lang="en-US" sz="2400" dirty="0" err="1"/>
              <a:t>Hatırlayan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→ </a:t>
            </a:r>
            <a:r>
              <a:rPr lang="en-US" sz="2400" dirty="0" err="1"/>
              <a:t>korku</a:t>
            </a:r>
            <a:r>
              <a:rPr lang="en-US" sz="2400" dirty="0"/>
              <a:t> yok, </a:t>
            </a:r>
            <a:r>
              <a:rPr lang="en-US" sz="2400" dirty="0" err="1"/>
              <a:t>huzur</a:t>
            </a:r>
            <a:r>
              <a:rPr lang="en-US" sz="2400" dirty="0"/>
              <a:t> var </a:t>
            </a:r>
          </a:p>
          <a:p>
            <a:r>
              <a:rPr lang="en-US" sz="2400" dirty="0" err="1"/>
              <a:t>Unutan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bedenle</a:t>
            </a:r>
            <a:r>
              <a:rPr lang="en-US" sz="2400" dirty="0"/>
              <a:t> </a:t>
            </a:r>
            <a:r>
              <a:rPr lang="en-US" sz="2400" dirty="0" err="1"/>
              <a:t>yaşayan</a:t>
            </a:r>
            <a:r>
              <a:rPr lang="en-US" sz="2400" dirty="0"/>
              <a:t> → </a:t>
            </a:r>
            <a:r>
              <a:rPr lang="en-US" sz="2400" dirty="0" err="1"/>
              <a:t>hayvani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</a:t>
            </a:r>
            <a:r>
              <a:rPr lang="en-US" sz="2400" dirty="0" err="1"/>
              <a:t>dönüş</a:t>
            </a:r>
            <a:r>
              <a:rPr lang="en-US" sz="2400" dirty="0"/>
              <a:t> </a:t>
            </a:r>
          </a:p>
          <a:p>
            <a:br>
              <a:rPr lang="en-US" sz="2400" dirty="0"/>
            </a:br>
            <a:r>
              <a:rPr lang="en-US" sz="2400" b="1" dirty="0"/>
              <a:t>Ve </a:t>
            </a:r>
            <a:r>
              <a:rPr lang="en-US" sz="2400" b="1" dirty="0" err="1"/>
              <a:t>şöyle</a:t>
            </a:r>
            <a:r>
              <a:rPr lang="en-US" sz="2400" b="1" dirty="0"/>
              <a:t> </a:t>
            </a:r>
            <a:r>
              <a:rPr lang="en-US" sz="2400" b="1" dirty="0" err="1"/>
              <a:t>fısıldar</a:t>
            </a:r>
            <a:r>
              <a:rPr lang="en-US" sz="2400" b="1" dirty="0"/>
              <a:t>: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, </a:t>
            </a:r>
            <a:r>
              <a:rPr lang="en-US" sz="2400" dirty="0" err="1"/>
              <a:t>şekilden</a:t>
            </a:r>
            <a:r>
              <a:rPr lang="en-US" sz="2400" dirty="0"/>
              <a:t> </a:t>
            </a:r>
            <a:r>
              <a:rPr lang="en-US" sz="2400" dirty="0" err="1"/>
              <a:t>üstündür</a:t>
            </a:r>
            <a:r>
              <a:rPr lang="en-US" sz="2400" dirty="0"/>
              <a:t>. Sen </a:t>
            </a:r>
            <a:r>
              <a:rPr lang="en-US" sz="2400" dirty="0" err="1"/>
              <a:t>hatırlarsan</a:t>
            </a:r>
            <a:r>
              <a:rPr lang="en-US" sz="2400" dirty="0"/>
              <a:t>,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seninle</a:t>
            </a:r>
            <a:r>
              <a:rPr lang="en-US" sz="2400" dirty="0"/>
              <a:t> </a:t>
            </a:r>
            <a:r>
              <a:rPr lang="en-US" sz="2400" dirty="0" err="1"/>
              <a:t>yükselir</a:t>
            </a:r>
            <a:r>
              <a:rPr lang="en-US" sz="2400" dirty="0"/>
              <a:t>. Ama </a:t>
            </a:r>
            <a:r>
              <a:rPr lang="en-US" sz="2400" dirty="0" err="1"/>
              <a:t>unutursan</a:t>
            </a:r>
            <a:r>
              <a:rPr lang="en-US" sz="2400" dirty="0"/>
              <a:t>,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yabancılaşırsın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 Bakara </a:t>
            </a:r>
            <a:r>
              <a:rPr lang="en-US" sz="2400" dirty="0" err="1"/>
              <a:t>Suresi’nin</a:t>
            </a:r>
            <a:r>
              <a:rPr lang="en-US" sz="2400" dirty="0"/>
              <a:t> </a:t>
            </a:r>
            <a:r>
              <a:rPr lang="en-US" sz="2400" dirty="0" err="1"/>
              <a:t>kalbine</a:t>
            </a:r>
            <a:r>
              <a:rPr lang="en-US" sz="2400" dirty="0"/>
              <a:t>:</a:t>
            </a:r>
          </a:p>
          <a:p>
            <a:r>
              <a:rPr lang="en-US" sz="2400" dirty="0"/>
              <a:t>Bakara (</a:t>
            </a:r>
            <a:r>
              <a:rPr lang="en-US" sz="2400" dirty="0" err="1"/>
              <a:t>İnek</a:t>
            </a:r>
            <a:r>
              <a:rPr lang="en-US" sz="2400" dirty="0"/>
              <a:t>) </a:t>
            </a:r>
            <a:r>
              <a:rPr lang="en-US" sz="2400" dirty="0" err="1"/>
              <a:t>kıssası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Kur’an’a</a:t>
            </a:r>
            <a:r>
              <a:rPr lang="en-US" sz="2400" dirty="0"/>
              <a:t> </a:t>
            </a:r>
            <a:r>
              <a:rPr lang="en-US" sz="2400" dirty="0" err="1"/>
              <a:t>ismini</a:t>
            </a:r>
            <a:r>
              <a:rPr lang="en-US" sz="2400" dirty="0"/>
              <a:t> </a:t>
            </a:r>
            <a:r>
              <a:rPr lang="en-US" sz="2400" dirty="0" err="1"/>
              <a:t>veren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sure, </a:t>
            </a:r>
            <a:r>
              <a:rPr lang="en-US" sz="2400" dirty="0" err="1"/>
              <a:t>adını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kıssadan</a:t>
            </a:r>
            <a:r>
              <a:rPr lang="en-US" sz="2400" dirty="0"/>
              <a:t> </a:t>
            </a:r>
            <a:r>
              <a:rPr lang="en-US" sz="2400" dirty="0" err="1"/>
              <a:t>alır</a:t>
            </a:r>
            <a:r>
              <a:rPr lang="en-US" sz="2400" dirty="0"/>
              <a:t> ama…</a:t>
            </a:r>
            <a:r>
              <a:rPr lang="en-US" sz="2400" dirty="0" err="1"/>
              <a:t>Asıl</a:t>
            </a:r>
            <a:r>
              <a:rPr lang="en-US" sz="2400" dirty="0"/>
              <a:t> </a:t>
            </a:r>
            <a:r>
              <a:rPr lang="en-US" sz="2400" dirty="0" err="1"/>
              <a:t>mesaj</a:t>
            </a:r>
            <a:r>
              <a:rPr lang="en-US" sz="2400" dirty="0"/>
              <a:t>,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derin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yerde</a:t>
            </a:r>
            <a:r>
              <a:rPr lang="en-US" sz="2400" dirty="0"/>
              <a:t> </a:t>
            </a:r>
            <a:r>
              <a:rPr lang="en-US" sz="2400" dirty="0" err="1"/>
              <a:t>gizlidir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“Teslim </a:t>
            </a:r>
            <a:r>
              <a:rPr lang="en-US" sz="2400" dirty="0" err="1"/>
              <a:t>olmadan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, 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sorgularsın</a:t>
            </a:r>
            <a:r>
              <a:rPr lang="en-US" sz="2400" dirty="0"/>
              <a:t>?” “</a:t>
            </a:r>
            <a:r>
              <a:rPr lang="en-US" sz="2400" dirty="0" err="1"/>
              <a:t>Zihin</a:t>
            </a:r>
            <a:r>
              <a:rPr lang="en-US" sz="2400" dirty="0"/>
              <a:t> mi </a:t>
            </a:r>
            <a:r>
              <a:rPr lang="en-US" sz="2400" dirty="0" err="1"/>
              <a:t>karar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, </a:t>
            </a:r>
            <a:r>
              <a:rPr lang="en-US" sz="2400" dirty="0" err="1"/>
              <a:t>kalp</a:t>
            </a:r>
            <a:r>
              <a:rPr lang="en-US" sz="2400" dirty="0"/>
              <a:t> mi?”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7705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5A286C4-C862-46B5-98D1-672D027CBFAF}"/>
              </a:ext>
            </a:extLst>
          </p:cNvPr>
          <p:cNvSpPr txBox="1"/>
          <p:nvPr/>
        </p:nvSpPr>
        <p:spPr>
          <a:xfrm>
            <a:off x="0" y="0"/>
            <a:ext cx="6858000" cy="1098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67–71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İneği</a:t>
            </a:r>
            <a:r>
              <a:rPr lang="en-US" sz="2400" dirty="0"/>
              <a:t> </a:t>
            </a:r>
            <a:r>
              <a:rPr lang="en-US" sz="2400" dirty="0" err="1"/>
              <a:t>Kestiniz</a:t>
            </a:r>
            <a:r>
              <a:rPr lang="en-US" sz="2400" dirty="0"/>
              <a:t> Ama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Egonuzu</a:t>
            </a:r>
            <a:r>
              <a:rPr lang="en-US" sz="2400" dirty="0"/>
              <a:t> </a:t>
            </a:r>
            <a:r>
              <a:rPr lang="en-US" sz="2400" dirty="0" err="1"/>
              <a:t>Kesmeniz</a:t>
            </a:r>
            <a:r>
              <a:rPr lang="en-US" sz="2400" dirty="0"/>
              <a:t> </a:t>
            </a:r>
            <a:r>
              <a:rPr lang="en-US" sz="2400" dirty="0" err="1"/>
              <a:t>Gerekirdi”Teslimiyet</a:t>
            </a:r>
            <a:r>
              <a:rPr lang="en-US" sz="2400" dirty="0"/>
              <a:t> </a:t>
            </a:r>
            <a:r>
              <a:rPr lang="en-US" sz="2400" dirty="0" err="1"/>
              <a:t>Geciktikçe</a:t>
            </a:r>
            <a:r>
              <a:rPr lang="en-US" sz="2400" dirty="0"/>
              <a:t>, Ruh </a:t>
            </a:r>
            <a:r>
              <a:rPr lang="en-US" sz="2400" dirty="0" err="1"/>
              <a:t>Daralır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r>
              <a:rPr lang="en-US" sz="2400" b="1" dirty="0"/>
              <a:t>67.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b="1" dirty="0"/>
              <a:t>“Musa </a:t>
            </a:r>
            <a:r>
              <a:rPr lang="en-US" sz="2400" b="1" dirty="0" err="1"/>
              <a:t>kavmine</a:t>
            </a:r>
            <a:r>
              <a:rPr lang="en-US" sz="2400" b="1" dirty="0"/>
              <a:t> </a:t>
            </a:r>
            <a:r>
              <a:rPr lang="en-US" sz="2400" b="1" dirty="0" err="1"/>
              <a:t>dedi</a:t>
            </a:r>
            <a:r>
              <a:rPr lang="en-US" sz="2400" b="1" dirty="0"/>
              <a:t> ki: </a:t>
            </a:r>
            <a:r>
              <a:rPr lang="en-US" sz="2400" dirty="0"/>
              <a:t>‘Allah size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kesmenizi</a:t>
            </a:r>
            <a:r>
              <a:rPr lang="en-US" sz="2400" dirty="0"/>
              <a:t> </a:t>
            </a:r>
            <a:r>
              <a:rPr lang="en-US" sz="2400" dirty="0" err="1"/>
              <a:t>emrediyor</a:t>
            </a:r>
            <a:r>
              <a:rPr lang="en-US" sz="2400" dirty="0"/>
              <a:t>.’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dediler</a:t>
            </a:r>
            <a:r>
              <a:rPr lang="en-US" sz="2400" dirty="0"/>
              <a:t> ki: ‘</a:t>
            </a:r>
            <a:r>
              <a:rPr lang="en-US" sz="2400" dirty="0" err="1"/>
              <a:t>Bizimle</a:t>
            </a:r>
            <a:r>
              <a:rPr lang="en-US" sz="2400" dirty="0"/>
              <a:t> </a:t>
            </a:r>
            <a:r>
              <a:rPr lang="en-US" sz="2400" dirty="0" err="1"/>
              <a:t>alay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ediyorsun</a:t>
            </a:r>
            <a:r>
              <a:rPr lang="en-US" sz="2400" dirty="0"/>
              <a:t>?’ </a:t>
            </a:r>
            <a:r>
              <a:rPr lang="en-US" sz="2400" b="1" dirty="0"/>
              <a:t>Musa: </a:t>
            </a:r>
            <a:r>
              <a:rPr lang="en-US" sz="2400" dirty="0"/>
              <a:t>‘</a:t>
            </a:r>
            <a:r>
              <a:rPr lang="en-US" sz="2400" dirty="0" err="1"/>
              <a:t>Cahillerden</a:t>
            </a:r>
            <a:r>
              <a:rPr lang="en-US" sz="2400" dirty="0"/>
              <a:t> </a:t>
            </a:r>
            <a:r>
              <a:rPr lang="en-US" sz="2400" dirty="0" err="1"/>
              <a:t>olmaktan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sığınırım</a:t>
            </a:r>
            <a:r>
              <a:rPr lang="en-US" sz="2400" dirty="0"/>
              <a:t>.’”</a:t>
            </a:r>
          </a:p>
          <a:p>
            <a:endParaRPr lang="tr-TR" sz="2400" dirty="0"/>
          </a:p>
          <a:p>
            <a:r>
              <a:rPr lang="en-US" sz="2400" b="1" dirty="0"/>
              <a:t>68. </a:t>
            </a:r>
            <a:r>
              <a:rPr lang="en-US" sz="2400" b="1" dirty="0" err="1"/>
              <a:t>Ayet</a:t>
            </a:r>
            <a:endParaRPr lang="en-US" sz="2400" b="1" dirty="0"/>
          </a:p>
          <a:p>
            <a:r>
              <a:rPr lang="en-US" sz="2400" dirty="0"/>
              <a:t>“</a:t>
            </a:r>
            <a:r>
              <a:rPr lang="en-US" sz="2400" dirty="0" err="1"/>
              <a:t>Dediler</a:t>
            </a:r>
            <a:r>
              <a:rPr lang="en-US" sz="2400" dirty="0"/>
              <a:t> ki: ‘</a:t>
            </a:r>
            <a:r>
              <a:rPr lang="en-US" sz="2400" dirty="0" err="1"/>
              <a:t>Rabbine</a:t>
            </a:r>
            <a:r>
              <a:rPr lang="en-US" sz="2400" dirty="0"/>
              <a:t> dua et, bize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açıklasın</a:t>
            </a:r>
            <a:r>
              <a:rPr lang="en-US" sz="2400" dirty="0"/>
              <a:t>.’ Musa </a:t>
            </a:r>
            <a:r>
              <a:rPr lang="en-US" sz="2400" dirty="0" err="1"/>
              <a:t>dedi</a:t>
            </a:r>
            <a:r>
              <a:rPr lang="en-US" sz="2400" dirty="0"/>
              <a:t> ki: ‘O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buyuruyor</a:t>
            </a:r>
            <a:r>
              <a:rPr lang="en-US" sz="2400" dirty="0"/>
              <a:t>: Ne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yaşlı</a:t>
            </a:r>
            <a:r>
              <a:rPr lang="en-US" sz="2400" dirty="0"/>
              <a:t>, ne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genç</a:t>
            </a:r>
            <a:r>
              <a:rPr lang="en-US" sz="2400" dirty="0"/>
              <a:t>; </a:t>
            </a:r>
            <a:r>
              <a:rPr lang="en-US" sz="2400" dirty="0" err="1"/>
              <a:t>ikisinin</a:t>
            </a:r>
            <a:r>
              <a:rPr lang="en-US" sz="2400" dirty="0"/>
              <a:t> </a:t>
            </a:r>
            <a:r>
              <a:rPr lang="en-US" sz="2400" dirty="0" err="1"/>
              <a:t>arasında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inektir</a:t>
            </a:r>
            <a:r>
              <a:rPr lang="en-US" sz="2400" dirty="0"/>
              <a:t>. Size </a:t>
            </a:r>
            <a:r>
              <a:rPr lang="en-US" sz="2400" dirty="0" err="1"/>
              <a:t>emredileni</a:t>
            </a:r>
            <a:r>
              <a:rPr lang="en-US" sz="2400" dirty="0"/>
              <a:t> </a:t>
            </a:r>
            <a:r>
              <a:rPr lang="en-US" sz="2400" dirty="0" err="1"/>
              <a:t>yapın</a:t>
            </a:r>
            <a:r>
              <a:rPr lang="en-US" sz="2400" dirty="0"/>
              <a:t>.’”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olmuyor.Basit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eylemi</a:t>
            </a:r>
            <a:r>
              <a:rPr lang="en-US" sz="2400" dirty="0"/>
              <a:t>, </a:t>
            </a:r>
            <a:r>
              <a:rPr lang="en-US" sz="2400" dirty="0" err="1"/>
              <a:t>soruya</a:t>
            </a:r>
            <a:r>
              <a:rPr lang="en-US" sz="2400" dirty="0"/>
              <a:t> </a:t>
            </a:r>
            <a:r>
              <a:rPr lang="en-US" sz="2400" dirty="0" err="1"/>
              <a:t>boğuyor.Bu</a:t>
            </a:r>
            <a:r>
              <a:rPr lang="en-US" sz="2400" dirty="0"/>
              <a:t> da modern </a:t>
            </a:r>
            <a:r>
              <a:rPr lang="en-US" sz="2400" dirty="0" err="1"/>
              <a:t>insanın</a:t>
            </a:r>
            <a:r>
              <a:rPr lang="en-US" sz="2400" dirty="0"/>
              <a:t> </a:t>
            </a:r>
            <a:r>
              <a:rPr lang="en-US" sz="2400" dirty="0" err="1"/>
              <a:t>halidir:Kalbin</a:t>
            </a:r>
            <a:r>
              <a:rPr lang="en-US" sz="2400" dirty="0"/>
              <a:t> net </a:t>
            </a:r>
            <a:r>
              <a:rPr lang="en-US" sz="2400" dirty="0" err="1"/>
              <a:t>mesajını,zihin</a:t>
            </a:r>
            <a:r>
              <a:rPr lang="en-US" sz="2400" dirty="0"/>
              <a:t> </a:t>
            </a:r>
            <a:r>
              <a:rPr lang="en-US" sz="2400" dirty="0" err="1"/>
              <a:t>sorguya</a:t>
            </a:r>
            <a:r>
              <a:rPr lang="en-US" sz="2400" dirty="0"/>
              <a:t> </a:t>
            </a:r>
            <a:r>
              <a:rPr lang="en-US" sz="2400" dirty="0" err="1"/>
              <a:t>boğar,ta</a:t>
            </a:r>
            <a:r>
              <a:rPr lang="en-US" sz="2400" dirty="0"/>
              <a:t> ki his </a:t>
            </a:r>
            <a:r>
              <a:rPr lang="en-US" sz="2400" dirty="0" err="1"/>
              <a:t>durulana</a:t>
            </a:r>
            <a:r>
              <a:rPr lang="en-US" sz="2400" dirty="0"/>
              <a:t> </a:t>
            </a:r>
            <a:r>
              <a:rPr lang="en-US" sz="2400" dirty="0" err="1"/>
              <a:t>kadar.İnek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sembol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Benliğini</a:t>
            </a:r>
            <a:r>
              <a:rPr lang="en-US" sz="2400" dirty="0"/>
              <a:t> </a:t>
            </a:r>
            <a:r>
              <a:rPr lang="en-US" sz="2400" dirty="0" err="1"/>
              <a:t>kurban</a:t>
            </a:r>
            <a:r>
              <a:rPr lang="en-US" sz="2400" dirty="0"/>
              <a:t> </a:t>
            </a:r>
            <a:r>
              <a:rPr lang="en-US" sz="2400" dirty="0" err="1"/>
              <a:t>et.”Ama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form </a:t>
            </a:r>
            <a:r>
              <a:rPr lang="en-US" sz="2400" dirty="0" err="1"/>
              <a:t>peşindeler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69.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Dediler</a:t>
            </a:r>
            <a:r>
              <a:rPr lang="en-US" sz="2400" dirty="0"/>
              <a:t> ki: ‘</a:t>
            </a:r>
            <a:r>
              <a:rPr lang="en-US" sz="2400" dirty="0" err="1"/>
              <a:t>Rabbine</a:t>
            </a:r>
            <a:r>
              <a:rPr lang="en-US" sz="2400" dirty="0"/>
              <a:t> dua et, </a:t>
            </a:r>
            <a:r>
              <a:rPr lang="en-US" sz="2400" dirty="0" err="1"/>
              <a:t>rengini</a:t>
            </a:r>
            <a:r>
              <a:rPr lang="en-US" sz="2400" dirty="0"/>
              <a:t> </a:t>
            </a:r>
            <a:r>
              <a:rPr lang="en-US" sz="2400" dirty="0" err="1"/>
              <a:t>açıklasın</a:t>
            </a:r>
            <a:r>
              <a:rPr lang="en-US" sz="2400" dirty="0"/>
              <a:t>.’ Musa </a:t>
            </a:r>
            <a:r>
              <a:rPr lang="en-US" sz="2400" dirty="0" err="1"/>
              <a:t>dedi</a:t>
            </a:r>
            <a:r>
              <a:rPr lang="en-US" sz="2400" dirty="0"/>
              <a:t> ki: ‘O </a:t>
            </a:r>
            <a:r>
              <a:rPr lang="en-US" sz="2400" dirty="0" err="1"/>
              <a:t>buyurdu</a:t>
            </a:r>
            <a:r>
              <a:rPr lang="en-US" sz="2400" dirty="0"/>
              <a:t>: Saf </a:t>
            </a:r>
            <a:r>
              <a:rPr lang="en-US" sz="2400" dirty="0" err="1"/>
              <a:t>sarı</a:t>
            </a:r>
            <a:r>
              <a:rPr lang="en-US" sz="2400" dirty="0"/>
              <a:t>, </a:t>
            </a:r>
            <a:r>
              <a:rPr lang="en-US" sz="2400" dirty="0" err="1"/>
              <a:t>bakanların</a:t>
            </a:r>
            <a:r>
              <a:rPr lang="en-US" sz="2400" dirty="0"/>
              <a:t> </a:t>
            </a:r>
            <a:r>
              <a:rPr lang="en-US" sz="2400" dirty="0" err="1"/>
              <a:t>içini</a:t>
            </a:r>
            <a:r>
              <a:rPr lang="en-US" sz="2400" dirty="0"/>
              <a:t> </a:t>
            </a:r>
            <a:r>
              <a:rPr lang="en-US" sz="2400" dirty="0" err="1"/>
              <a:t>açan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renktir</a:t>
            </a:r>
            <a:r>
              <a:rPr lang="en-US" sz="2400" dirty="0"/>
              <a:t>.’”</a:t>
            </a:r>
          </a:p>
          <a:p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8799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F8D7484-0AC3-DA3C-C6CA-C40240FC41AB}"/>
              </a:ext>
            </a:extLst>
          </p:cNvPr>
          <p:cNvSpPr txBox="1"/>
          <p:nvPr/>
        </p:nvSpPr>
        <p:spPr>
          <a:xfrm>
            <a:off x="0" y="0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renk</a:t>
            </a:r>
            <a:r>
              <a:rPr lang="en-US" sz="2400" dirty="0"/>
              <a:t> bile </a:t>
            </a:r>
            <a:r>
              <a:rPr lang="en-US" sz="2400" dirty="0" err="1"/>
              <a:t>semboldür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Sarı</a:t>
            </a:r>
            <a:r>
              <a:rPr lang="en-US" sz="2400" dirty="0"/>
              <a:t> = </a:t>
            </a:r>
            <a:r>
              <a:rPr lang="en-US" sz="2400" dirty="0" err="1"/>
              <a:t>Güneş</a:t>
            </a:r>
            <a:r>
              <a:rPr lang="en-US" sz="2400" dirty="0"/>
              <a:t>, </a:t>
            </a:r>
            <a:r>
              <a:rPr lang="en-US" sz="2400" dirty="0" err="1"/>
              <a:t>zihin</a:t>
            </a:r>
            <a:r>
              <a:rPr lang="en-US" sz="2400" dirty="0"/>
              <a:t>, ego, </a:t>
            </a:r>
            <a:r>
              <a:rPr lang="en-US" sz="2400" dirty="0" err="1"/>
              <a:t>canlılık</a:t>
            </a:r>
            <a:r>
              <a:rPr lang="en-US" sz="2400" dirty="0"/>
              <a:t>.</a:t>
            </a:r>
          </a:p>
          <a:p>
            <a:r>
              <a:rPr lang="en-US" sz="2400" dirty="0"/>
              <a:t>Ama “</a:t>
            </a:r>
            <a:r>
              <a:rPr lang="en-US" sz="2400" dirty="0" err="1"/>
              <a:t>baktıkça</a:t>
            </a:r>
            <a:r>
              <a:rPr lang="en-US" sz="2400" dirty="0"/>
              <a:t> </a:t>
            </a:r>
            <a:r>
              <a:rPr lang="en-US" sz="2400" dirty="0" err="1"/>
              <a:t>içi</a:t>
            </a:r>
            <a:r>
              <a:rPr lang="en-US" sz="2400" dirty="0"/>
              <a:t> </a:t>
            </a:r>
            <a:r>
              <a:rPr lang="en-US" sz="2400" dirty="0" err="1"/>
              <a:t>açılan</a:t>
            </a:r>
            <a:r>
              <a:rPr lang="en-US" sz="2400" dirty="0"/>
              <a:t>”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sarı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aydınlatıcı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Allah </a:t>
            </a:r>
            <a:r>
              <a:rPr lang="en-US" sz="2400" dirty="0" err="1"/>
              <a:t>şunu</a:t>
            </a:r>
            <a:r>
              <a:rPr lang="en-US" sz="2400" dirty="0"/>
              <a:t> der: “Senin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içini</a:t>
            </a:r>
            <a:r>
              <a:rPr lang="en-US" sz="2400" dirty="0"/>
              <a:t> </a:t>
            </a:r>
            <a:r>
              <a:rPr lang="en-US" sz="2400" dirty="0" err="1"/>
              <a:t>aydınlatacak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kes</a:t>
            </a:r>
            <a:r>
              <a:rPr lang="en-US" sz="2400" dirty="0"/>
              <a:t>.” 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Dıştaki</a:t>
            </a:r>
            <a:r>
              <a:rPr lang="en-US" sz="2400" dirty="0"/>
              <a:t> </a:t>
            </a:r>
            <a:r>
              <a:rPr lang="en-US" sz="2400" dirty="0" err="1"/>
              <a:t>sarıyı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içteki</a:t>
            </a:r>
            <a:r>
              <a:rPr lang="en-US" sz="2400" dirty="0"/>
              <a:t> </a:t>
            </a:r>
            <a:r>
              <a:rPr lang="en-US" sz="2400" dirty="0" err="1"/>
              <a:t>körlüğü</a:t>
            </a:r>
            <a:r>
              <a:rPr lang="en-US" sz="2400" dirty="0"/>
              <a:t>.” Ama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olmamak</a:t>
            </a:r>
            <a:r>
              <a:rPr lang="en-US" sz="2400" dirty="0"/>
              <a:t> </a:t>
            </a:r>
            <a:r>
              <a:rPr lang="en-US" sz="2400" dirty="0" err="1"/>
              <a:t>için“daha</a:t>
            </a:r>
            <a:r>
              <a:rPr lang="en-US" sz="2400" dirty="0"/>
              <a:t> </a:t>
            </a:r>
            <a:r>
              <a:rPr lang="en-US" sz="2400" dirty="0" err="1"/>
              <a:t>fazla</a:t>
            </a:r>
            <a:r>
              <a:rPr lang="en-US" sz="2400" dirty="0"/>
              <a:t> </a:t>
            </a:r>
            <a:r>
              <a:rPr lang="en-US" sz="2400" dirty="0" err="1"/>
              <a:t>detay</a:t>
            </a:r>
            <a:r>
              <a:rPr lang="en-US" sz="2400" dirty="0"/>
              <a:t>” </a:t>
            </a:r>
            <a:r>
              <a:rPr lang="en-US" sz="2400" dirty="0" err="1"/>
              <a:t>isterler.Çünkü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özelliği</a:t>
            </a:r>
            <a:r>
              <a:rPr lang="en-US" sz="2400" dirty="0"/>
              <a:t> </a:t>
            </a:r>
            <a:r>
              <a:rPr lang="en-US" sz="2400" dirty="0" err="1"/>
              <a:t>budur:Sonsuza</a:t>
            </a:r>
            <a:r>
              <a:rPr lang="en-US" sz="2400" dirty="0"/>
              <a:t>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soru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…Ama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kez</a:t>
            </a:r>
            <a:r>
              <a:rPr lang="en-US" sz="2400" dirty="0"/>
              <a:t> </a:t>
            </a:r>
            <a:r>
              <a:rPr lang="en-US" sz="2400" dirty="0" err="1"/>
              <a:t>hisseder</a:t>
            </a:r>
            <a:r>
              <a:rPr lang="en-US" sz="2400" dirty="0"/>
              <a:t>,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</a:t>
            </a:r>
            <a:r>
              <a:rPr lang="tr-TR" sz="2400" dirty="0"/>
              <a:t> </a:t>
            </a:r>
          </a:p>
          <a:p>
            <a:endParaRPr lang="tr-TR" sz="2400" dirty="0"/>
          </a:p>
          <a:p>
            <a:r>
              <a:rPr lang="en-US" sz="2400" b="1" dirty="0"/>
              <a:t>70.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Dediler</a:t>
            </a:r>
            <a:r>
              <a:rPr lang="en-US" sz="2400" dirty="0"/>
              <a:t> ki: ‘</a:t>
            </a:r>
            <a:r>
              <a:rPr lang="en-US" sz="2400" dirty="0" err="1"/>
              <a:t>Rabbine</a:t>
            </a:r>
            <a:r>
              <a:rPr lang="en-US" sz="2400" dirty="0"/>
              <a:t> dua et, bize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iyice</a:t>
            </a:r>
            <a:r>
              <a:rPr lang="en-US" sz="2400" dirty="0"/>
              <a:t> </a:t>
            </a:r>
            <a:r>
              <a:rPr lang="en-US" sz="2400" dirty="0" err="1"/>
              <a:t>açıklasın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bize </a:t>
            </a:r>
            <a:r>
              <a:rPr lang="en-US" sz="2400" dirty="0" err="1"/>
              <a:t>göre</a:t>
            </a:r>
            <a:r>
              <a:rPr lang="en-US" sz="2400" dirty="0"/>
              <a:t> o, </a:t>
            </a:r>
            <a:r>
              <a:rPr lang="en-US" sz="2400" dirty="0" err="1"/>
              <a:t>belirsiz</a:t>
            </a:r>
            <a:r>
              <a:rPr lang="en-US" sz="2400" dirty="0"/>
              <a:t> </a:t>
            </a:r>
            <a:r>
              <a:rPr lang="en-US" sz="2400" dirty="0" err="1"/>
              <a:t>kaldı</a:t>
            </a:r>
            <a:r>
              <a:rPr lang="en-US" sz="2400" dirty="0"/>
              <a:t>. </a:t>
            </a:r>
            <a:r>
              <a:rPr lang="en-US" sz="2400" dirty="0" err="1"/>
              <a:t>Eğer</a:t>
            </a:r>
            <a:r>
              <a:rPr lang="en-US" sz="2400" dirty="0"/>
              <a:t> Allah </a:t>
            </a:r>
            <a:r>
              <a:rPr lang="en-US" sz="2400" dirty="0" err="1"/>
              <a:t>dilerse</a:t>
            </a:r>
            <a:r>
              <a:rPr lang="en-US" sz="2400" dirty="0"/>
              <a:t> biz </a:t>
            </a:r>
            <a:r>
              <a:rPr lang="en-US" sz="2400" dirty="0" err="1"/>
              <a:t>doğruyu</a:t>
            </a:r>
            <a:r>
              <a:rPr lang="en-US" sz="2400" dirty="0"/>
              <a:t> </a:t>
            </a:r>
            <a:r>
              <a:rPr lang="en-US" sz="2400" dirty="0" err="1"/>
              <a:t>buluruz</a:t>
            </a:r>
            <a:r>
              <a:rPr lang="en-US" sz="2400" dirty="0"/>
              <a:t>.’”**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</a:t>
            </a:r>
            <a:r>
              <a:rPr lang="en-US" sz="2400" dirty="0"/>
              <a:t> “</a:t>
            </a:r>
            <a:r>
              <a:rPr lang="en-US" sz="2400" dirty="0" err="1"/>
              <a:t>belirsiz</a:t>
            </a:r>
            <a:r>
              <a:rPr lang="en-US" sz="2400" dirty="0"/>
              <a:t> </a:t>
            </a:r>
            <a:r>
              <a:rPr lang="en-US" sz="2400" dirty="0" err="1"/>
              <a:t>kaldı</a:t>
            </a:r>
            <a:r>
              <a:rPr lang="en-US" sz="2400" dirty="0"/>
              <a:t>” </a:t>
            </a:r>
            <a:r>
              <a:rPr lang="en-US" sz="2400" dirty="0" err="1"/>
              <a:t>demeleri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derindir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gerçekte</a:t>
            </a:r>
            <a:r>
              <a:rPr lang="en-US" sz="2400" dirty="0"/>
              <a:t> emir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netti</a:t>
            </a:r>
            <a:r>
              <a:rPr lang="en-US" sz="2400" dirty="0"/>
              <a:t>. Ama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bakınca</a:t>
            </a:r>
            <a:r>
              <a:rPr lang="en-US" sz="2400" dirty="0"/>
              <a:t> </a:t>
            </a:r>
            <a:r>
              <a:rPr lang="en-US" sz="2400" dirty="0" err="1"/>
              <a:t>netlik</a:t>
            </a:r>
            <a:r>
              <a:rPr lang="en-US" sz="2400" dirty="0"/>
              <a:t> </a:t>
            </a:r>
            <a:r>
              <a:rPr lang="en-US" sz="2400" dirty="0" err="1"/>
              <a:t>kayboldu</a:t>
            </a:r>
            <a:r>
              <a:rPr lang="en-US" sz="2400" dirty="0"/>
              <a:t>. </a:t>
            </a:r>
            <a:r>
              <a:rPr lang="en-US" sz="2400" dirty="0" err="1"/>
              <a:t>Buradaki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  <a:r>
              <a:rPr lang="en-US" sz="2400" dirty="0" err="1"/>
              <a:t>Kurban</a:t>
            </a:r>
            <a:r>
              <a:rPr lang="en-US" sz="2400" dirty="0"/>
              <a:t> </a:t>
            </a:r>
            <a:r>
              <a:rPr lang="en-US" sz="2400" dirty="0" err="1"/>
              <a:t>edilmesi</a:t>
            </a:r>
            <a:r>
              <a:rPr lang="en-US" sz="2400" dirty="0"/>
              <a:t> </a:t>
            </a:r>
            <a:r>
              <a:rPr lang="en-US" sz="2400" dirty="0" err="1"/>
              <a:t>gereken</a:t>
            </a:r>
            <a:r>
              <a:rPr lang="en-US" sz="2400" dirty="0"/>
              <a:t> </a:t>
            </a:r>
            <a:r>
              <a:rPr lang="en-US" sz="2400" dirty="0" err="1"/>
              <a:t>iç</a:t>
            </a:r>
            <a:r>
              <a:rPr lang="en-US" sz="2400" dirty="0"/>
              <a:t> ego.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hayvan</a:t>
            </a:r>
            <a:r>
              <a:rPr lang="en-US" sz="2400" dirty="0"/>
              <a:t> </a:t>
            </a:r>
            <a:r>
              <a:rPr lang="en-US" sz="2400" dirty="0" err="1"/>
              <a:t>arıyorlar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bu</a:t>
            </a:r>
            <a:r>
              <a:rPr lang="en-US" sz="2400" dirty="0"/>
              <a:t> da </a:t>
            </a:r>
            <a:r>
              <a:rPr lang="en-US" sz="2400" dirty="0" err="1"/>
              <a:t>Kur’an’ın</a:t>
            </a:r>
            <a:r>
              <a:rPr lang="en-US" sz="2400" dirty="0"/>
              <a:t> </a:t>
            </a:r>
            <a:r>
              <a:rPr lang="en-US" sz="2400" dirty="0" err="1"/>
              <a:t>sembol</a:t>
            </a:r>
            <a:r>
              <a:rPr lang="en-US" sz="2400" dirty="0"/>
              <a:t> </a:t>
            </a:r>
            <a:r>
              <a:rPr lang="en-US" sz="2400" dirty="0" err="1"/>
              <a:t>dilinin</a:t>
            </a:r>
            <a:r>
              <a:rPr lang="en-US" sz="2400" dirty="0"/>
              <a:t> </a:t>
            </a:r>
            <a:r>
              <a:rPr lang="en-US" sz="2400" dirty="0" err="1"/>
              <a:t>sırrıdır</a:t>
            </a:r>
            <a:r>
              <a:rPr lang="en-US" sz="2400" dirty="0"/>
              <a:t>: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bakarsan</a:t>
            </a:r>
            <a:r>
              <a:rPr lang="en-US" sz="2400" dirty="0"/>
              <a:t> </a:t>
            </a:r>
            <a:r>
              <a:rPr lang="en-US" sz="2400" dirty="0" err="1"/>
              <a:t>şekil</a:t>
            </a:r>
            <a:r>
              <a:rPr lang="en-US" sz="2400" dirty="0"/>
              <a:t> </a:t>
            </a:r>
            <a:r>
              <a:rPr lang="en-US" sz="2400" dirty="0" err="1"/>
              <a:t>görürsün</a:t>
            </a:r>
            <a:r>
              <a:rPr lang="en-US" sz="2400" dirty="0"/>
              <a:t>. </a:t>
            </a:r>
            <a:r>
              <a:rPr lang="en-US" sz="2400" dirty="0" err="1"/>
              <a:t>Kalple</a:t>
            </a:r>
            <a:r>
              <a:rPr lang="en-US" sz="2400" dirty="0"/>
              <a:t> </a:t>
            </a:r>
            <a:r>
              <a:rPr lang="en-US" sz="2400" dirty="0" err="1"/>
              <a:t>bakarsan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görürsün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14837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0939482-16CC-2FD0-9F03-E72098C0C3B2}"/>
              </a:ext>
            </a:extLst>
          </p:cNvPr>
          <p:cNvSpPr txBox="1"/>
          <p:nvPr/>
        </p:nvSpPr>
        <p:spPr>
          <a:xfrm>
            <a:off x="0" y="0"/>
            <a:ext cx="6857999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71. </a:t>
            </a:r>
            <a:r>
              <a:rPr lang="en-US" sz="2400" b="1" dirty="0" err="1"/>
              <a:t>Ayet</a:t>
            </a:r>
            <a:endParaRPr lang="en-US" sz="2400" b="1" dirty="0"/>
          </a:p>
          <a:p>
            <a:endParaRPr lang="en-US" sz="2400" dirty="0"/>
          </a:p>
          <a:p>
            <a:r>
              <a:rPr lang="en-US" sz="2400" dirty="0"/>
              <a:t>“Musa </a:t>
            </a:r>
            <a:r>
              <a:rPr lang="en-US" sz="2400" dirty="0" err="1"/>
              <a:t>dedi</a:t>
            </a:r>
            <a:r>
              <a:rPr lang="en-US" sz="2400" dirty="0"/>
              <a:t> ki: ‘O, </a:t>
            </a:r>
            <a:r>
              <a:rPr lang="en-US" sz="2400" dirty="0" err="1"/>
              <a:t>henüz</a:t>
            </a:r>
            <a:r>
              <a:rPr lang="en-US" sz="2400" dirty="0"/>
              <a:t> </a:t>
            </a:r>
            <a:r>
              <a:rPr lang="en-US" sz="2400" dirty="0" err="1"/>
              <a:t>toprağı</a:t>
            </a:r>
            <a:r>
              <a:rPr lang="en-US" sz="2400" dirty="0"/>
              <a:t> </a:t>
            </a:r>
            <a:r>
              <a:rPr lang="en-US" sz="2400" dirty="0" err="1"/>
              <a:t>sürmemiş</a:t>
            </a:r>
            <a:r>
              <a:rPr lang="en-US" sz="2400" dirty="0"/>
              <a:t>, </a:t>
            </a:r>
            <a:r>
              <a:rPr lang="en-US" sz="2400" dirty="0" err="1"/>
              <a:t>ekin</a:t>
            </a:r>
            <a:r>
              <a:rPr lang="en-US" sz="2400" dirty="0"/>
              <a:t> </a:t>
            </a:r>
            <a:r>
              <a:rPr lang="en-US" sz="2400" dirty="0" err="1"/>
              <a:t>sulamamış</a:t>
            </a:r>
            <a:r>
              <a:rPr lang="en-US" sz="2400" dirty="0"/>
              <a:t>, </a:t>
            </a:r>
            <a:r>
              <a:rPr lang="en-US" sz="2400" dirty="0" err="1"/>
              <a:t>kusursuz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alacasız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inektir</a:t>
            </a:r>
            <a:r>
              <a:rPr lang="en-US" sz="2400" dirty="0"/>
              <a:t>.’ </a:t>
            </a:r>
            <a:r>
              <a:rPr lang="en-US" sz="2400" dirty="0" err="1"/>
              <a:t>Onlar</a:t>
            </a:r>
            <a:r>
              <a:rPr lang="en-US" sz="2400" dirty="0"/>
              <a:t> da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kestiler</a:t>
            </a:r>
            <a:r>
              <a:rPr lang="en-US" sz="2400" dirty="0"/>
              <a:t>, </a:t>
            </a:r>
            <a:r>
              <a:rPr lang="en-US" sz="2400" dirty="0" err="1"/>
              <a:t>fakat</a:t>
            </a:r>
            <a:r>
              <a:rPr lang="en-US" sz="2400" dirty="0"/>
              <a:t> </a:t>
            </a:r>
            <a:r>
              <a:rPr lang="en-US" sz="2400" dirty="0" err="1"/>
              <a:t>neredeyse</a:t>
            </a:r>
            <a:r>
              <a:rPr lang="en-US" sz="2400" dirty="0"/>
              <a:t> </a:t>
            </a:r>
            <a:r>
              <a:rPr lang="en-US" sz="2400" dirty="0" err="1"/>
              <a:t>bunu</a:t>
            </a:r>
            <a:r>
              <a:rPr lang="en-US" sz="2400" dirty="0"/>
              <a:t> </a:t>
            </a:r>
            <a:r>
              <a:rPr lang="en-US" sz="2400" dirty="0" err="1"/>
              <a:t>yapmayacaklardı</a:t>
            </a:r>
            <a:r>
              <a:rPr lang="en-US" sz="2400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 err="1"/>
              <a:t>Sonunda</a:t>
            </a:r>
            <a:r>
              <a:rPr lang="en-US" sz="2400" dirty="0"/>
              <a:t> </a:t>
            </a:r>
            <a:r>
              <a:rPr lang="en-US" sz="2400" dirty="0" err="1"/>
              <a:t>kesiyorlar</a:t>
            </a:r>
            <a:r>
              <a:rPr lang="en-US" sz="2400" dirty="0"/>
              <a:t>…Ama ne </a:t>
            </a:r>
            <a:r>
              <a:rPr lang="en-US" sz="2400" dirty="0" err="1"/>
              <a:t>zorla.Ne</a:t>
            </a:r>
            <a:r>
              <a:rPr lang="en-US" sz="2400" dirty="0"/>
              <a:t>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direnişle</a:t>
            </a:r>
            <a:r>
              <a:rPr lang="en-US" sz="2400" dirty="0"/>
              <a:t>.</a:t>
            </a:r>
          </a:p>
          <a:p>
            <a:r>
              <a:rPr lang="en-US" sz="2400" dirty="0"/>
              <a:t>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gecikmeyle.Toprağı</a:t>
            </a:r>
            <a:r>
              <a:rPr lang="en-US" sz="2400" dirty="0"/>
              <a:t> </a:t>
            </a:r>
            <a:r>
              <a:rPr lang="en-US" sz="2400" dirty="0" err="1"/>
              <a:t>sürmemiş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=</a:t>
            </a:r>
          </a:p>
          <a:p>
            <a:r>
              <a:rPr lang="en-US" sz="2400" dirty="0" err="1"/>
              <a:t>Henüz</a:t>
            </a:r>
            <a:r>
              <a:rPr lang="en-US" sz="2400" dirty="0"/>
              <a:t> </a:t>
            </a:r>
            <a:r>
              <a:rPr lang="en-US" sz="2400" dirty="0" err="1"/>
              <a:t>maddi</a:t>
            </a:r>
            <a:r>
              <a:rPr lang="en-US" sz="2400" dirty="0"/>
              <a:t> </a:t>
            </a:r>
            <a:r>
              <a:rPr lang="en-US" sz="2400" dirty="0" err="1"/>
              <a:t>eylemlere</a:t>
            </a:r>
            <a:r>
              <a:rPr lang="en-US" sz="2400" dirty="0"/>
              <a:t> tam </a:t>
            </a:r>
            <a:r>
              <a:rPr lang="en-US" sz="2400" dirty="0" err="1"/>
              <a:t>bağlanmamış</a:t>
            </a:r>
            <a:r>
              <a:rPr lang="en-US" sz="2400" dirty="0"/>
              <a:t> </a:t>
            </a:r>
            <a:r>
              <a:rPr lang="en-US" sz="2400" dirty="0" err="1"/>
              <a:t>benlik</a:t>
            </a:r>
            <a:endParaRPr lang="en-US" sz="2400" dirty="0"/>
          </a:p>
          <a:p>
            <a:r>
              <a:rPr lang="en-US" sz="2400" dirty="0" err="1"/>
              <a:t>Kusursuz</a:t>
            </a:r>
            <a:r>
              <a:rPr lang="en-US" sz="2400" dirty="0"/>
              <a:t> = </a:t>
            </a:r>
            <a:r>
              <a:rPr lang="en-US" sz="2400" dirty="0" err="1"/>
              <a:t>Arınmış</a:t>
            </a:r>
            <a:r>
              <a:rPr lang="en-US" sz="2400" dirty="0"/>
              <a:t> ama </a:t>
            </a:r>
            <a:r>
              <a:rPr lang="en-US" sz="2400" dirty="0" err="1"/>
              <a:t>kullanılmamış</a:t>
            </a:r>
            <a:endParaRPr lang="en-US" sz="2400" dirty="0"/>
          </a:p>
          <a:p>
            <a:r>
              <a:rPr lang="en-US" sz="2400" dirty="0" err="1"/>
              <a:t>Alacasız</a:t>
            </a:r>
            <a:r>
              <a:rPr lang="en-US" sz="2400" dirty="0"/>
              <a:t> = </a:t>
            </a:r>
            <a:r>
              <a:rPr lang="en-US" sz="2400" dirty="0" err="1"/>
              <a:t>Kararsızlık</a:t>
            </a:r>
            <a:r>
              <a:rPr lang="en-US" sz="2400" dirty="0"/>
              <a:t> yok; </a:t>
            </a:r>
            <a:r>
              <a:rPr lang="en-US" sz="2400" dirty="0" err="1"/>
              <a:t>netlik</a:t>
            </a:r>
            <a:r>
              <a:rPr lang="en-US" sz="2400" dirty="0"/>
              <a:t> var</a:t>
            </a:r>
            <a:r>
              <a:rPr lang="tr-TR" sz="2400" dirty="0"/>
              <a:t>.</a:t>
            </a:r>
            <a:r>
              <a:rPr lang="en-US" sz="2400" dirty="0"/>
              <a:t>Ve “</a:t>
            </a:r>
            <a:r>
              <a:rPr lang="en-US" sz="2400" dirty="0" err="1"/>
              <a:t>neredeyse</a:t>
            </a:r>
            <a:r>
              <a:rPr lang="en-US" sz="2400" dirty="0"/>
              <a:t> </a:t>
            </a:r>
            <a:r>
              <a:rPr lang="en-US" sz="2400" dirty="0" err="1"/>
              <a:t>yapmayacaklardı</a:t>
            </a:r>
            <a:r>
              <a:rPr lang="en-US" sz="2400" dirty="0"/>
              <a:t>” </a:t>
            </a:r>
            <a:r>
              <a:rPr lang="en-US" sz="2400" dirty="0" err="1"/>
              <a:t>ifadesi:Zihin</a:t>
            </a:r>
            <a:r>
              <a:rPr lang="en-US" sz="2400" dirty="0"/>
              <a:t> </a:t>
            </a:r>
            <a:r>
              <a:rPr lang="en-US" sz="2400" dirty="0" err="1"/>
              <a:t>teslimiyeti</a:t>
            </a:r>
            <a:r>
              <a:rPr lang="en-US" sz="2400" dirty="0"/>
              <a:t> 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geciktirirse</a:t>
            </a:r>
            <a:r>
              <a:rPr lang="en-US" sz="2400" dirty="0"/>
              <a:t>, </a:t>
            </a:r>
            <a:r>
              <a:rPr lang="en-US" sz="2400" dirty="0" err="1"/>
              <a:t>ruh</a:t>
            </a:r>
            <a:r>
              <a:rPr lang="en-US" sz="2400" dirty="0"/>
              <a:t> o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yorulur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,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anlamda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hayvan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 </a:t>
            </a:r>
            <a:r>
              <a:rPr lang="en-US" sz="2400" dirty="0" err="1"/>
              <a:t>kurban</a:t>
            </a:r>
            <a:r>
              <a:rPr lang="en-US" sz="2400" dirty="0"/>
              <a:t> </a:t>
            </a:r>
            <a:r>
              <a:rPr lang="en-US" sz="2400" dirty="0" err="1"/>
              <a:t>edilmesi</a:t>
            </a:r>
            <a:r>
              <a:rPr lang="en-US" sz="2400" dirty="0"/>
              <a:t> </a:t>
            </a:r>
            <a:r>
              <a:rPr lang="en-US" sz="2400" dirty="0" err="1"/>
              <a:t>gereken</a:t>
            </a:r>
            <a:r>
              <a:rPr lang="en-US" sz="2400" dirty="0"/>
              <a:t> </a:t>
            </a:r>
            <a:r>
              <a:rPr lang="en-US" sz="2400" dirty="0" err="1"/>
              <a:t>egodur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şöyle</a:t>
            </a:r>
            <a:r>
              <a:rPr lang="en-US" sz="2400" dirty="0"/>
              <a:t> der: “Ne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sorarsan</a:t>
            </a:r>
            <a:r>
              <a:rPr lang="en-US" sz="2400" dirty="0"/>
              <a:t>, o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uzaklaşırsın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Ne zaman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olursan</a:t>
            </a:r>
            <a:r>
              <a:rPr lang="en-US" sz="2400" dirty="0"/>
              <a:t>, </a:t>
            </a:r>
            <a:r>
              <a:rPr lang="en-US" sz="2400" dirty="0" err="1"/>
              <a:t>işte</a:t>
            </a:r>
            <a:r>
              <a:rPr lang="en-US" sz="2400" dirty="0"/>
              <a:t> o zaman </a:t>
            </a:r>
            <a:r>
              <a:rPr lang="en-US" sz="2400" dirty="0" err="1"/>
              <a:t>arınma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.”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bizden</a:t>
            </a:r>
            <a:r>
              <a:rPr lang="en-US" sz="2400" dirty="0"/>
              <a:t> </a:t>
            </a:r>
            <a:r>
              <a:rPr lang="en-US" sz="2400" dirty="0" err="1"/>
              <a:t>hayvan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şekil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evet </a:t>
            </a:r>
            <a:r>
              <a:rPr lang="en-US" sz="2400" dirty="0" err="1"/>
              <a:t>ister</a:t>
            </a:r>
            <a:r>
              <a:rPr lang="en-US" sz="2400" dirty="0"/>
              <a:t>. </a:t>
            </a:r>
            <a:endParaRPr lang="en-TR" sz="2400" dirty="0"/>
          </a:p>
          <a:p>
            <a:r>
              <a:rPr lang="en-US" sz="2400" dirty="0"/>
              <a:t> </a:t>
            </a:r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72–74. </a:t>
            </a:r>
            <a:r>
              <a:rPr lang="en-US" sz="2400" dirty="0" err="1"/>
              <a:t>ayetlerine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anlatılan</a:t>
            </a:r>
            <a:r>
              <a:rPr lang="en-US" sz="2400" dirty="0"/>
              <a:t> </a:t>
            </a:r>
            <a:r>
              <a:rPr lang="en-US" sz="2400" dirty="0" err="1"/>
              <a:t>ölü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adam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vurulan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</a:t>
            </a:r>
            <a:r>
              <a:rPr lang="en-US" sz="2400" dirty="0" err="1"/>
              <a:t>sembolü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taşlaşmış</a:t>
            </a:r>
            <a:r>
              <a:rPr lang="en-US" sz="2400" dirty="0"/>
              <a:t>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canlandırılmasıdır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bu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“</a:t>
            </a:r>
            <a:r>
              <a:rPr lang="en-US" sz="2400" dirty="0" err="1"/>
              <a:t>ölü</a:t>
            </a:r>
            <a:r>
              <a:rPr lang="en-US" sz="2400" dirty="0"/>
              <a:t>” </a:t>
            </a:r>
            <a:r>
              <a:rPr lang="en-US" sz="2400" dirty="0" err="1"/>
              <a:t>sanılan</a:t>
            </a:r>
            <a:r>
              <a:rPr lang="en-US" sz="2400" dirty="0"/>
              <a:t> </a:t>
            </a:r>
            <a:r>
              <a:rPr lang="en-US" sz="2400" dirty="0" err="1"/>
              <a:t>yönlerin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bilinçle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diriltilebileceğinin</a:t>
            </a:r>
            <a:r>
              <a:rPr lang="en-US" sz="2400" dirty="0"/>
              <a:t> </a:t>
            </a:r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haritasıdır</a:t>
            </a:r>
            <a:r>
              <a:rPr lang="en-US" sz="2400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702077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1D334FE-91D0-04E4-C361-576AEE6A43EC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72–74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“Kalp Taş Gibi </a:t>
            </a:r>
            <a:r>
              <a:rPr lang="en-US" sz="2400" dirty="0" err="1"/>
              <a:t>Olduğunda</a:t>
            </a:r>
            <a:r>
              <a:rPr lang="en-US" sz="2400" dirty="0"/>
              <a:t>, </a:t>
            </a:r>
            <a:r>
              <a:rPr lang="en-US" sz="2400" dirty="0" err="1"/>
              <a:t>Vur</a:t>
            </a:r>
            <a:r>
              <a:rPr lang="en-US" sz="2400" dirty="0"/>
              <a:t> Onu </a:t>
            </a:r>
            <a:r>
              <a:rPr lang="en-US" sz="2400" dirty="0" err="1"/>
              <a:t>Hayatla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 err="1"/>
              <a:t>Ölü</a:t>
            </a:r>
            <a:r>
              <a:rPr lang="en-US" sz="2400" dirty="0"/>
              <a:t> Olan </a:t>
            </a:r>
            <a:r>
              <a:rPr lang="en-US" sz="2400" dirty="0" err="1"/>
              <a:t>Hatırlamaz</a:t>
            </a:r>
            <a:r>
              <a:rPr lang="en-US" sz="2400" dirty="0"/>
              <a:t>; Ama </a:t>
            </a:r>
            <a:r>
              <a:rPr lang="en-US" sz="2400" dirty="0" err="1"/>
              <a:t>Hatırlayan</a:t>
            </a:r>
            <a:r>
              <a:rPr lang="en-US" sz="2400" dirty="0"/>
              <a:t> </a:t>
            </a:r>
            <a:r>
              <a:rPr lang="en-US" sz="2400" dirty="0" err="1"/>
              <a:t>Ölmez</a:t>
            </a:r>
            <a:r>
              <a:rPr lang="en-US" sz="2400" dirty="0"/>
              <a:t>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72.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“Hani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adamı</a:t>
            </a:r>
            <a:r>
              <a:rPr lang="en-US" sz="2400" dirty="0"/>
              <a:t> </a:t>
            </a:r>
            <a:r>
              <a:rPr lang="en-US" sz="2400" dirty="0" err="1"/>
              <a:t>öldürmüştünüz</a:t>
            </a:r>
            <a:r>
              <a:rPr lang="en-US" sz="2400" dirty="0"/>
              <a:t> de </a:t>
            </a:r>
            <a:r>
              <a:rPr lang="en-US" sz="2400" dirty="0" err="1"/>
              <a:t>bunun</a:t>
            </a:r>
            <a:r>
              <a:rPr lang="en-US" sz="2400" dirty="0"/>
              <a:t> </a:t>
            </a:r>
            <a:r>
              <a:rPr lang="en-US" sz="2400" dirty="0" err="1"/>
              <a:t>hakkında</a:t>
            </a:r>
            <a:r>
              <a:rPr lang="en-US" sz="2400" dirty="0"/>
              <a:t> </a:t>
            </a:r>
            <a:r>
              <a:rPr lang="en-US" sz="2400" dirty="0" err="1"/>
              <a:t>birbirinize</a:t>
            </a:r>
            <a:r>
              <a:rPr lang="en-US" sz="2400" dirty="0"/>
              <a:t> </a:t>
            </a:r>
            <a:r>
              <a:rPr lang="en-US" sz="2400" dirty="0" err="1"/>
              <a:t>düşmüştünüz</a:t>
            </a:r>
            <a:r>
              <a:rPr lang="en-US" sz="2400" dirty="0"/>
              <a:t>. Allah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gizlemekte</a:t>
            </a:r>
            <a:r>
              <a:rPr lang="en-US" sz="2400" dirty="0"/>
              <a:t> </a:t>
            </a:r>
            <a:r>
              <a:rPr lang="en-US" sz="2400" dirty="0" err="1"/>
              <a:t>olduğunuzu</a:t>
            </a:r>
            <a:r>
              <a:rPr lang="en-US" sz="2400" dirty="0"/>
              <a:t> </a:t>
            </a:r>
            <a:r>
              <a:rPr lang="en-US" sz="2400" dirty="0" err="1"/>
              <a:t>ortaya</a:t>
            </a:r>
            <a:r>
              <a:rPr lang="en-US" sz="2400" dirty="0"/>
              <a:t> </a:t>
            </a:r>
            <a:r>
              <a:rPr lang="en-US" sz="2400" dirty="0" err="1"/>
              <a:t>çıkaracaktı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anlatılan</a:t>
            </a:r>
            <a:r>
              <a:rPr lang="en-US" sz="2400" dirty="0"/>
              <a:t> “</a:t>
            </a:r>
            <a:r>
              <a:rPr lang="en-US" sz="2400" dirty="0" err="1"/>
              <a:t>öldürülen</a:t>
            </a:r>
            <a:r>
              <a:rPr lang="en-US" sz="2400" dirty="0"/>
              <a:t> </a:t>
            </a:r>
            <a:r>
              <a:rPr lang="en-US" sz="2400" dirty="0" err="1"/>
              <a:t>adam</a:t>
            </a:r>
            <a:r>
              <a:rPr lang="en-US" sz="2400" dirty="0"/>
              <a:t>”,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hakikattir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Öldürmek</a:t>
            </a:r>
            <a:r>
              <a:rPr lang="en-US" sz="2400" dirty="0"/>
              <a:t> = </a:t>
            </a:r>
            <a:r>
              <a:rPr lang="en-US" sz="2400" dirty="0" err="1"/>
              <a:t>Bastırmak</a:t>
            </a:r>
            <a:endParaRPr lang="en-US" sz="2400" dirty="0"/>
          </a:p>
          <a:p>
            <a:r>
              <a:rPr lang="en-US" sz="2400" dirty="0" err="1"/>
              <a:t>Gizlemek</a:t>
            </a:r>
            <a:r>
              <a:rPr lang="en-US" sz="2400" dirty="0"/>
              <a:t> =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susturmak</a:t>
            </a:r>
            <a:endParaRPr lang="en-US" sz="2400" dirty="0"/>
          </a:p>
          <a:p>
            <a:r>
              <a:rPr lang="en-US" sz="2400" dirty="0" err="1"/>
              <a:t>Birbirine</a:t>
            </a:r>
            <a:r>
              <a:rPr lang="en-US" sz="2400" dirty="0"/>
              <a:t> </a:t>
            </a:r>
            <a:r>
              <a:rPr lang="en-US" sz="2400" dirty="0" err="1"/>
              <a:t>düşmek</a:t>
            </a:r>
            <a:r>
              <a:rPr lang="en-US" sz="2400" dirty="0"/>
              <a:t> = </a:t>
            </a:r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çelişkisi</a:t>
            </a:r>
            <a:r>
              <a:rPr lang="en-US" sz="2400" dirty="0"/>
              <a:t>,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parçalanma</a:t>
            </a:r>
            <a:endParaRPr lang="en-US" sz="2400" dirty="0"/>
          </a:p>
          <a:p>
            <a:endParaRPr lang="tr-TR" sz="2400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sana </a:t>
            </a:r>
            <a:r>
              <a:rPr lang="en-US" sz="2400" b="1" dirty="0" err="1"/>
              <a:t>şunu</a:t>
            </a:r>
            <a:r>
              <a:rPr lang="en-US" sz="2400" b="1" dirty="0"/>
              <a:t> </a:t>
            </a:r>
            <a:r>
              <a:rPr lang="en-US" sz="2400" b="1" dirty="0" err="1"/>
              <a:t>fısıldar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“Sen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bastırdın</a:t>
            </a:r>
            <a:r>
              <a:rPr lang="en-US" sz="2400" dirty="0"/>
              <a:t>. Belki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arzunu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farkındalığını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duygunu</a:t>
            </a:r>
            <a:r>
              <a:rPr lang="en-US" sz="2400" dirty="0"/>
              <a:t>… Ve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neden</a:t>
            </a:r>
            <a:r>
              <a:rPr lang="en-US" sz="2400" dirty="0"/>
              <a:t> </a:t>
            </a:r>
            <a:r>
              <a:rPr lang="en-US" sz="2400" dirty="0" err="1"/>
              <a:t>parçalandığını</a:t>
            </a:r>
            <a:r>
              <a:rPr lang="en-US" sz="2400" dirty="0"/>
              <a:t> </a:t>
            </a:r>
            <a:r>
              <a:rPr lang="en-US" sz="2400" dirty="0" err="1"/>
              <a:t>anlamadın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Ama Allah </a:t>
            </a:r>
            <a:r>
              <a:rPr lang="en-US" sz="2400" b="1" dirty="0" err="1"/>
              <a:t>diyor</a:t>
            </a:r>
            <a:r>
              <a:rPr lang="en-US" sz="2400" b="1" dirty="0"/>
              <a:t> ki:</a:t>
            </a:r>
            <a:endParaRPr lang="en-US" sz="2400" dirty="0"/>
          </a:p>
          <a:p>
            <a:r>
              <a:rPr lang="en-US" sz="2400" dirty="0"/>
              <a:t>“Ben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gizlediğini</a:t>
            </a:r>
            <a:r>
              <a:rPr lang="en-US" sz="2400" dirty="0"/>
              <a:t> </a:t>
            </a:r>
            <a:r>
              <a:rPr lang="en-US" sz="2400" dirty="0" err="1"/>
              <a:t>ortaya</a:t>
            </a:r>
            <a:r>
              <a:rPr lang="en-US" sz="2400" dirty="0"/>
              <a:t> </a:t>
            </a:r>
            <a:r>
              <a:rPr lang="en-US" sz="2400" dirty="0" err="1"/>
              <a:t>çıkaracağım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, </a:t>
            </a:r>
            <a:r>
              <a:rPr lang="en-US" sz="2400" dirty="0" err="1"/>
              <a:t>sonsuza</a:t>
            </a:r>
            <a:r>
              <a:rPr lang="en-US" sz="2400" dirty="0"/>
              <a:t>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gizli</a:t>
            </a:r>
            <a:r>
              <a:rPr lang="en-US" sz="2400" dirty="0"/>
              <a:t> </a:t>
            </a:r>
            <a:r>
              <a:rPr lang="en-US" sz="2400" dirty="0" err="1"/>
              <a:t>kalmaz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b="1" dirty="0"/>
              <a:t>73.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Dedik</a:t>
            </a:r>
            <a:r>
              <a:rPr lang="en-US" sz="2400" dirty="0"/>
              <a:t> ki: O </a:t>
            </a:r>
            <a:r>
              <a:rPr lang="en-US" sz="2400" dirty="0" err="1"/>
              <a:t>adamın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parçasıyla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vurun</a:t>
            </a:r>
            <a:r>
              <a:rPr lang="en-US" sz="2400" dirty="0"/>
              <a:t>. 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böylece</a:t>
            </a:r>
            <a:r>
              <a:rPr lang="en-US" sz="2400" dirty="0"/>
              <a:t> Allah </a:t>
            </a:r>
            <a:r>
              <a:rPr lang="en-US" sz="2400" dirty="0" err="1"/>
              <a:t>ölüleri</a:t>
            </a:r>
            <a:r>
              <a:rPr lang="en-US" sz="2400" dirty="0"/>
              <a:t> </a:t>
            </a:r>
            <a:r>
              <a:rPr lang="en-US" sz="2400" dirty="0" err="1"/>
              <a:t>diriltir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size </a:t>
            </a:r>
            <a:r>
              <a:rPr lang="en-US" sz="2400" dirty="0" err="1"/>
              <a:t>ayetlerini</a:t>
            </a:r>
            <a:r>
              <a:rPr lang="en-US" sz="2400" dirty="0"/>
              <a:t> </a:t>
            </a:r>
            <a:r>
              <a:rPr lang="en-US" sz="2400" dirty="0" err="1"/>
              <a:t>gösterir</a:t>
            </a:r>
            <a:r>
              <a:rPr lang="en-US" sz="2400" dirty="0"/>
              <a:t> ki </a:t>
            </a:r>
            <a:r>
              <a:rPr lang="en-US" sz="2400" dirty="0" err="1"/>
              <a:t>aklınızı</a:t>
            </a:r>
            <a:r>
              <a:rPr lang="en-US" sz="2400" dirty="0"/>
              <a:t> </a:t>
            </a:r>
            <a:r>
              <a:rPr lang="en-US" sz="2400" dirty="0" err="1"/>
              <a:t>kullanasınız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Buradaki</a:t>
            </a:r>
            <a:r>
              <a:rPr lang="en-US" sz="2400" dirty="0"/>
              <a:t> “</a:t>
            </a:r>
            <a:r>
              <a:rPr lang="en-US" sz="2400" dirty="0" err="1"/>
              <a:t>ölüye</a:t>
            </a:r>
            <a:r>
              <a:rPr lang="en-US" sz="2400" dirty="0"/>
              <a:t> </a:t>
            </a:r>
            <a:r>
              <a:rPr lang="en-US" sz="2400" dirty="0" err="1"/>
              <a:t>vurmak</a:t>
            </a:r>
            <a:r>
              <a:rPr lang="en-US" sz="2400" dirty="0"/>
              <a:t>” </a:t>
            </a:r>
            <a:r>
              <a:rPr lang="en-US" sz="2400" dirty="0" err="1"/>
              <a:t>ifadesi,gerçek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şiddet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uyarımıdır</a:t>
            </a:r>
            <a:r>
              <a:rPr lang="en-US" sz="24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5955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79CF8A3-046B-0CB6-11C4-1A3AAE024A94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“</a:t>
            </a:r>
            <a:r>
              <a:rPr lang="en-US" sz="2400" dirty="0" err="1"/>
              <a:t>Adamın</a:t>
            </a:r>
            <a:r>
              <a:rPr lang="en-US" sz="2400" dirty="0"/>
              <a:t> </a:t>
            </a:r>
            <a:r>
              <a:rPr lang="en-US" sz="2400" dirty="0" err="1"/>
              <a:t>parçası</a:t>
            </a:r>
            <a:r>
              <a:rPr lang="en-US" sz="2400" dirty="0"/>
              <a:t>” =</a:t>
            </a:r>
          </a:p>
          <a:p>
            <a:r>
              <a:rPr lang="en-US" sz="2400" dirty="0"/>
              <a:t>Kurban </a:t>
            </a:r>
            <a:r>
              <a:rPr lang="en-US" sz="2400" dirty="0" err="1"/>
              <a:t>edilen</a:t>
            </a:r>
            <a:r>
              <a:rPr lang="en-US" sz="2400" dirty="0"/>
              <a:t> </a:t>
            </a:r>
            <a:r>
              <a:rPr lang="en-US" sz="2400" dirty="0" err="1"/>
              <a:t>inek</a:t>
            </a:r>
            <a:r>
              <a:rPr lang="en-US" sz="2400" dirty="0"/>
              <a:t> → </a:t>
            </a:r>
            <a:r>
              <a:rPr lang="en-US" sz="2400" dirty="0" err="1"/>
              <a:t>egonun</a:t>
            </a:r>
            <a:r>
              <a:rPr lang="en-US" sz="2400" dirty="0"/>
              <a:t> </a:t>
            </a:r>
            <a:r>
              <a:rPr lang="en-US" sz="2400" dirty="0" err="1"/>
              <a:t>sembolü</a:t>
            </a:r>
            <a:endParaRPr lang="en-US" sz="2400" dirty="0"/>
          </a:p>
          <a:p>
            <a:r>
              <a:rPr lang="en-US" sz="2400" dirty="0" err="1"/>
              <a:t>Yani:Egonun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parçasıyla,bastırdığın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canlandır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Bu </a:t>
            </a:r>
            <a:r>
              <a:rPr lang="en-US" sz="2400" b="1" dirty="0" err="1"/>
              <a:t>ayet</a:t>
            </a:r>
            <a:r>
              <a:rPr lang="en-US" sz="2400" b="1" dirty="0"/>
              <a:t> sana </a:t>
            </a:r>
            <a:r>
              <a:rPr lang="en-US" sz="2400" b="1" dirty="0" err="1"/>
              <a:t>diyor</a:t>
            </a:r>
            <a:r>
              <a:rPr lang="en-US" sz="2400" b="1" dirty="0"/>
              <a:t> ki:</a:t>
            </a:r>
            <a:endParaRPr lang="en-US" sz="2400" dirty="0"/>
          </a:p>
          <a:p>
            <a:r>
              <a:rPr lang="en-US" sz="2400" dirty="0"/>
              <a:t>“Sen </a:t>
            </a:r>
            <a:r>
              <a:rPr lang="en-US" sz="2400" dirty="0" err="1"/>
              <a:t>bastırdığın</a:t>
            </a:r>
            <a:r>
              <a:rPr lang="en-US" sz="2400" dirty="0"/>
              <a:t> </a:t>
            </a:r>
            <a:r>
              <a:rPr lang="en-US" sz="2400" dirty="0" err="1"/>
              <a:t>yönlerini</a:t>
            </a:r>
            <a:r>
              <a:rPr lang="en-US" sz="2400" dirty="0"/>
              <a:t>,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teslimiyetle</a:t>
            </a:r>
            <a:r>
              <a:rPr lang="en-US" sz="2400" dirty="0"/>
              <a:t>, ego </a:t>
            </a:r>
            <a:r>
              <a:rPr lang="en-US" sz="2400" dirty="0" err="1"/>
              <a:t>kurbanıyla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darbeyle</a:t>
            </a:r>
            <a:r>
              <a:rPr lang="en-US" sz="2400" dirty="0"/>
              <a:t> </a:t>
            </a:r>
            <a:r>
              <a:rPr lang="en-US" sz="2400" dirty="0" err="1"/>
              <a:t>uyandırabilirsin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devamı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böyle</a:t>
            </a:r>
            <a:r>
              <a:rPr lang="en-US" sz="2400" dirty="0"/>
              <a:t> </a:t>
            </a:r>
            <a:r>
              <a:rPr lang="en-US" sz="2400" dirty="0" err="1"/>
              <a:t>diriltiyorum</a:t>
            </a:r>
            <a:r>
              <a:rPr lang="en-US" sz="2400" dirty="0"/>
              <a:t> </a:t>
            </a:r>
            <a:r>
              <a:rPr lang="en-US" sz="2400" dirty="0" err="1"/>
              <a:t>ölüleri</a:t>
            </a:r>
            <a:r>
              <a:rPr lang="en-US" sz="2400" dirty="0"/>
              <a:t>.” Yani: “Sen </a:t>
            </a:r>
            <a:r>
              <a:rPr lang="en-US" sz="2400" dirty="0" err="1"/>
              <a:t>bitti</a:t>
            </a:r>
            <a:r>
              <a:rPr lang="en-US" sz="2400" dirty="0"/>
              <a:t> </a:t>
            </a:r>
            <a:r>
              <a:rPr lang="en-US" sz="2400" dirty="0" err="1"/>
              <a:t>sandın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… Ben </a:t>
            </a:r>
            <a:r>
              <a:rPr lang="en-US" sz="2400" dirty="0" err="1"/>
              <a:t>orayı</a:t>
            </a:r>
            <a:r>
              <a:rPr lang="en-US" sz="2400" dirty="0"/>
              <a:t> </a:t>
            </a:r>
            <a:r>
              <a:rPr lang="en-US" sz="2400" dirty="0" err="1"/>
              <a:t>diriltebilirim</a:t>
            </a:r>
            <a:r>
              <a:rPr lang="en-US" sz="2400" dirty="0"/>
              <a:t>. Yeter ki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temas</a:t>
            </a:r>
            <a:r>
              <a:rPr lang="en-US" sz="2400" dirty="0"/>
              <a:t> </a:t>
            </a:r>
            <a:r>
              <a:rPr lang="en-US" sz="2400" dirty="0" err="1"/>
              <a:t>olsun</a:t>
            </a:r>
            <a:r>
              <a:rPr lang="en-US" sz="2400" dirty="0"/>
              <a:t>.”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74.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“Sonra </a:t>
            </a:r>
            <a:r>
              <a:rPr lang="en-US" sz="2400" dirty="0" err="1"/>
              <a:t>bunun</a:t>
            </a:r>
            <a:r>
              <a:rPr lang="en-US" sz="2400" dirty="0"/>
              <a:t>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kalpleriniz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katılaştı</a:t>
            </a:r>
            <a:r>
              <a:rPr lang="en-US" sz="2400" dirty="0"/>
              <a:t>.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taş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, </a:t>
            </a:r>
            <a:r>
              <a:rPr lang="en-US" sz="2400" dirty="0" err="1"/>
              <a:t>hatta</a:t>
            </a:r>
            <a:r>
              <a:rPr lang="en-US" sz="2400" dirty="0"/>
              <a:t> </a:t>
            </a:r>
            <a:r>
              <a:rPr lang="en-US" sz="2400" dirty="0" err="1"/>
              <a:t>taştan</a:t>
            </a:r>
            <a:r>
              <a:rPr lang="en-US" sz="2400" dirty="0"/>
              <a:t> da </a:t>
            </a:r>
            <a:r>
              <a:rPr lang="en-US" sz="2400" dirty="0" err="1"/>
              <a:t>katıdır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öyle</a:t>
            </a:r>
            <a:r>
              <a:rPr lang="en-US" sz="2400" dirty="0"/>
              <a:t> </a:t>
            </a:r>
            <a:r>
              <a:rPr lang="en-US" sz="2400" dirty="0" err="1"/>
              <a:t>taşlar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 ki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ırmaklar</a:t>
            </a:r>
            <a:r>
              <a:rPr lang="en-US" sz="2400" dirty="0"/>
              <a:t> </a:t>
            </a:r>
            <a:r>
              <a:rPr lang="en-US" sz="2400" dirty="0" err="1"/>
              <a:t>fışkırır</a:t>
            </a:r>
            <a:r>
              <a:rPr lang="en-US" sz="2400" dirty="0"/>
              <a:t>. </a:t>
            </a:r>
            <a:r>
              <a:rPr lang="en-US" sz="2400" dirty="0" err="1"/>
              <a:t>Öylesi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 ki </a:t>
            </a:r>
            <a:r>
              <a:rPr lang="en-US" sz="2400" dirty="0" err="1"/>
              <a:t>yarılır</a:t>
            </a:r>
            <a:r>
              <a:rPr lang="en-US" sz="2400" dirty="0"/>
              <a:t> da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çıkar</a:t>
            </a:r>
            <a:r>
              <a:rPr lang="en-US" sz="2400" dirty="0"/>
              <a:t>. </a:t>
            </a:r>
            <a:r>
              <a:rPr lang="en-US" sz="2400" dirty="0" err="1"/>
              <a:t>Öylesi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 ki Allah </a:t>
            </a:r>
            <a:r>
              <a:rPr lang="en-US" sz="2400" dirty="0" err="1"/>
              <a:t>korkusuyla</a:t>
            </a:r>
            <a:r>
              <a:rPr lang="en-US" sz="2400" dirty="0"/>
              <a:t> </a:t>
            </a:r>
            <a:r>
              <a:rPr lang="en-US" sz="2400" dirty="0" err="1"/>
              <a:t>yuvarlanır</a:t>
            </a:r>
            <a:r>
              <a:rPr lang="en-US" sz="2400" dirty="0"/>
              <a:t>. Allah </a:t>
            </a:r>
            <a:r>
              <a:rPr lang="en-US" sz="2400" dirty="0" err="1"/>
              <a:t>yaptıklarınızdan</a:t>
            </a:r>
            <a:r>
              <a:rPr lang="en-US" sz="2400" dirty="0"/>
              <a:t> </a:t>
            </a:r>
            <a:r>
              <a:rPr lang="en-US" sz="2400" dirty="0" err="1"/>
              <a:t>habersiz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.”**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sembolüdür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Taşlaşan</a:t>
            </a:r>
            <a:r>
              <a:rPr lang="en-US" sz="2400" dirty="0"/>
              <a:t> </a:t>
            </a:r>
            <a:r>
              <a:rPr lang="en-US" sz="2400" dirty="0" err="1"/>
              <a:t>kalp</a:t>
            </a:r>
            <a:r>
              <a:rPr lang="en-US" sz="2400" dirty="0"/>
              <a:t> = </a:t>
            </a:r>
            <a:r>
              <a:rPr lang="en-US" sz="2400" dirty="0" err="1"/>
              <a:t>Sezgiyi</a:t>
            </a:r>
            <a:r>
              <a:rPr lang="en-US" sz="2400" dirty="0"/>
              <a:t>, </a:t>
            </a:r>
            <a:r>
              <a:rPr lang="en-US" sz="2400" dirty="0" err="1"/>
              <a:t>sevgiyi</a:t>
            </a:r>
            <a:r>
              <a:rPr lang="en-US" sz="2400" dirty="0"/>
              <a:t>,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hissetmeyen</a:t>
            </a:r>
            <a:r>
              <a:rPr lang="en-US" sz="2400" dirty="0"/>
              <a:t> </a:t>
            </a:r>
            <a:r>
              <a:rPr lang="en-US" sz="2400" dirty="0" err="1"/>
              <a:t>benlik</a:t>
            </a:r>
            <a:r>
              <a:rPr lang="tr-TR" sz="2400" dirty="0"/>
              <a:t> </a:t>
            </a:r>
            <a:r>
              <a:rPr lang="en-US" sz="2400" dirty="0"/>
              <a:t>Ama </a:t>
            </a:r>
            <a:r>
              <a:rPr lang="en-US" sz="2400" dirty="0" err="1"/>
              <a:t>bazı</a:t>
            </a:r>
            <a:r>
              <a:rPr lang="en-US" sz="2400" dirty="0"/>
              <a:t> </a:t>
            </a:r>
            <a:r>
              <a:rPr lang="en-US" sz="2400" dirty="0" err="1"/>
              <a:t>taşlar</a:t>
            </a:r>
            <a:r>
              <a:rPr lang="en-US" sz="2400" dirty="0"/>
              <a:t> ne </a:t>
            </a:r>
            <a:r>
              <a:rPr lang="en-US" sz="2400" dirty="0" err="1"/>
              <a:t>yapar</a:t>
            </a:r>
            <a:r>
              <a:rPr lang="en-US" sz="2400" dirty="0"/>
              <a:t>?</a:t>
            </a:r>
          </a:p>
          <a:p>
            <a:r>
              <a:rPr lang="en-US" sz="2400" dirty="0"/>
              <a:t>Irmak </a:t>
            </a:r>
            <a:r>
              <a:rPr lang="en-US" sz="2400" dirty="0" err="1"/>
              <a:t>fışkırtır</a:t>
            </a:r>
            <a:r>
              <a:rPr lang="en-US" sz="2400" dirty="0"/>
              <a:t> → Bilgi</a:t>
            </a:r>
          </a:p>
          <a:p>
            <a:r>
              <a:rPr lang="en-US" sz="2400" dirty="0" err="1"/>
              <a:t>Yarılır</a:t>
            </a:r>
            <a:r>
              <a:rPr lang="en-US" sz="2400" dirty="0"/>
              <a:t>,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çıkarır</a:t>
            </a:r>
            <a:r>
              <a:rPr lang="en-US" sz="2400" dirty="0"/>
              <a:t> → </a:t>
            </a:r>
            <a:r>
              <a:rPr lang="en-US" sz="2400" dirty="0" err="1"/>
              <a:t>Gözyaşı</a:t>
            </a:r>
            <a:r>
              <a:rPr lang="en-US" sz="2400" dirty="0"/>
              <a:t> – </a:t>
            </a:r>
            <a:r>
              <a:rPr lang="en-US" sz="2400" dirty="0" err="1"/>
              <a:t>arınma</a:t>
            </a:r>
            <a:endParaRPr lang="en-US" sz="2400" dirty="0"/>
          </a:p>
          <a:p>
            <a:r>
              <a:rPr lang="en-US" sz="2400" dirty="0" err="1"/>
              <a:t>Yuvarlanır</a:t>
            </a:r>
            <a:r>
              <a:rPr lang="en-US" sz="2400" dirty="0"/>
              <a:t> → Ego </a:t>
            </a:r>
            <a:r>
              <a:rPr lang="en-US" sz="2400" dirty="0" err="1"/>
              <a:t>çözülür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Kur’an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der: “Senin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taşlaşmış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… Ama ben </a:t>
            </a:r>
            <a:r>
              <a:rPr lang="en-US" sz="2400" dirty="0" err="1"/>
              <a:t>taşın</a:t>
            </a:r>
            <a:r>
              <a:rPr lang="en-US" sz="2400" dirty="0"/>
              <a:t> bile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çıkardım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O </a:t>
            </a:r>
            <a:r>
              <a:rPr lang="en-US" sz="2400" dirty="0" err="1"/>
              <a:t>hâlde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de </a:t>
            </a:r>
            <a:r>
              <a:rPr lang="en-US" sz="2400" dirty="0" err="1"/>
              <a:t>yeniden</a:t>
            </a:r>
            <a:r>
              <a:rPr lang="en-US" sz="2400" dirty="0"/>
              <a:t> </a:t>
            </a:r>
            <a:r>
              <a:rPr lang="en-US" sz="2400" dirty="0" err="1"/>
              <a:t>akabilirsin</a:t>
            </a:r>
            <a:r>
              <a:rPr lang="en-US" sz="2400" dirty="0"/>
              <a:t>.” </a:t>
            </a:r>
            <a:r>
              <a:rPr lang="en-US" sz="2400" dirty="0" err="1"/>
              <a:t>Çünkü</a:t>
            </a:r>
            <a:r>
              <a:rPr lang="en-US" sz="2400" dirty="0"/>
              <a:t> Allah, “</a:t>
            </a:r>
            <a:r>
              <a:rPr lang="en-US" sz="2400" dirty="0" err="1"/>
              <a:t>taş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olma</a:t>
            </a:r>
            <a:r>
              <a:rPr lang="en-US" sz="2400" dirty="0"/>
              <a:t>” </a:t>
            </a:r>
            <a:r>
              <a:rPr lang="en-US" sz="2400" dirty="0" err="1"/>
              <a:t>demez</a:t>
            </a:r>
            <a:r>
              <a:rPr lang="en-US" sz="2400" dirty="0"/>
              <a:t>… “Taş </a:t>
            </a:r>
            <a:r>
              <a:rPr lang="en-US" sz="2400" dirty="0" err="1"/>
              <a:t>gibiysen</a:t>
            </a:r>
            <a:r>
              <a:rPr lang="en-US" sz="2400" dirty="0"/>
              <a:t> bile,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ırmağı</a:t>
            </a:r>
            <a:r>
              <a:rPr lang="en-US" sz="2400" dirty="0"/>
              <a:t> </a:t>
            </a:r>
            <a:r>
              <a:rPr lang="en-US" sz="2400" dirty="0" err="1"/>
              <a:t>hatırla</a:t>
            </a:r>
            <a:r>
              <a:rPr lang="en-US" sz="2400" dirty="0"/>
              <a:t>” der.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3828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301F39C-D581-B255-F61A-9EB9213F1605}"/>
              </a:ext>
            </a:extLst>
          </p:cNvPr>
          <p:cNvSpPr txBox="1"/>
          <p:nvPr/>
        </p:nvSpPr>
        <p:spPr>
          <a:xfrm>
            <a:off x="0" y="0"/>
            <a:ext cx="6857999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75–79. </a:t>
            </a:r>
            <a:r>
              <a:rPr lang="en-US" sz="2400" dirty="0" err="1"/>
              <a:t>ayetlerine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açıkçailahi</a:t>
            </a:r>
            <a:r>
              <a:rPr lang="en-US" sz="2400" dirty="0"/>
              <a:t>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manipüle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zihin,hakikati</a:t>
            </a:r>
            <a:r>
              <a:rPr lang="en-US" sz="2400" dirty="0"/>
              <a:t> </a:t>
            </a:r>
            <a:r>
              <a:rPr lang="en-US" sz="2400" dirty="0" err="1"/>
              <a:t>satarak</a:t>
            </a:r>
            <a:r>
              <a:rPr lang="en-US" sz="2400" dirty="0"/>
              <a:t> </a:t>
            </a:r>
            <a:r>
              <a:rPr lang="en-US" sz="2400" dirty="0" err="1"/>
              <a:t>unutanlar,ve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frekansını</a:t>
            </a:r>
            <a:r>
              <a:rPr lang="en-US" sz="2400" dirty="0"/>
              <a:t> </a:t>
            </a:r>
            <a:r>
              <a:rPr lang="en-US" sz="2400" dirty="0" err="1"/>
              <a:t>bozup</a:t>
            </a:r>
            <a:r>
              <a:rPr lang="en-US" sz="2400" dirty="0"/>
              <a:t> “</a:t>
            </a:r>
            <a:r>
              <a:rPr lang="en-US" sz="2400" dirty="0" err="1"/>
              <a:t>kitabı</a:t>
            </a:r>
            <a:r>
              <a:rPr lang="en-US" sz="2400" dirty="0"/>
              <a:t>” </a:t>
            </a:r>
            <a:r>
              <a:rPr lang="en-US" sz="2400" dirty="0" err="1"/>
              <a:t>şekle</a:t>
            </a:r>
            <a:r>
              <a:rPr lang="en-US" sz="2400" dirty="0"/>
              <a:t> </a:t>
            </a:r>
            <a:r>
              <a:rPr lang="en-US" sz="2400" dirty="0" err="1"/>
              <a:t>çeviren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anlatılır</a:t>
            </a:r>
            <a:r>
              <a:rPr lang="en-US" sz="2400" dirty="0"/>
              <a:t>.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unutma</a:t>
            </a:r>
            <a:r>
              <a:rPr lang="en-US" sz="2400" dirty="0"/>
              <a:t>…Bu “</a:t>
            </a:r>
            <a:r>
              <a:rPr lang="en-US" sz="2400" dirty="0" err="1"/>
              <a:t>başkalarının</a:t>
            </a:r>
            <a:r>
              <a:rPr lang="en-US" sz="2400" dirty="0"/>
              <a:t> </a:t>
            </a:r>
            <a:r>
              <a:rPr lang="en-US" sz="2400" dirty="0" err="1"/>
              <a:t>suçu</a:t>
            </a:r>
            <a:r>
              <a:rPr lang="en-US" sz="2400" dirty="0"/>
              <a:t>” </a:t>
            </a:r>
            <a:r>
              <a:rPr lang="en-US" sz="2400" dirty="0" err="1"/>
              <a:t>değil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ayetler</a:t>
            </a:r>
            <a:r>
              <a:rPr lang="en-US" sz="2400" dirty="0"/>
              <a:t>, </a:t>
            </a:r>
            <a:r>
              <a:rPr lang="en-US" sz="2400" dirty="0" err="1"/>
              <a:t>bizim</a:t>
            </a:r>
            <a:r>
              <a:rPr lang="en-US" sz="2400" dirty="0"/>
              <a:t> </a:t>
            </a:r>
            <a:r>
              <a:rPr lang="en-US" sz="2400" dirty="0" err="1"/>
              <a:t>içimizdeki</a:t>
            </a:r>
            <a:r>
              <a:rPr lang="en-US" sz="2400" dirty="0"/>
              <a:t>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oynamaya</a:t>
            </a:r>
            <a:r>
              <a:rPr lang="en-US" sz="2400" dirty="0"/>
              <a:t> </a:t>
            </a:r>
            <a:r>
              <a:rPr lang="en-US" sz="2400" dirty="0" err="1"/>
              <a:t>kalkışan</a:t>
            </a:r>
            <a:r>
              <a:rPr lang="en-US" sz="2400" dirty="0"/>
              <a:t> ego </a:t>
            </a:r>
            <a:r>
              <a:rPr lang="en-US" sz="2400" dirty="0" err="1"/>
              <a:t>parçalarını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75–79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“İlahi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Şekle</a:t>
            </a:r>
            <a:r>
              <a:rPr lang="en-US" sz="2400" dirty="0"/>
              <a:t> </a:t>
            </a:r>
            <a:r>
              <a:rPr lang="en-US" sz="2400" dirty="0" err="1"/>
              <a:t>Dönüştürmek</a:t>
            </a:r>
            <a:r>
              <a:rPr lang="en-US" sz="2400" dirty="0"/>
              <a:t> – </a:t>
            </a:r>
            <a:r>
              <a:rPr lang="en-US" sz="2400" dirty="0" err="1"/>
              <a:t>Satılan</a:t>
            </a:r>
            <a:r>
              <a:rPr lang="en-US" sz="2400" dirty="0"/>
              <a:t> </a:t>
            </a:r>
            <a:r>
              <a:rPr lang="en-US" sz="2400" dirty="0" err="1"/>
              <a:t>Ayetler</a:t>
            </a:r>
            <a:r>
              <a:rPr lang="en-US" sz="2400" dirty="0"/>
              <a:t>”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Satılmaz</a:t>
            </a:r>
            <a:r>
              <a:rPr lang="en-US" sz="2400" dirty="0"/>
              <a:t>, </a:t>
            </a:r>
            <a:r>
              <a:rPr lang="en-US" sz="2400" dirty="0" err="1"/>
              <a:t>Yaşanır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75.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siz</a:t>
            </a:r>
            <a:r>
              <a:rPr lang="en-US" sz="2400" dirty="0"/>
              <a:t>, </a:t>
            </a:r>
            <a:r>
              <a:rPr lang="en-US" sz="2400" dirty="0" err="1"/>
              <a:t>onların</a:t>
            </a:r>
            <a:r>
              <a:rPr lang="en-US" sz="2400" dirty="0"/>
              <a:t> size </a:t>
            </a:r>
            <a:r>
              <a:rPr lang="en-US" sz="2400" dirty="0" err="1"/>
              <a:t>inanacaklarını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umuyorsunuz</a:t>
            </a:r>
            <a:r>
              <a:rPr lang="en-US" sz="2400" dirty="0"/>
              <a:t>? </a:t>
            </a:r>
            <a:r>
              <a:rPr lang="en-US" sz="2400" dirty="0" err="1"/>
              <a:t>Oysa</a:t>
            </a:r>
            <a:r>
              <a:rPr lang="en-US" sz="2400" dirty="0"/>
              <a:t> </a:t>
            </a:r>
            <a:r>
              <a:rPr lang="en-US" sz="2400" dirty="0" err="1"/>
              <a:t>onlardan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grup</a:t>
            </a:r>
            <a:r>
              <a:rPr lang="en-US" sz="2400" dirty="0"/>
              <a:t> </a:t>
            </a:r>
            <a:r>
              <a:rPr lang="en-US" sz="2400" dirty="0" err="1"/>
              <a:t>vardı</a:t>
            </a:r>
            <a:r>
              <a:rPr lang="en-US" sz="2400" dirty="0"/>
              <a:t> ki,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sözünü</a:t>
            </a:r>
            <a:r>
              <a:rPr lang="en-US" sz="2400" dirty="0"/>
              <a:t> </a:t>
            </a:r>
            <a:r>
              <a:rPr lang="en-US" sz="2400" dirty="0" err="1"/>
              <a:t>işitip</a:t>
            </a:r>
            <a:r>
              <a:rPr lang="en-US" sz="2400" dirty="0"/>
              <a:t> </a:t>
            </a:r>
            <a:r>
              <a:rPr lang="en-US" sz="2400" dirty="0" err="1"/>
              <a:t>anladıktan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bile </a:t>
            </a:r>
            <a:r>
              <a:rPr lang="en-US" sz="2400" dirty="0" err="1"/>
              <a:t>onu</a:t>
            </a:r>
            <a:r>
              <a:rPr lang="en-US" sz="2400" dirty="0"/>
              <a:t> bile </a:t>
            </a:r>
            <a:r>
              <a:rPr lang="en-US" sz="2400" dirty="0" err="1"/>
              <a:t>bile</a:t>
            </a:r>
            <a:r>
              <a:rPr lang="en-US" sz="2400" dirty="0"/>
              <a:t> </a:t>
            </a:r>
            <a:r>
              <a:rPr lang="en-US" sz="2400" dirty="0" err="1"/>
              <a:t>çarpıtıyorlardı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duymuş</a:t>
            </a:r>
            <a:r>
              <a:rPr lang="en-US" sz="2400" dirty="0"/>
              <a:t> ama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saptırmış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anlatır.Yani</a:t>
            </a:r>
            <a:r>
              <a:rPr lang="en-US" sz="2400" dirty="0"/>
              <a:t>…</a:t>
            </a:r>
            <a:r>
              <a:rPr lang="en-US" sz="2400" dirty="0" err="1"/>
              <a:t>duymak</a:t>
            </a:r>
            <a:r>
              <a:rPr lang="en-US" sz="2400" dirty="0"/>
              <a:t> </a:t>
            </a:r>
            <a:r>
              <a:rPr lang="en-US" sz="2400" dirty="0" err="1"/>
              <a:t>yetmedi</a:t>
            </a:r>
            <a:r>
              <a:rPr lang="tr-TR" sz="2400" dirty="0"/>
              <a:t>.</a:t>
            </a:r>
            <a:r>
              <a:rPr lang="en-US" sz="2400" dirty="0" err="1"/>
              <a:t>Anlamak</a:t>
            </a:r>
            <a:r>
              <a:rPr lang="en-US" sz="2400" dirty="0"/>
              <a:t> da </a:t>
            </a:r>
            <a:r>
              <a:rPr lang="en-US" sz="2400" dirty="0" err="1"/>
              <a:t>yetmedi</a:t>
            </a:r>
            <a:r>
              <a:rPr lang="en-US" sz="2400" dirty="0"/>
              <a:t>.</a:t>
            </a:r>
          </a:p>
          <a:p>
            <a:r>
              <a:rPr lang="en-US" sz="2400" dirty="0"/>
              <a:t>Amaç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olunca</a:t>
            </a:r>
            <a:r>
              <a:rPr lang="en-US" sz="2400" dirty="0"/>
              <a:t>, </a:t>
            </a:r>
            <a:r>
              <a:rPr lang="en-US" sz="2400" dirty="0" err="1"/>
              <a:t>hakikat</a:t>
            </a:r>
            <a:r>
              <a:rPr lang="en-US" sz="2400" dirty="0"/>
              <a:t> bile </a:t>
            </a:r>
            <a:r>
              <a:rPr lang="en-US" sz="2400" dirty="0" err="1"/>
              <a:t>eğrildi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der: “Sen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duymuş</a:t>
            </a:r>
            <a:r>
              <a:rPr lang="en-US" sz="2400" dirty="0"/>
              <a:t> </a:t>
            </a:r>
            <a:r>
              <a:rPr lang="en-US" sz="2400" dirty="0" err="1"/>
              <a:t>olabilirsin</a:t>
            </a:r>
            <a:r>
              <a:rPr lang="en-US" sz="2400" dirty="0"/>
              <a:t>… ama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etmiyorsan</a:t>
            </a:r>
            <a:r>
              <a:rPr lang="en-US" sz="2400" dirty="0"/>
              <a:t>,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yerine</a:t>
            </a:r>
            <a:r>
              <a:rPr lang="en-US" sz="2400" dirty="0"/>
              <a:t>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anlam</a:t>
            </a:r>
            <a:r>
              <a:rPr lang="en-US" sz="2400" dirty="0"/>
              <a:t> </a:t>
            </a:r>
            <a:r>
              <a:rPr lang="en-US" sz="2400" dirty="0" err="1"/>
              <a:t>üretir</a:t>
            </a:r>
            <a:r>
              <a:rPr lang="en-US" sz="2400" dirty="0"/>
              <a:t>,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inanırsın</a:t>
            </a:r>
            <a:r>
              <a:rPr lang="en-US" sz="2400" dirty="0"/>
              <a:t>.” 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asıl</a:t>
            </a:r>
            <a:r>
              <a:rPr lang="en-US" sz="2400" dirty="0"/>
              <a:t> </a:t>
            </a:r>
            <a:r>
              <a:rPr lang="en-US" sz="2400" dirty="0" err="1"/>
              <a:t>acı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:</a:t>
            </a:r>
          </a:p>
          <a:p>
            <a:r>
              <a:rPr lang="en-US" sz="2400" dirty="0"/>
              <a:t>“Bile </a:t>
            </a:r>
            <a:r>
              <a:rPr lang="en-US" sz="2400" dirty="0" err="1"/>
              <a:t>bile</a:t>
            </a:r>
            <a:r>
              <a:rPr lang="en-US" sz="2400" dirty="0"/>
              <a:t> </a:t>
            </a:r>
            <a:r>
              <a:rPr lang="en-US" sz="2400" dirty="0" err="1"/>
              <a:t>yaparsın</a:t>
            </a:r>
            <a:r>
              <a:rPr lang="en-US" sz="2400" dirty="0"/>
              <a:t>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6418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ED17657-4F62-287C-36EE-85EB85709310}"/>
              </a:ext>
            </a:extLst>
          </p:cNvPr>
          <p:cNvSpPr txBox="1"/>
          <p:nvPr/>
        </p:nvSpPr>
        <p:spPr>
          <a:xfrm>
            <a:off x="0" y="0"/>
            <a:ext cx="6857999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76.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İnananlarla</a:t>
            </a:r>
            <a:r>
              <a:rPr lang="en-US" sz="2400" dirty="0"/>
              <a:t> </a:t>
            </a:r>
            <a:r>
              <a:rPr lang="en-US" sz="2400" dirty="0" err="1"/>
              <a:t>karşılaştıklarında</a:t>
            </a:r>
            <a:r>
              <a:rPr lang="en-US" sz="2400" dirty="0"/>
              <a:t>, ‘Biz de </a:t>
            </a:r>
            <a:r>
              <a:rPr lang="en-US" sz="2400" dirty="0" err="1"/>
              <a:t>inandık</a:t>
            </a:r>
            <a:r>
              <a:rPr lang="en-US" sz="2400" dirty="0"/>
              <a:t>’ </a:t>
            </a:r>
            <a:r>
              <a:rPr lang="en-US" sz="2400" dirty="0" err="1"/>
              <a:t>derler</a:t>
            </a:r>
            <a:r>
              <a:rPr lang="en-US" sz="2400" dirty="0"/>
              <a:t>. Ama 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kaldıklarında</a:t>
            </a:r>
            <a:r>
              <a:rPr lang="en-US" sz="2400" dirty="0"/>
              <a:t>, ‘</a:t>
            </a:r>
            <a:r>
              <a:rPr lang="en-US" sz="2400" dirty="0" err="1"/>
              <a:t>Rabbinizin</a:t>
            </a:r>
            <a:r>
              <a:rPr lang="en-US" sz="2400" dirty="0"/>
              <a:t> size </a:t>
            </a:r>
            <a:r>
              <a:rPr lang="en-US" sz="2400" dirty="0" err="1"/>
              <a:t>açtıklarını</a:t>
            </a:r>
            <a:r>
              <a:rPr lang="en-US" sz="2400" dirty="0"/>
              <a:t>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söylüyorsunuz</a:t>
            </a:r>
            <a:r>
              <a:rPr lang="en-US" sz="2400" dirty="0"/>
              <a:t>? Ki </a:t>
            </a:r>
            <a:r>
              <a:rPr lang="en-US" sz="2400" dirty="0" err="1"/>
              <a:t>böylece</a:t>
            </a:r>
            <a:r>
              <a:rPr lang="en-US" sz="2400" dirty="0"/>
              <a:t> </a:t>
            </a:r>
            <a:r>
              <a:rPr lang="en-US" sz="2400" dirty="0" err="1"/>
              <a:t>onunla</a:t>
            </a:r>
            <a:r>
              <a:rPr lang="en-US" sz="2400" dirty="0"/>
              <a:t> </a:t>
            </a:r>
            <a:r>
              <a:rPr lang="en-US" sz="2400" dirty="0" err="1"/>
              <a:t>sizi</a:t>
            </a:r>
            <a:r>
              <a:rPr lang="en-US" sz="2400" dirty="0"/>
              <a:t> </a:t>
            </a:r>
            <a:r>
              <a:rPr lang="en-US" sz="2400" dirty="0" err="1"/>
              <a:t>Rabbiniz</a:t>
            </a:r>
            <a:r>
              <a:rPr lang="en-US" sz="2400" dirty="0"/>
              <a:t> </a:t>
            </a:r>
            <a:r>
              <a:rPr lang="en-US" sz="2400" dirty="0" err="1"/>
              <a:t>nezdinde</a:t>
            </a:r>
            <a:r>
              <a:rPr lang="en-US" sz="2400" dirty="0"/>
              <a:t> </a:t>
            </a:r>
            <a:r>
              <a:rPr lang="en-US" sz="2400" dirty="0" err="1"/>
              <a:t>delil</a:t>
            </a:r>
            <a:r>
              <a:rPr lang="en-US" sz="2400" dirty="0"/>
              <a:t> </a:t>
            </a:r>
            <a:r>
              <a:rPr lang="en-US" sz="2400" dirty="0" err="1"/>
              <a:t>gösterip</a:t>
            </a:r>
            <a:r>
              <a:rPr lang="en-US" sz="2400" dirty="0"/>
              <a:t> </a:t>
            </a:r>
            <a:r>
              <a:rPr lang="en-US" sz="2400" dirty="0" err="1"/>
              <a:t>suçlasınlar</a:t>
            </a:r>
            <a:r>
              <a:rPr lang="en-US" sz="2400" dirty="0"/>
              <a:t>!’ </a:t>
            </a:r>
            <a:r>
              <a:rPr lang="en-US" sz="2400" dirty="0" err="1"/>
              <a:t>derler</a:t>
            </a:r>
            <a:r>
              <a:rPr lang="en-US" sz="2400" dirty="0"/>
              <a:t>. </a:t>
            </a:r>
            <a:r>
              <a:rPr lang="en-US" sz="2400" dirty="0" err="1"/>
              <a:t>Aklınızı</a:t>
            </a:r>
            <a:r>
              <a:rPr lang="en-US" sz="2400" dirty="0"/>
              <a:t> </a:t>
            </a:r>
            <a:r>
              <a:rPr lang="en-US" sz="2400" dirty="0" err="1"/>
              <a:t>kullanmaz</a:t>
            </a:r>
            <a:r>
              <a:rPr lang="en-US" sz="2400" dirty="0"/>
              <a:t> </a:t>
            </a:r>
            <a:r>
              <a:rPr lang="en-US" sz="2400" dirty="0" err="1"/>
              <a:t>mısınız</a:t>
            </a:r>
            <a:r>
              <a:rPr lang="en-US" sz="2400" dirty="0"/>
              <a:t>?”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iki</a:t>
            </a:r>
            <a:r>
              <a:rPr lang="en-US" sz="2400" dirty="0"/>
              <a:t> </a:t>
            </a:r>
            <a:r>
              <a:rPr lang="en-US" sz="2400" dirty="0" err="1"/>
              <a:t>yüzlü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sembolüdür.Dışarıda</a:t>
            </a:r>
            <a:r>
              <a:rPr lang="en-US" sz="2400" dirty="0"/>
              <a:t>: “Ben de </a:t>
            </a:r>
            <a:r>
              <a:rPr lang="en-US" sz="2400" dirty="0" err="1"/>
              <a:t>inandım</a:t>
            </a:r>
            <a:r>
              <a:rPr lang="en-US" sz="2400" dirty="0"/>
              <a:t>.”</a:t>
            </a:r>
            <a:r>
              <a:rPr lang="en-US" sz="2400" dirty="0" err="1"/>
              <a:t>İçeride</a:t>
            </a:r>
            <a:r>
              <a:rPr lang="en-US" sz="2400" dirty="0"/>
              <a:t>: “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paylaşma</a:t>
            </a:r>
            <a:r>
              <a:rPr lang="en-US" sz="2400" dirty="0"/>
              <a:t>, </a:t>
            </a:r>
            <a:r>
              <a:rPr lang="en-US" sz="2400" dirty="0" err="1"/>
              <a:t>kullanırlar</a:t>
            </a:r>
            <a:r>
              <a:rPr lang="en-US" sz="2400" dirty="0"/>
              <a:t>.”</a:t>
            </a:r>
          </a:p>
          <a:p>
            <a:r>
              <a:rPr lang="en-US" sz="2400" dirty="0"/>
              <a:t>Alt </a:t>
            </a:r>
            <a:r>
              <a:rPr lang="en-US" sz="2400" dirty="0" err="1"/>
              <a:t>metin</a:t>
            </a:r>
            <a:r>
              <a:rPr lang="en-US" sz="2400" dirty="0"/>
              <a:t>: “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silah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kullan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bildiğini</a:t>
            </a:r>
            <a:r>
              <a:rPr lang="en-US" sz="2400" dirty="0"/>
              <a:t> </a:t>
            </a:r>
            <a:r>
              <a:rPr lang="en-US" sz="2400" dirty="0" err="1"/>
              <a:t>paylaşıyor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bilginin</a:t>
            </a:r>
            <a:r>
              <a:rPr lang="en-US" sz="2400" dirty="0"/>
              <a:t> </a:t>
            </a:r>
            <a:r>
              <a:rPr lang="en-US" sz="2400" dirty="0" err="1"/>
              <a:t>kontrolünü</a:t>
            </a:r>
            <a:r>
              <a:rPr lang="en-US" sz="2400" dirty="0"/>
              <a:t> </a:t>
            </a:r>
            <a:r>
              <a:rPr lang="en-US" sz="2400" dirty="0" err="1"/>
              <a:t>mü</a:t>
            </a:r>
            <a:r>
              <a:rPr lang="en-US" sz="2400" dirty="0"/>
              <a:t> </a:t>
            </a:r>
            <a:r>
              <a:rPr lang="en-US" sz="2400" dirty="0" err="1"/>
              <a:t>istiyorsun</a:t>
            </a:r>
            <a:r>
              <a:rPr lang="en-US" sz="2400" dirty="0"/>
              <a:t>?” 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bilgi,paylaşıldıkça</a:t>
            </a:r>
            <a:r>
              <a:rPr lang="en-US" sz="2400" dirty="0"/>
              <a:t>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olur.Saklandıkça</a:t>
            </a:r>
            <a:r>
              <a:rPr lang="en-US" sz="2400" dirty="0"/>
              <a:t> </a:t>
            </a:r>
            <a:r>
              <a:rPr lang="en-US" sz="2400" dirty="0" err="1"/>
              <a:t>karanlıklaşır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77.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bilmiyorlar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ki Allah, hem </a:t>
            </a:r>
            <a:r>
              <a:rPr lang="en-US" sz="2400" dirty="0" err="1"/>
              <a:t>gizlediklerini</a:t>
            </a:r>
            <a:r>
              <a:rPr lang="en-US" sz="2400" dirty="0"/>
              <a:t> hem de </a:t>
            </a:r>
            <a:r>
              <a:rPr lang="en-US" sz="2400" dirty="0" err="1"/>
              <a:t>açığa</a:t>
            </a:r>
            <a:r>
              <a:rPr lang="en-US" sz="2400" dirty="0"/>
              <a:t> </a:t>
            </a:r>
            <a:r>
              <a:rPr lang="en-US" sz="2400" dirty="0" err="1"/>
              <a:t>vurduklarını</a:t>
            </a:r>
            <a:r>
              <a:rPr lang="en-US" sz="2400" dirty="0"/>
              <a:t> </a:t>
            </a:r>
            <a:r>
              <a:rPr lang="en-US" sz="2400" dirty="0" err="1"/>
              <a:t>bilir</a:t>
            </a:r>
            <a:r>
              <a:rPr lang="en-US" sz="2400" dirty="0"/>
              <a:t>?”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dürüstlüğünü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gizledim</a:t>
            </a:r>
            <a:r>
              <a:rPr lang="en-US" sz="2400" dirty="0"/>
              <a:t> </a:t>
            </a:r>
            <a:r>
              <a:rPr lang="en-US" sz="2400" dirty="0" err="1"/>
              <a:t>sandığın</a:t>
            </a:r>
            <a:r>
              <a:rPr lang="en-US" sz="2400" dirty="0"/>
              <a:t>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bedeninle</a:t>
            </a:r>
            <a:r>
              <a:rPr lang="en-US" sz="2400" dirty="0"/>
              <a:t>, </a:t>
            </a:r>
            <a:r>
              <a:rPr lang="en-US" sz="2400" dirty="0" err="1"/>
              <a:t>sözlerinle</a:t>
            </a:r>
            <a:r>
              <a:rPr lang="en-US" sz="2400" dirty="0"/>
              <a:t>, </a:t>
            </a:r>
            <a:r>
              <a:rPr lang="en-US" sz="2400" dirty="0" err="1"/>
              <a:t>enerjinle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ortaya</a:t>
            </a:r>
            <a:r>
              <a:rPr lang="en-US" sz="2400" dirty="0"/>
              <a:t> </a:t>
            </a:r>
            <a:r>
              <a:rPr lang="en-US" sz="2400" dirty="0" err="1"/>
              <a:t>çıkarırsın</a:t>
            </a:r>
            <a:r>
              <a:rPr lang="en-US" sz="2400" dirty="0"/>
              <a:t>.” </a:t>
            </a:r>
          </a:p>
          <a:p>
            <a:r>
              <a:rPr lang="en-US" sz="2400" dirty="0" err="1"/>
              <a:t>Çünkü</a:t>
            </a:r>
            <a:r>
              <a:rPr lang="en-US" sz="2400" dirty="0"/>
              <a:t> Allah </a:t>
            </a:r>
            <a:r>
              <a:rPr lang="en-US" sz="2400" dirty="0" err="1"/>
              <a:t>burada:Sadece</a:t>
            </a:r>
            <a:r>
              <a:rPr lang="en-US" sz="2400" dirty="0"/>
              <a:t> </a:t>
            </a:r>
            <a:r>
              <a:rPr lang="en-US" sz="2400" dirty="0" err="1"/>
              <a:t>gören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gizli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da </a:t>
            </a:r>
            <a:r>
              <a:rPr lang="en-US" sz="2400" dirty="0" err="1"/>
              <a:t>hissedendir</a:t>
            </a:r>
            <a:r>
              <a:rPr lang="en-US" sz="2400" dirty="0"/>
              <a:t>.</a:t>
            </a:r>
          </a:p>
          <a:p>
            <a:r>
              <a:rPr lang="en-US" sz="2400" dirty="0"/>
              <a:t>Sen “</a:t>
            </a:r>
            <a:r>
              <a:rPr lang="en-US" sz="2400" dirty="0" err="1"/>
              <a:t>yalan</a:t>
            </a:r>
            <a:r>
              <a:rPr lang="en-US" sz="2400" dirty="0"/>
              <a:t>” </a:t>
            </a:r>
            <a:r>
              <a:rPr lang="en-US" sz="2400" dirty="0" err="1"/>
              <a:t>söylemesen</a:t>
            </a:r>
            <a:r>
              <a:rPr lang="en-US" sz="2400" dirty="0"/>
              <a:t> de,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evren</a:t>
            </a:r>
            <a:r>
              <a:rPr lang="en-US" sz="2400" dirty="0"/>
              <a:t>, </a:t>
            </a:r>
            <a:r>
              <a:rPr lang="en-US" sz="2400" dirty="0" err="1"/>
              <a:t>titreşimle</a:t>
            </a:r>
            <a:r>
              <a:rPr lang="en-US" sz="2400" dirty="0"/>
              <a:t> </a:t>
            </a:r>
            <a:r>
              <a:rPr lang="en-US" sz="2400" dirty="0" err="1"/>
              <a:t>çalışır</a:t>
            </a:r>
            <a:r>
              <a:rPr lang="en-US" sz="2400" dirty="0"/>
              <a:t>. Ve </a:t>
            </a:r>
            <a:r>
              <a:rPr lang="en-US" sz="2400" dirty="0" err="1"/>
              <a:t>hiçbir</a:t>
            </a:r>
            <a:r>
              <a:rPr lang="en-US" sz="2400" dirty="0"/>
              <a:t> </a:t>
            </a:r>
            <a:r>
              <a:rPr lang="en-US" sz="2400" dirty="0" err="1"/>
              <a:t>yalan</a:t>
            </a:r>
            <a:r>
              <a:rPr lang="en-US" sz="2400" dirty="0"/>
              <a:t> o </a:t>
            </a:r>
            <a:r>
              <a:rPr lang="en-US" sz="2400" dirty="0" err="1"/>
              <a:t>titreşimi</a:t>
            </a:r>
            <a:r>
              <a:rPr lang="en-US" sz="2400" dirty="0"/>
              <a:t> </a:t>
            </a:r>
            <a:r>
              <a:rPr lang="en-US" sz="2400" dirty="0" err="1"/>
              <a:t>örtemez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8924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DEE5A70-4A6E-2090-DFC0-7B2182E75D20}"/>
              </a:ext>
            </a:extLst>
          </p:cNvPr>
          <p:cNvSpPr txBox="1"/>
          <p:nvPr/>
        </p:nvSpPr>
        <p:spPr>
          <a:xfrm>
            <a:off x="0" y="91440"/>
            <a:ext cx="6858000" cy="12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79.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vay</a:t>
            </a:r>
            <a:r>
              <a:rPr lang="en-US" sz="2400" dirty="0"/>
              <a:t> </a:t>
            </a:r>
            <a:r>
              <a:rPr lang="en-US" sz="2400" dirty="0" err="1"/>
              <a:t>haline</a:t>
            </a:r>
            <a:r>
              <a:rPr lang="en-US" sz="2400" dirty="0"/>
              <a:t> o </a:t>
            </a:r>
            <a:r>
              <a:rPr lang="en-US" sz="2400" dirty="0" err="1"/>
              <a:t>kimselerin</a:t>
            </a:r>
            <a:r>
              <a:rPr lang="en-US" sz="2400" dirty="0"/>
              <a:t> ki, </a:t>
            </a:r>
            <a:r>
              <a:rPr lang="en-US" sz="2400" dirty="0" err="1"/>
              <a:t>elleriyle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yazarlar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‘Bu Allah </a:t>
            </a:r>
            <a:r>
              <a:rPr lang="en-US" sz="2400" dirty="0" err="1"/>
              <a:t>katındandır</a:t>
            </a:r>
            <a:r>
              <a:rPr lang="en-US" sz="2400" dirty="0"/>
              <a:t>’ </a:t>
            </a:r>
            <a:r>
              <a:rPr lang="en-US" sz="2400" dirty="0" err="1"/>
              <a:t>derler</a:t>
            </a:r>
            <a:r>
              <a:rPr lang="en-US" sz="2400" dirty="0"/>
              <a:t>. </a:t>
            </a:r>
            <a:r>
              <a:rPr lang="en-US" sz="2400" dirty="0" err="1"/>
              <a:t>Böylece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bedel </a:t>
            </a:r>
            <a:r>
              <a:rPr lang="en-US" sz="2400" dirty="0" err="1"/>
              <a:t>karşılığında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satarlar</a:t>
            </a:r>
            <a:r>
              <a:rPr lang="en-US" sz="2400" dirty="0"/>
              <a:t>. Vay </a:t>
            </a:r>
            <a:r>
              <a:rPr lang="en-US" sz="2400" dirty="0" err="1"/>
              <a:t>ellerinin</a:t>
            </a:r>
            <a:r>
              <a:rPr lang="en-US" sz="2400" dirty="0"/>
              <a:t> </a:t>
            </a:r>
            <a:r>
              <a:rPr lang="en-US" sz="2400" dirty="0" err="1"/>
              <a:t>yazdığına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kazandıkları</a:t>
            </a:r>
            <a:r>
              <a:rPr lang="en-US" sz="2400" dirty="0"/>
              <a:t> </a:t>
            </a:r>
            <a:r>
              <a:rPr lang="en-US" sz="2400" dirty="0" err="1"/>
              <a:t>şeye</a:t>
            </a:r>
            <a:r>
              <a:rPr lang="en-US" sz="2400" dirty="0"/>
              <a:t>!”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manipüle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ifşasıdır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yazmak</a:t>
            </a:r>
            <a:r>
              <a:rPr lang="en-US" sz="2400" dirty="0"/>
              <a:t> =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biçimlendirmek</a:t>
            </a:r>
            <a:endParaRPr lang="en-US" sz="2400" dirty="0"/>
          </a:p>
          <a:p>
            <a:r>
              <a:rPr lang="en-US" sz="2400" dirty="0"/>
              <a:t>“Bu Allah </a:t>
            </a:r>
            <a:r>
              <a:rPr lang="en-US" sz="2400" dirty="0" err="1"/>
              <a:t>katındandır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 = Kendi </a:t>
            </a:r>
            <a:r>
              <a:rPr lang="en-US" sz="2400" dirty="0" err="1"/>
              <a:t>düşünceni</a:t>
            </a:r>
            <a:r>
              <a:rPr lang="en-US" sz="2400" dirty="0"/>
              <a:t> </a:t>
            </a:r>
            <a:r>
              <a:rPr lang="en-US" sz="2400" dirty="0" err="1"/>
              <a:t>evrenselmiş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sunmak</a:t>
            </a:r>
            <a:r>
              <a:rPr lang="tr-TR" sz="2400" dirty="0"/>
              <a:t>.</a:t>
            </a:r>
            <a:r>
              <a:rPr lang="en-US" sz="2400" dirty="0"/>
              <a:t>Az </a:t>
            </a:r>
            <a:r>
              <a:rPr lang="en-US" sz="2400" dirty="0" err="1"/>
              <a:t>bir</a:t>
            </a:r>
            <a:r>
              <a:rPr lang="en-US" sz="2400" dirty="0"/>
              <a:t> bedel </a:t>
            </a:r>
            <a:r>
              <a:rPr lang="en-US" sz="2400" dirty="0" err="1"/>
              <a:t>karşılığında</a:t>
            </a:r>
            <a:r>
              <a:rPr lang="en-US" sz="2400" dirty="0"/>
              <a:t> </a:t>
            </a:r>
            <a:r>
              <a:rPr lang="en-US" sz="2400" dirty="0" err="1"/>
              <a:t>satmak</a:t>
            </a:r>
            <a:r>
              <a:rPr lang="en-US" sz="2400" dirty="0"/>
              <a:t> =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egoya</a:t>
            </a:r>
            <a:r>
              <a:rPr lang="en-US" sz="2400" dirty="0"/>
              <a:t> </a:t>
            </a:r>
            <a:r>
              <a:rPr lang="en-US" sz="2400" dirty="0" err="1"/>
              <a:t>feda</a:t>
            </a:r>
            <a:r>
              <a:rPr lang="en-US" sz="2400" dirty="0"/>
              <a:t> </a:t>
            </a:r>
            <a:r>
              <a:rPr lang="en-US" sz="2400" dirty="0" err="1"/>
              <a:t>etmek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uyarır</a:t>
            </a:r>
            <a:r>
              <a:rPr lang="en-US" sz="2400" dirty="0"/>
              <a:t>: “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kullanma</a:t>
            </a:r>
            <a:r>
              <a:rPr lang="en-US" sz="2400" dirty="0"/>
              <a:t>. </a:t>
            </a:r>
            <a:r>
              <a:rPr lang="en-US" sz="2400" dirty="0" err="1"/>
              <a:t>Gerçekle</a:t>
            </a:r>
            <a:r>
              <a:rPr lang="en-US" sz="2400" dirty="0"/>
              <a:t> </a:t>
            </a:r>
            <a:r>
              <a:rPr lang="en-US" sz="2400" dirty="0" err="1"/>
              <a:t>hizalan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kutsal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kelimen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, sana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ilişkinin</a:t>
            </a:r>
            <a:r>
              <a:rPr lang="en-US" sz="2400" dirty="0"/>
              <a:t> </a:t>
            </a:r>
            <a:r>
              <a:rPr lang="en-US" sz="2400" dirty="0" err="1"/>
              <a:t>aynasını</a:t>
            </a:r>
            <a:r>
              <a:rPr lang="en-US" sz="2400" dirty="0"/>
              <a:t> </a:t>
            </a:r>
            <a:r>
              <a:rPr lang="en-US" sz="2400" dirty="0" err="1"/>
              <a:t>tutar</a:t>
            </a:r>
            <a:r>
              <a:rPr lang="en-US" sz="2400" dirty="0"/>
              <a:t>: 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güç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mi </a:t>
            </a:r>
            <a:r>
              <a:rPr lang="en-US" sz="2400" dirty="0" err="1"/>
              <a:t>kullanıyorsun</a:t>
            </a:r>
            <a:r>
              <a:rPr lang="en-US" sz="2400" dirty="0"/>
              <a:t>? </a:t>
            </a:r>
          </a:p>
          <a:p>
            <a:pPr marL="0" indent="0">
              <a:buNone/>
            </a:pP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şekle</a:t>
            </a:r>
            <a:r>
              <a:rPr lang="en-US" sz="2400" dirty="0"/>
              <a:t> mi </a:t>
            </a:r>
            <a:r>
              <a:rPr lang="en-US" sz="2400" dirty="0" err="1"/>
              <a:t>döktün</a:t>
            </a:r>
            <a:r>
              <a:rPr lang="en-US" sz="2400" dirty="0"/>
              <a:t>, </a:t>
            </a:r>
            <a:r>
              <a:rPr lang="en-US" sz="2400" dirty="0" err="1"/>
              <a:t>özde</a:t>
            </a:r>
            <a:r>
              <a:rPr lang="en-US" sz="2400" dirty="0"/>
              <a:t> mi </a:t>
            </a:r>
            <a:r>
              <a:rPr lang="en-US" sz="2400" dirty="0" err="1"/>
              <a:t>yaşatıyorsun</a:t>
            </a:r>
            <a:r>
              <a:rPr lang="en-US" sz="2400" dirty="0"/>
              <a:t>? </a:t>
            </a:r>
          </a:p>
          <a:p>
            <a:pPr marL="0" indent="0">
              <a:buNone/>
            </a:pPr>
            <a:r>
              <a:rPr lang="en-US" sz="2400" dirty="0" err="1"/>
              <a:t>Kitapları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okudun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mi </a:t>
            </a:r>
            <a:r>
              <a:rPr lang="en-US" sz="2400" dirty="0" err="1"/>
              <a:t>okudun</a:t>
            </a:r>
            <a:r>
              <a:rPr lang="en-US" sz="2400" dirty="0"/>
              <a:t>? </a:t>
            </a:r>
            <a:br>
              <a:rPr lang="en-US" sz="2400" dirty="0"/>
            </a:br>
            <a:r>
              <a:rPr lang="en-US" sz="2400" dirty="0"/>
              <a:t>Ve son </a:t>
            </a:r>
            <a:r>
              <a:rPr lang="en-US" sz="2400" dirty="0" err="1"/>
              <a:t>olarak</a:t>
            </a:r>
            <a:r>
              <a:rPr lang="en-US" sz="2400" dirty="0"/>
              <a:t>: “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satılmaz</a:t>
            </a:r>
            <a:r>
              <a:rPr lang="en-US" sz="2400" dirty="0"/>
              <a:t>.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yaşanır</a:t>
            </a:r>
            <a:r>
              <a:rPr lang="en-US" sz="2400" dirty="0"/>
              <a:t>. Ve </a:t>
            </a:r>
            <a:r>
              <a:rPr lang="en-US" sz="2400" dirty="0" err="1"/>
              <a:t>yaşadığın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kitaptır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pPr marL="0" indent="0">
              <a:buNone/>
            </a:pPr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…</a:t>
            </a:r>
          </a:p>
          <a:p>
            <a:pPr marL="0" indent="0">
              <a:buNone/>
            </a:pPr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80–83. </a:t>
            </a:r>
            <a:r>
              <a:rPr lang="en-US" sz="2400" dirty="0" err="1"/>
              <a:t>ayetlerine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;“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kandıran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”,</a:t>
            </a:r>
            <a:r>
              <a:rPr lang="en-US" sz="2400" dirty="0" err="1"/>
              <a:t>azabın</a:t>
            </a:r>
            <a:r>
              <a:rPr lang="en-US" sz="2400" dirty="0"/>
              <a:t> </a:t>
            </a:r>
            <a:r>
              <a:rPr lang="en-US" sz="2400" dirty="0" err="1"/>
              <a:t>sembolik</a:t>
            </a:r>
            <a:r>
              <a:rPr lang="en-US" sz="2400" dirty="0"/>
              <a:t> </a:t>
            </a:r>
            <a:r>
              <a:rPr lang="en-US" sz="2400" dirty="0" err="1"/>
              <a:t>anlamı,ve</a:t>
            </a:r>
            <a:r>
              <a:rPr lang="en-US" sz="2400" dirty="0"/>
              <a:t> </a:t>
            </a:r>
            <a:r>
              <a:rPr lang="en-US" sz="2400" dirty="0" err="1"/>
              <a:t>verilmiş</a:t>
            </a:r>
            <a:r>
              <a:rPr lang="en-US" sz="2400" dirty="0"/>
              <a:t> ama </a:t>
            </a:r>
            <a:r>
              <a:rPr lang="en-US" sz="2400" dirty="0" err="1"/>
              <a:t>tutulmamış</a:t>
            </a:r>
            <a:r>
              <a:rPr lang="en-US" sz="2400" dirty="0"/>
              <a:t> </a:t>
            </a:r>
            <a:r>
              <a:rPr lang="en-US" sz="2400" dirty="0" err="1"/>
              <a:t>sözlerin</a:t>
            </a:r>
            <a:r>
              <a:rPr lang="en-US" sz="2400" dirty="0"/>
              <a:t> </a:t>
            </a:r>
            <a:r>
              <a:rPr lang="en-US" sz="2400" dirty="0" err="1"/>
              <a:t>bilinçte</a:t>
            </a:r>
            <a:r>
              <a:rPr lang="en-US" sz="2400" dirty="0"/>
              <a:t> </a:t>
            </a:r>
            <a:r>
              <a:rPr lang="en-US" sz="2400" dirty="0" err="1"/>
              <a:t>bıraktığı</a:t>
            </a:r>
            <a:r>
              <a:rPr lang="en-US" sz="2400" dirty="0"/>
              <a:t> </a:t>
            </a:r>
            <a:r>
              <a:rPr lang="en-US" sz="2400" dirty="0" err="1"/>
              <a:t>iz</a:t>
            </a:r>
            <a:r>
              <a:rPr lang="en-US" sz="2400" dirty="0"/>
              <a:t> </a:t>
            </a:r>
            <a:r>
              <a:rPr lang="en-US" sz="2400" dirty="0" err="1"/>
              <a:t>anlatılıyor.Yani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aslında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“Senin </a:t>
            </a:r>
            <a:r>
              <a:rPr lang="en-US" sz="2400" dirty="0" err="1"/>
              <a:t>ağzından</a:t>
            </a:r>
            <a:r>
              <a:rPr lang="en-US" sz="2400" dirty="0"/>
              <a:t> </a:t>
            </a:r>
            <a:r>
              <a:rPr lang="en-US" sz="2400" dirty="0" err="1"/>
              <a:t>çıkan</a:t>
            </a:r>
            <a:r>
              <a:rPr lang="en-US" sz="2400" dirty="0"/>
              <a:t> </a:t>
            </a:r>
            <a:r>
              <a:rPr lang="en-US" sz="2400" dirty="0" err="1"/>
              <a:t>sözle</a:t>
            </a:r>
            <a:r>
              <a:rPr lang="en-US" sz="2400" dirty="0"/>
              <a:t>, </a:t>
            </a:r>
            <a:r>
              <a:rPr lang="en-US" sz="2400" dirty="0" err="1"/>
              <a:t>kalbinin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?” </a:t>
            </a:r>
            <a:r>
              <a:rPr lang="en-US" sz="2400" dirty="0" err="1"/>
              <a:t>diye</a:t>
            </a:r>
            <a:r>
              <a:rPr lang="en-US" sz="2400" dirty="0"/>
              <a:t> </a:t>
            </a:r>
            <a:r>
              <a:rPr lang="en-US" sz="2400" dirty="0" err="1"/>
              <a:t>soran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testi</a:t>
            </a:r>
            <a:r>
              <a:rPr lang="en-US" sz="2400" dirty="0"/>
              <a:t> var.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047302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6B36102-1B6E-2483-2A18-72079F6BBE8F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80–83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Azap</a:t>
            </a:r>
            <a:r>
              <a:rPr lang="en-US" sz="2400" dirty="0"/>
              <a:t> </a:t>
            </a:r>
            <a:r>
              <a:rPr lang="en-US" sz="2400" dirty="0" err="1"/>
              <a:t>Zannı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Tutulmayan</a:t>
            </a:r>
            <a:r>
              <a:rPr lang="en-US" sz="2400" dirty="0"/>
              <a:t> </a:t>
            </a:r>
            <a:r>
              <a:rPr lang="en-US" sz="2400" dirty="0" err="1"/>
              <a:t>Sözler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/>
              <a:t>İlahi </a:t>
            </a:r>
            <a:r>
              <a:rPr lang="en-US" sz="2400" dirty="0" err="1"/>
              <a:t>Sistem</a:t>
            </a:r>
            <a:r>
              <a:rPr lang="en-US" sz="2400" dirty="0"/>
              <a:t>, Kalp </a:t>
            </a:r>
            <a:r>
              <a:rPr lang="en-US" sz="2400" dirty="0" err="1"/>
              <a:t>Frekansına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Cevap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b="1" dirty="0"/>
              <a:t>80.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Dediler</a:t>
            </a:r>
            <a:r>
              <a:rPr lang="en-US" sz="2400" dirty="0"/>
              <a:t> ki: ‘Bize </a:t>
            </a:r>
            <a:r>
              <a:rPr lang="en-US" sz="2400" dirty="0" err="1"/>
              <a:t>sayılı</a:t>
            </a:r>
            <a:r>
              <a:rPr lang="en-US" sz="2400" dirty="0"/>
              <a:t> </a:t>
            </a:r>
            <a:r>
              <a:rPr lang="en-US" sz="2400" dirty="0" err="1"/>
              <a:t>birkaç</a:t>
            </a:r>
            <a:r>
              <a:rPr lang="en-US" sz="2400" dirty="0"/>
              <a:t> </a:t>
            </a:r>
            <a:r>
              <a:rPr lang="en-US" sz="2400" dirty="0" err="1"/>
              <a:t>günden</a:t>
            </a:r>
            <a:r>
              <a:rPr lang="en-US" sz="2400" dirty="0"/>
              <a:t>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ateş</a:t>
            </a:r>
            <a:r>
              <a:rPr lang="en-US" sz="2400" dirty="0"/>
              <a:t> </a:t>
            </a:r>
            <a:r>
              <a:rPr lang="en-US" sz="2400" dirty="0" err="1"/>
              <a:t>dokunmayacak</a:t>
            </a:r>
            <a:r>
              <a:rPr lang="en-US" sz="2400" dirty="0"/>
              <a:t>.’ De ki: ‘</a:t>
            </a:r>
            <a:r>
              <a:rPr lang="en-US" sz="2400" dirty="0" err="1"/>
              <a:t>Allah’tan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mü</a:t>
            </a:r>
            <a:r>
              <a:rPr lang="en-US" sz="2400" dirty="0"/>
              <a:t> </a:t>
            </a:r>
            <a:r>
              <a:rPr lang="en-US" sz="2400" dirty="0" err="1"/>
              <a:t>aldınız</a:t>
            </a:r>
            <a:r>
              <a:rPr lang="en-US" sz="2400" dirty="0"/>
              <a:t>?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öyleyse</a:t>
            </a:r>
            <a:r>
              <a:rPr lang="en-US" sz="2400" dirty="0"/>
              <a:t> Allah </a:t>
            </a:r>
            <a:r>
              <a:rPr lang="en-US" sz="2400" dirty="0" err="1"/>
              <a:t>sözünden</a:t>
            </a:r>
            <a:r>
              <a:rPr lang="en-US" sz="2400" dirty="0"/>
              <a:t> </a:t>
            </a:r>
            <a:r>
              <a:rPr lang="en-US" sz="2400" dirty="0" err="1"/>
              <a:t>caymaz</a:t>
            </a:r>
            <a:r>
              <a:rPr lang="en-US" sz="2400" dirty="0"/>
              <a:t>. </a:t>
            </a:r>
            <a:r>
              <a:rPr lang="en-US" sz="2400" dirty="0" err="1"/>
              <a:t>Yoksa</a:t>
            </a:r>
            <a:r>
              <a:rPr lang="en-US" sz="2400" dirty="0"/>
              <a:t> Allah </a:t>
            </a:r>
            <a:r>
              <a:rPr lang="en-US" sz="2400" dirty="0" err="1"/>
              <a:t>hakkında</a:t>
            </a:r>
            <a:r>
              <a:rPr lang="en-US" sz="2400" dirty="0"/>
              <a:t> </a:t>
            </a:r>
            <a:r>
              <a:rPr lang="en-US" sz="2400" dirty="0" err="1"/>
              <a:t>bilmediğiniz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şeyi</a:t>
            </a:r>
            <a:r>
              <a:rPr lang="en-US" sz="2400" dirty="0"/>
              <a:t> mi </a:t>
            </a:r>
            <a:r>
              <a:rPr lang="en-US" sz="2400" dirty="0" err="1"/>
              <a:t>söylüyorsunuz</a:t>
            </a:r>
            <a:r>
              <a:rPr lang="en-US" sz="2400" dirty="0"/>
              <a:t>?’”</a:t>
            </a:r>
            <a:br>
              <a:rPr lang="en-US" sz="2400" dirty="0"/>
            </a:b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</a:t>
            </a:r>
            <a:r>
              <a:rPr lang="en-US" sz="2400" dirty="0" err="1"/>
              <a:t>insanlar,kendi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gerçekliklerine</a:t>
            </a:r>
            <a:r>
              <a:rPr lang="en-US" sz="2400" dirty="0"/>
              <a:t> </a:t>
            </a:r>
            <a:r>
              <a:rPr lang="en-US" sz="2400" dirty="0" err="1"/>
              <a:t>güvenmek</a:t>
            </a:r>
            <a:r>
              <a:rPr lang="en-US" sz="2400" dirty="0"/>
              <a:t> </a:t>
            </a:r>
            <a:r>
              <a:rPr lang="en-US" sz="2400" dirty="0" err="1"/>
              <a:t>yerine,kendilerini</a:t>
            </a:r>
            <a:r>
              <a:rPr lang="en-US" sz="2400" dirty="0"/>
              <a:t> </a:t>
            </a:r>
            <a:r>
              <a:rPr lang="en-US" sz="2400" dirty="0" err="1"/>
              <a:t>kandıran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“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tolerans</a:t>
            </a:r>
            <a:r>
              <a:rPr lang="en-US" sz="2400" dirty="0"/>
              <a:t>” </a:t>
            </a:r>
            <a:r>
              <a:rPr lang="en-US" sz="2400" dirty="0" err="1"/>
              <a:t>algısı</a:t>
            </a:r>
            <a:r>
              <a:rPr lang="en-US" sz="2400" dirty="0"/>
              <a:t> </a:t>
            </a:r>
            <a:r>
              <a:rPr lang="en-US" sz="2400" dirty="0" err="1"/>
              <a:t>üretmişler</a:t>
            </a:r>
            <a:r>
              <a:rPr lang="en-US" sz="2400" dirty="0"/>
              <a:t>.</a:t>
            </a:r>
          </a:p>
          <a:p>
            <a:r>
              <a:rPr lang="en-US" sz="2400" dirty="0"/>
              <a:t>“Bize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dokunur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 =</a:t>
            </a:r>
          </a:p>
          <a:p>
            <a:r>
              <a:rPr lang="en-US" sz="2400" dirty="0"/>
              <a:t>Kendi </a:t>
            </a:r>
            <a:r>
              <a:rPr lang="en-US" sz="2400" dirty="0" err="1"/>
              <a:t>karanlığını</a:t>
            </a:r>
            <a:r>
              <a:rPr lang="en-US" sz="2400" dirty="0"/>
              <a:t> </a:t>
            </a:r>
            <a:r>
              <a:rPr lang="en-US" sz="2400" dirty="0" err="1"/>
              <a:t>hafife</a:t>
            </a:r>
            <a:r>
              <a:rPr lang="en-US" sz="2400" dirty="0"/>
              <a:t> </a:t>
            </a:r>
            <a:r>
              <a:rPr lang="en-US" sz="2400" dirty="0" err="1"/>
              <a:t>almak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der: “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Allah’tan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mü</a:t>
            </a:r>
            <a:r>
              <a:rPr lang="en-US" sz="2400" dirty="0"/>
              <a:t> </a:t>
            </a:r>
            <a:r>
              <a:rPr lang="en-US" sz="2400" dirty="0" err="1"/>
              <a:t>aldın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yalan</a:t>
            </a:r>
            <a:r>
              <a:rPr lang="en-US" sz="2400" dirty="0"/>
              <a:t> </a:t>
            </a:r>
            <a:r>
              <a:rPr lang="en-US" sz="2400" dirty="0" err="1"/>
              <a:t>söyledin</a:t>
            </a:r>
            <a:r>
              <a:rPr lang="en-US" sz="2400" dirty="0"/>
              <a:t> mi?”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yasası</a:t>
            </a:r>
            <a:r>
              <a:rPr lang="en-US" sz="2400" dirty="0"/>
              <a:t> </a:t>
            </a:r>
            <a:r>
              <a:rPr lang="en-US" sz="2400" dirty="0" err="1"/>
              <a:t>nettir</a:t>
            </a:r>
            <a:r>
              <a:rPr lang="en-US" sz="2400" dirty="0"/>
              <a:t>:</a:t>
            </a:r>
          </a:p>
          <a:p>
            <a:r>
              <a:rPr lang="en-US" sz="2400" dirty="0"/>
              <a:t>“Ne </a:t>
            </a:r>
            <a:r>
              <a:rPr lang="en-US" sz="2400" dirty="0" err="1"/>
              <a:t>gönderirsen</a:t>
            </a:r>
            <a:r>
              <a:rPr lang="en-US" sz="2400" dirty="0"/>
              <a:t>, o </a:t>
            </a:r>
            <a:r>
              <a:rPr lang="en-US" sz="2400" dirty="0" err="1"/>
              <a:t>gelir</a:t>
            </a:r>
            <a:r>
              <a:rPr lang="en-US" sz="2400" dirty="0"/>
              <a:t>.” Ve </a:t>
            </a:r>
            <a:r>
              <a:rPr lang="en-US" sz="2400" dirty="0" err="1"/>
              <a:t>sistem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söylediğin</a:t>
            </a:r>
            <a:r>
              <a:rPr lang="en-US" sz="2400" dirty="0"/>
              <a:t> </a:t>
            </a:r>
            <a:r>
              <a:rPr lang="en-US" sz="2400" dirty="0" err="1"/>
              <a:t>yalanı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kalbinin</a:t>
            </a:r>
            <a:r>
              <a:rPr lang="en-US" sz="2400" dirty="0"/>
              <a:t> </a:t>
            </a:r>
            <a:r>
              <a:rPr lang="en-US" sz="2400" dirty="0" err="1"/>
              <a:t>hakikatini</a:t>
            </a:r>
            <a:r>
              <a:rPr lang="en-US" sz="2400" dirty="0"/>
              <a:t> </a:t>
            </a:r>
            <a:r>
              <a:rPr lang="en-US" sz="2400" dirty="0" err="1"/>
              <a:t>okur</a:t>
            </a:r>
            <a:r>
              <a:rPr lang="en-US" sz="2400" dirty="0"/>
              <a:t>. </a:t>
            </a:r>
          </a:p>
          <a:p>
            <a:endParaRPr lang="tr-TR" sz="2400" b="1" dirty="0"/>
          </a:p>
          <a:p>
            <a:r>
              <a:rPr lang="en-US" sz="2400" b="1" dirty="0"/>
              <a:t>81.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Hayır</a:t>
            </a:r>
            <a:r>
              <a:rPr lang="en-US" sz="2400" dirty="0"/>
              <a:t>! </a:t>
            </a:r>
            <a:r>
              <a:rPr lang="en-US" sz="2400" dirty="0" err="1"/>
              <a:t>Kötülük</a:t>
            </a:r>
            <a:r>
              <a:rPr lang="en-US" sz="2400" dirty="0"/>
              <a:t> </a:t>
            </a:r>
            <a:r>
              <a:rPr lang="en-US" sz="2400" dirty="0" err="1"/>
              <a:t>işleyip</a:t>
            </a:r>
            <a:r>
              <a:rPr lang="en-US" sz="2400" dirty="0"/>
              <a:t> de </a:t>
            </a:r>
            <a:r>
              <a:rPr lang="en-US" sz="2400" dirty="0" err="1"/>
              <a:t>günahı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kuşatmış</a:t>
            </a:r>
            <a:r>
              <a:rPr lang="en-US" sz="2400" dirty="0"/>
              <a:t> </a:t>
            </a:r>
            <a:r>
              <a:rPr lang="en-US" sz="2400" dirty="0" err="1"/>
              <a:t>olanlar</a:t>
            </a:r>
            <a:r>
              <a:rPr lang="en-US" sz="2400" dirty="0"/>
              <a:t> var </a:t>
            </a:r>
            <a:r>
              <a:rPr lang="en-US" sz="2400" dirty="0" err="1"/>
              <a:t>ya</a:t>
            </a:r>
            <a:r>
              <a:rPr lang="en-US" sz="2400" dirty="0"/>
              <a:t>, </a:t>
            </a:r>
            <a:r>
              <a:rPr lang="en-US" sz="2400" dirty="0" err="1"/>
              <a:t>işte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cehennemliktir</a:t>
            </a:r>
            <a:r>
              <a:rPr lang="en-US" sz="2400" dirty="0"/>
              <a:t>.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kalacaklardır</a:t>
            </a:r>
            <a:r>
              <a:rPr lang="tr-TR" sz="2400" b="1" dirty="0"/>
              <a:t>.</a:t>
            </a:r>
          </a:p>
          <a:p>
            <a:endParaRPr lang="tr-TR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azap</a:t>
            </a:r>
            <a:r>
              <a:rPr lang="en-US" sz="2400" dirty="0"/>
              <a:t> </a:t>
            </a:r>
            <a:r>
              <a:rPr lang="en-US" sz="2400" dirty="0" err="1"/>
              <a:t>kavramını</a:t>
            </a:r>
            <a:r>
              <a:rPr lang="en-US" sz="2400" dirty="0"/>
              <a:t> </a:t>
            </a:r>
            <a:r>
              <a:rPr lang="en-US" sz="2400" dirty="0" err="1"/>
              <a:t>şekilden</a:t>
            </a:r>
            <a:r>
              <a:rPr lang="en-US" sz="2400" dirty="0"/>
              <a:t> </a:t>
            </a:r>
            <a:r>
              <a:rPr lang="en-US" sz="2400" dirty="0" err="1"/>
              <a:t>çıkarır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endParaRPr lang="en-US" sz="2400" dirty="0"/>
          </a:p>
          <a:p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alanı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tanımlar</a:t>
            </a:r>
            <a:r>
              <a:rPr lang="en-US" sz="2400" dirty="0"/>
              <a:t>.</a:t>
            </a:r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0990482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7A21207-2240-EBCE-2B64-F7A2ACFEA6CB}"/>
              </a:ext>
            </a:extLst>
          </p:cNvPr>
          <p:cNvSpPr txBox="1"/>
          <p:nvPr/>
        </p:nvSpPr>
        <p:spPr>
          <a:xfrm>
            <a:off x="0" y="0"/>
            <a:ext cx="6858000" cy="1366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“</a:t>
            </a:r>
            <a:r>
              <a:rPr lang="en-US" sz="2400" dirty="0" err="1"/>
              <a:t>Günah</a:t>
            </a:r>
            <a:r>
              <a:rPr lang="en-US" sz="2400" dirty="0"/>
              <a:t> </a:t>
            </a:r>
            <a:r>
              <a:rPr lang="en-US" sz="2400" dirty="0" err="1"/>
              <a:t>kuşatmak</a:t>
            </a:r>
            <a:r>
              <a:rPr lang="en-US" sz="2400" dirty="0"/>
              <a:t>”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düşük</a:t>
            </a:r>
            <a:r>
              <a:rPr lang="en-US" sz="2400" dirty="0"/>
              <a:t> </a:t>
            </a:r>
            <a:r>
              <a:rPr lang="en-US" sz="2400" dirty="0" err="1"/>
              <a:t>frekansla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hata</a:t>
            </a:r>
            <a:r>
              <a:rPr lang="en-US" sz="2400" dirty="0"/>
              <a:t> </a:t>
            </a:r>
            <a:r>
              <a:rPr lang="en-US" sz="2400" dirty="0" err="1"/>
              <a:t>yapmadın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kaldın</a:t>
            </a:r>
            <a:r>
              <a:rPr lang="en-US" sz="2400" dirty="0"/>
              <a:t>.</a:t>
            </a:r>
          </a:p>
          <a:p>
            <a:r>
              <a:rPr lang="en-US" sz="2400" dirty="0"/>
              <a:t>Onu </a:t>
            </a:r>
            <a:r>
              <a:rPr lang="en-US" sz="2400" dirty="0" err="1"/>
              <a:t>terk</a:t>
            </a:r>
            <a:r>
              <a:rPr lang="en-US" sz="2400" dirty="0"/>
              <a:t> </a:t>
            </a:r>
            <a:r>
              <a:rPr lang="en-US" sz="2400" dirty="0" err="1"/>
              <a:t>etmedin.Onu</a:t>
            </a:r>
            <a:r>
              <a:rPr lang="en-US" sz="2400" dirty="0"/>
              <a:t> </a:t>
            </a:r>
            <a:r>
              <a:rPr lang="en-US" sz="2400" dirty="0" err="1"/>
              <a:t>dönüştürmedin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cehennemi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tanımlar</a:t>
            </a:r>
            <a:r>
              <a:rPr lang="en-US" sz="2400" dirty="0"/>
              <a:t>:</a:t>
            </a:r>
          </a:p>
          <a:p>
            <a:r>
              <a:rPr lang="en-US" sz="2400" dirty="0"/>
              <a:t>“Senin </a:t>
            </a:r>
            <a:r>
              <a:rPr lang="en-US" sz="2400" dirty="0" err="1"/>
              <a:t>frekansının</a:t>
            </a:r>
            <a:r>
              <a:rPr lang="en-US" sz="2400" dirty="0"/>
              <a:t> </a:t>
            </a:r>
            <a:r>
              <a:rPr lang="en-US" sz="2400" dirty="0" err="1"/>
              <a:t>donduğu</a:t>
            </a:r>
            <a:r>
              <a:rPr lang="en-US" sz="2400" dirty="0"/>
              <a:t> </a:t>
            </a:r>
            <a:r>
              <a:rPr lang="en-US" sz="2400" dirty="0" err="1"/>
              <a:t>alan</a:t>
            </a:r>
            <a:r>
              <a:rPr lang="en-US" sz="2400" dirty="0"/>
              <a:t>. </a:t>
            </a:r>
            <a:r>
              <a:rPr lang="en-US" sz="2400" dirty="0" err="1"/>
              <a:t>Dönüşü</a:t>
            </a:r>
            <a:r>
              <a:rPr lang="en-US" sz="2400" dirty="0"/>
              <a:t> </a:t>
            </a:r>
            <a:r>
              <a:rPr lang="en-US" sz="2400" dirty="0" err="1"/>
              <a:t>reddettiğin</a:t>
            </a:r>
            <a:r>
              <a:rPr lang="en-US" sz="2400" dirty="0"/>
              <a:t> </a:t>
            </a:r>
            <a:r>
              <a:rPr lang="en-US" sz="2400" dirty="0" err="1"/>
              <a:t>sürece</a:t>
            </a:r>
            <a:r>
              <a:rPr lang="en-US" sz="2400" dirty="0"/>
              <a:t>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kalırsın</a:t>
            </a:r>
            <a:r>
              <a:rPr lang="en-US" sz="2400" dirty="0"/>
              <a:t>.”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cehennem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yer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düzeyidir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82.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“İman </a:t>
            </a:r>
            <a:r>
              <a:rPr lang="en-US" sz="2400" dirty="0" err="1"/>
              <a:t>edip</a:t>
            </a:r>
            <a:r>
              <a:rPr lang="en-US" sz="2400" dirty="0"/>
              <a:t> </a:t>
            </a:r>
            <a:r>
              <a:rPr lang="en-US" sz="2400" dirty="0" err="1"/>
              <a:t>salih</a:t>
            </a:r>
            <a:r>
              <a:rPr lang="en-US" sz="2400" dirty="0"/>
              <a:t> </a:t>
            </a:r>
            <a:r>
              <a:rPr lang="en-US" sz="2400" dirty="0" err="1"/>
              <a:t>amel</a:t>
            </a:r>
            <a:r>
              <a:rPr lang="en-US" sz="2400" dirty="0"/>
              <a:t> </a:t>
            </a:r>
            <a:r>
              <a:rPr lang="en-US" sz="2400" dirty="0" err="1"/>
              <a:t>işleyenler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cennetliktir</a:t>
            </a:r>
            <a:r>
              <a:rPr lang="en-US" sz="2400" dirty="0"/>
              <a:t>.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kalacaklardır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denge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:</a:t>
            </a:r>
          </a:p>
          <a:p>
            <a:r>
              <a:rPr lang="en-US" sz="2400" dirty="0"/>
              <a:t>İman + </a:t>
            </a:r>
            <a:r>
              <a:rPr lang="en-US" sz="2400" dirty="0" err="1"/>
              <a:t>eylem</a:t>
            </a:r>
            <a:r>
              <a:rPr lang="en-US" sz="2400" dirty="0"/>
              <a:t>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cenneti</a:t>
            </a:r>
            <a:r>
              <a:rPr lang="en-US" sz="2400" dirty="0"/>
              <a:t>.</a:t>
            </a:r>
          </a:p>
          <a:p>
            <a:r>
              <a:rPr lang="en-US" sz="2400" dirty="0"/>
              <a:t>İman =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gerçeğe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olması</a:t>
            </a:r>
            <a:endParaRPr lang="en-US" sz="2400" dirty="0"/>
          </a:p>
          <a:p>
            <a:r>
              <a:rPr lang="en-US" sz="2400" dirty="0"/>
              <a:t>Salih </a:t>
            </a:r>
            <a:r>
              <a:rPr lang="en-US" sz="2400" dirty="0" err="1"/>
              <a:t>amel</a:t>
            </a:r>
            <a:r>
              <a:rPr lang="en-US" sz="2400" dirty="0"/>
              <a:t> = O </a:t>
            </a:r>
            <a:r>
              <a:rPr lang="en-US" sz="2400" dirty="0" err="1"/>
              <a:t>frekansta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endParaRPr lang="en-US" sz="2400" dirty="0"/>
          </a:p>
          <a:p>
            <a:r>
              <a:rPr lang="en-US" sz="2400" dirty="0"/>
              <a:t>Cennet =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titreşim</a:t>
            </a:r>
            <a:r>
              <a:rPr lang="en-US" sz="2400" dirty="0"/>
              <a:t> </a:t>
            </a:r>
            <a:r>
              <a:rPr lang="en-US" sz="2400" dirty="0" err="1"/>
              <a:t>alanı</a:t>
            </a:r>
            <a:r>
              <a:rPr lang="en-US" sz="2400" dirty="0"/>
              <a:t>,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huzur</a:t>
            </a:r>
            <a:r>
              <a:rPr lang="en-US" sz="2400" dirty="0"/>
              <a:t> </a:t>
            </a:r>
            <a:r>
              <a:rPr lang="en-US" sz="2400" dirty="0" err="1"/>
              <a:t>hali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der ki: “Cennet,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mutluluk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bütünlüğüdür</a:t>
            </a:r>
            <a:r>
              <a:rPr lang="en-US" sz="2400" dirty="0"/>
              <a:t>.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kendinle</a:t>
            </a:r>
            <a:r>
              <a:rPr lang="en-US" sz="2400" dirty="0"/>
              <a:t> </a:t>
            </a:r>
            <a:r>
              <a:rPr lang="en-US" sz="2400" dirty="0" err="1"/>
              <a:t>çelişmezsin</a:t>
            </a:r>
            <a:r>
              <a:rPr lang="en-US" sz="2400" dirty="0"/>
              <a:t>. </a:t>
            </a:r>
            <a:r>
              <a:rPr lang="en-US" sz="2400" dirty="0" err="1"/>
              <a:t>İnandığını</a:t>
            </a:r>
            <a:r>
              <a:rPr lang="en-US" sz="2400" dirty="0"/>
              <a:t> </a:t>
            </a:r>
            <a:r>
              <a:rPr lang="en-US" sz="2400" dirty="0" err="1"/>
              <a:t>yaşarsın</a:t>
            </a:r>
            <a:r>
              <a:rPr lang="en-US" sz="2400" dirty="0"/>
              <a:t>. Ve </a:t>
            </a:r>
            <a:r>
              <a:rPr lang="en-US" sz="2400" dirty="0" err="1"/>
              <a:t>orada</a:t>
            </a:r>
            <a:r>
              <a:rPr lang="en-US" sz="2400" dirty="0"/>
              <a:t> </a:t>
            </a:r>
            <a:r>
              <a:rPr lang="en-US" sz="2400" dirty="0" err="1"/>
              <a:t>huzur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83.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“Biz </a:t>
            </a:r>
            <a:r>
              <a:rPr lang="en-US" sz="2400" dirty="0" err="1"/>
              <a:t>İsrailoğulları’ndan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almıştık</a:t>
            </a:r>
            <a:r>
              <a:rPr lang="en-US" sz="2400" dirty="0"/>
              <a:t>: ‘</a:t>
            </a:r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kulluk</a:t>
            </a:r>
            <a:r>
              <a:rPr lang="en-US" sz="2400" dirty="0"/>
              <a:t> </a:t>
            </a:r>
            <a:r>
              <a:rPr lang="en-US" sz="2400" dirty="0" err="1"/>
              <a:t>edeceksiniz</a:t>
            </a:r>
            <a:r>
              <a:rPr lang="en-US" sz="2400" dirty="0"/>
              <a:t>, ana-</a:t>
            </a:r>
            <a:r>
              <a:rPr lang="en-US" sz="2400" dirty="0" err="1"/>
              <a:t>babaya</a:t>
            </a:r>
            <a:r>
              <a:rPr lang="en-US" sz="2400" dirty="0"/>
              <a:t>, </a:t>
            </a:r>
            <a:r>
              <a:rPr lang="en-US" sz="2400" dirty="0" err="1"/>
              <a:t>yakınlara</a:t>
            </a:r>
            <a:r>
              <a:rPr lang="en-US" sz="2400" dirty="0"/>
              <a:t>, </a:t>
            </a:r>
            <a:r>
              <a:rPr lang="en-US" sz="2400" dirty="0" err="1"/>
              <a:t>yetimlere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yoksullara</a:t>
            </a:r>
            <a:r>
              <a:rPr lang="en-US" sz="2400" dirty="0"/>
              <a:t> </a:t>
            </a:r>
            <a:r>
              <a:rPr lang="en-US" sz="2400" dirty="0" err="1"/>
              <a:t>güzel</a:t>
            </a:r>
            <a:r>
              <a:rPr lang="en-US" sz="2400" dirty="0"/>
              <a:t> </a:t>
            </a:r>
            <a:r>
              <a:rPr lang="en-US" sz="2400" dirty="0" err="1"/>
              <a:t>davranacaksınız</a:t>
            </a:r>
            <a:r>
              <a:rPr lang="en-US" sz="2400" dirty="0"/>
              <a:t>, </a:t>
            </a:r>
            <a:r>
              <a:rPr lang="en-US" sz="2400" dirty="0" err="1"/>
              <a:t>insanlara</a:t>
            </a:r>
            <a:r>
              <a:rPr lang="en-US" sz="2400" dirty="0"/>
              <a:t> </a:t>
            </a:r>
            <a:r>
              <a:rPr lang="en-US" sz="2400" dirty="0" err="1"/>
              <a:t>güzel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söyleyecek</a:t>
            </a:r>
            <a:r>
              <a:rPr lang="en-US" sz="2400" dirty="0"/>
              <a:t>, </a:t>
            </a:r>
            <a:r>
              <a:rPr lang="en-US" sz="2400" dirty="0" err="1"/>
              <a:t>namazı</a:t>
            </a:r>
            <a:r>
              <a:rPr lang="en-US" sz="2400" dirty="0"/>
              <a:t> </a:t>
            </a:r>
            <a:r>
              <a:rPr lang="en-US" sz="2400" dirty="0" err="1"/>
              <a:t>dosdoğru</a:t>
            </a:r>
            <a:r>
              <a:rPr lang="en-US" sz="2400" dirty="0"/>
              <a:t> </a:t>
            </a:r>
            <a:r>
              <a:rPr lang="en-US" sz="2400" dirty="0" err="1"/>
              <a:t>kılacak</a:t>
            </a:r>
            <a:r>
              <a:rPr lang="en-US" sz="2400" dirty="0"/>
              <a:t>, </a:t>
            </a:r>
            <a:r>
              <a:rPr lang="en-US" sz="2400" dirty="0" err="1"/>
              <a:t>zekâtı</a:t>
            </a:r>
            <a:r>
              <a:rPr lang="en-US" sz="2400" dirty="0"/>
              <a:t> </a:t>
            </a:r>
            <a:r>
              <a:rPr lang="en-US" sz="2400" dirty="0" err="1"/>
              <a:t>vereceksiniz</a:t>
            </a:r>
            <a:r>
              <a:rPr lang="en-US" sz="2400" dirty="0"/>
              <a:t>.’ Sonra, </a:t>
            </a:r>
            <a:r>
              <a:rPr lang="en-US" sz="2400" dirty="0" err="1"/>
              <a:t>pek</a:t>
            </a:r>
            <a:r>
              <a:rPr lang="en-US" sz="2400" dirty="0"/>
              <a:t> </a:t>
            </a:r>
            <a:r>
              <a:rPr lang="en-US" sz="2400" dirty="0" err="1"/>
              <a:t>azınız</a:t>
            </a:r>
            <a:r>
              <a:rPr lang="en-US" sz="2400" dirty="0"/>
              <a:t> </a:t>
            </a:r>
            <a:r>
              <a:rPr lang="en-US" sz="2400" dirty="0" err="1"/>
              <a:t>hariç</a:t>
            </a:r>
            <a:r>
              <a:rPr lang="en-US" sz="2400" dirty="0"/>
              <a:t>, </a:t>
            </a:r>
            <a:r>
              <a:rPr lang="en-US" sz="2400" dirty="0" err="1"/>
              <a:t>yüz</a:t>
            </a:r>
            <a:r>
              <a:rPr lang="en-US" sz="2400" dirty="0"/>
              <a:t> </a:t>
            </a:r>
            <a:r>
              <a:rPr lang="en-US" sz="2400" dirty="0" err="1"/>
              <a:t>çevirdiniz</a:t>
            </a:r>
            <a:r>
              <a:rPr lang="en-US" sz="2400" dirty="0"/>
              <a:t>. Ve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dönüyorsunuz</a:t>
            </a:r>
            <a:r>
              <a:rPr lang="en-US" sz="2400" dirty="0"/>
              <a:t>.”</a:t>
            </a:r>
            <a:br>
              <a:rPr lang="en-US" sz="2400" dirty="0"/>
            </a:br>
            <a:endParaRPr lang="tr-TR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sözleşmeyi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053728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2C06645-7075-A4E1-AFDD-258EF7369C5A}"/>
              </a:ext>
            </a:extLst>
          </p:cNvPr>
          <p:cNvSpPr txBox="1"/>
          <p:nvPr/>
        </p:nvSpPr>
        <p:spPr>
          <a:xfrm>
            <a:off x="0" y="0"/>
            <a:ext cx="6857999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“Sen </a:t>
            </a:r>
            <a:r>
              <a:rPr lang="en-US" sz="2400" dirty="0" err="1"/>
              <a:t>buraya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gelmedin</a:t>
            </a:r>
            <a:r>
              <a:rPr lang="en-US" sz="2400" dirty="0"/>
              <a:t>. Senin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anlaşman</a:t>
            </a:r>
            <a:r>
              <a:rPr lang="en-US" sz="2400" dirty="0"/>
              <a:t> </a:t>
            </a:r>
            <a:r>
              <a:rPr lang="en-US" sz="2400" dirty="0" err="1"/>
              <a:t>vardı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 err="1"/>
              <a:t>Yalnız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kulluk</a:t>
            </a:r>
            <a:r>
              <a:rPr lang="en-US" sz="2400" dirty="0"/>
              <a:t> = Tek </a:t>
            </a:r>
            <a:r>
              <a:rPr lang="en-US" sz="2400" dirty="0" err="1"/>
              <a:t>odak</a:t>
            </a:r>
            <a:r>
              <a:rPr lang="en-US" sz="2400" dirty="0"/>
              <a:t>, </a:t>
            </a:r>
            <a:r>
              <a:rPr lang="en-US" sz="2400" dirty="0" err="1"/>
              <a:t>saf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endParaRPr lang="en-US" sz="2400" dirty="0"/>
          </a:p>
          <a:p>
            <a:r>
              <a:rPr lang="en-US" sz="2400" dirty="0"/>
              <a:t>Ana-</a:t>
            </a:r>
            <a:r>
              <a:rPr lang="en-US" sz="2400" dirty="0" err="1"/>
              <a:t>babaya</a:t>
            </a:r>
            <a:r>
              <a:rPr lang="en-US" sz="2400" dirty="0"/>
              <a:t> </a:t>
            </a:r>
            <a:r>
              <a:rPr lang="en-US" sz="2400" dirty="0" err="1"/>
              <a:t>güzel</a:t>
            </a:r>
            <a:r>
              <a:rPr lang="en-US" sz="2400" dirty="0"/>
              <a:t> </a:t>
            </a:r>
            <a:r>
              <a:rPr lang="en-US" sz="2400" dirty="0" err="1"/>
              <a:t>davranmak</a:t>
            </a:r>
            <a:r>
              <a:rPr lang="en-US" sz="2400" dirty="0"/>
              <a:t> = Kök </a:t>
            </a:r>
            <a:r>
              <a:rPr lang="en-US" sz="2400" dirty="0" err="1"/>
              <a:t>bağları</a:t>
            </a:r>
            <a:r>
              <a:rPr lang="en-US" sz="2400" dirty="0"/>
              <a:t> </a:t>
            </a:r>
            <a:r>
              <a:rPr lang="en-US" sz="2400" dirty="0" err="1"/>
              <a:t>onarmak</a:t>
            </a:r>
            <a:endParaRPr lang="en-US" sz="2400" dirty="0"/>
          </a:p>
          <a:p>
            <a:r>
              <a:rPr lang="en-US" sz="2400" dirty="0" err="1"/>
              <a:t>Yoksula</a:t>
            </a:r>
            <a:r>
              <a:rPr lang="en-US" sz="2400" dirty="0"/>
              <a:t>, </a:t>
            </a:r>
            <a:r>
              <a:rPr lang="en-US" sz="2400" dirty="0" err="1"/>
              <a:t>yetime</a:t>
            </a:r>
            <a:r>
              <a:rPr lang="en-US" sz="2400" dirty="0"/>
              <a:t> </a:t>
            </a:r>
            <a:r>
              <a:rPr lang="en-US" sz="2400" dirty="0" err="1"/>
              <a:t>yönelmek</a:t>
            </a:r>
            <a:r>
              <a:rPr lang="en-US" sz="2400" dirty="0"/>
              <a:t> = </a:t>
            </a:r>
            <a:r>
              <a:rPr lang="en-US" sz="2400" dirty="0" err="1"/>
              <a:t>Benliğini</a:t>
            </a:r>
            <a:r>
              <a:rPr lang="en-US" sz="2400" dirty="0"/>
              <a:t> </a:t>
            </a:r>
            <a:r>
              <a:rPr lang="en-US" sz="2400" dirty="0" err="1"/>
              <a:t>aşmak</a:t>
            </a:r>
            <a:endParaRPr lang="en-US" sz="2400" dirty="0"/>
          </a:p>
          <a:p>
            <a:r>
              <a:rPr lang="en-US" sz="2400" dirty="0"/>
              <a:t>Güzel </a:t>
            </a:r>
            <a:r>
              <a:rPr lang="en-US" sz="2400" dirty="0" err="1"/>
              <a:t>söz</a:t>
            </a:r>
            <a:r>
              <a:rPr lang="en-US" sz="2400" dirty="0"/>
              <a:t> = </a:t>
            </a:r>
            <a:r>
              <a:rPr lang="en-US" sz="2400" dirty="0" err="1"/>
              <a:t>Frekansla</a:t>
            </a:r>
            <a:r>
              <a:rPr lang="en-US" sz="2400" dirty="0"/>
              <a:t> </a:t>
            </a:r>
            <a:r>
              <a:rPr lang="en-US" sz="2400" dirty="0" err="1"/>
              <a:t>konuşmak</a:t>
            </a:r>
            <a:endParaRPr lang="en-US" sz="2400" dirty="0"/>
          </a:p>
          <a:p>
            <a:r>
              <a:rPr lang="en-US" sz="2400" dirty="0"/>
              <a:t>Namaz, </a:t>
            </a:r>
            <a:r>
              <a:rPr lang="en-US" sz="2400" dirty="0" err="1"/>
              <a:t>zekât</a:t>
            </a:r>
            <a:r>
              <a:rPr lang="en-US" sz="2400" dirty="0"/>
              <a:t> = </a:t>
            </a:r>
            <a:r>
              <a:rPr lang="en-US" sz="2400" dirty="0" err="1"/>
              <a:t>Hizalanmak</a:t>
            </a:r>
            <a:r>
              <a:rPr lang="en-US" sz="2400" dirty="0"/>
              <a:t>, </a:t>
            </a:r>
            <a:r>
              <a:rPr lang="en-US" sz="2400" dirty="0" err="1"/>
              <a:t>enerjiyi</a:t>
            </a:r>
            <a:r>
              <a:rPr lang="en-US" sz="2400" dirty="0"/>
              <a:t> </a:t>
            </a:r>
            <a:r>
              <a:rPr lang="en-US" sz="2400" dirty="0" err="1"/>
              <a:t>paylaşmak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Ama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diyor</a:t>
            </a:r>
            <a:r>
              <a:rPr lang="en-US" sz="2400" dirty="0"/>
              <a:t> ki:</a:t>
            </a:r>
          </a:p>
          <a:p>
            <a:r>
              <a:rPr lang="en-US" sz="2400" dirty="0"/>
              <a:t>“Bu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verildi</a:t>
            </a:r>
            <a:r>
              <a:rPr lang="en-US" sz="2400" dirty="0"/>
              <a:t>… ama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döndün</a:t>
            </a:r>
            <a:r>
              <a:rPr lang="en-US" sz="2400" dirty="0"/>
              <a:t>. 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yerde</a:t>
            </a:r>
            <a:r>
              <a:rPr lang="en-US" sz="2400" dirty="0"/>
              <a:t> </a:t>
            </a:r>
            <a:r>
              <a:rPr lang="en-US" sz="2400" dirty="0" err="1"/>
              <a:t>misin</a:t>
            </a:r>
            <a:r>
              <a:rPr lang="en-US" sz="2400" dirty="0"/>
              <a:t>?”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sana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sorumluluk</a:t>
            </a:r>
            <a:r>
              <a:rPr lang="en-US" sz="2400" dirty="0"/>
              <a:t> </a:t>
            </a:r>
            <a:r>
              <a:rPr lang="en-US" sz="2400" dirty="0" err="1"/>
              <a:t>hatırlatılır</a:t>
            </a:r>
            <a:r>
              <a:rPr lang="en-US" sz="2400" dirty="0"/>
              <a:t>: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söylediğin</a:t>
            </a:r>
            <a:r>
              <a:rPr lang="en-US" sz="2400" dirty="0"/>
              <a:t> </a:t>
            </a:r>
            <a:r>
              <a:rPr lang="en-US" sz="2400" dirty="0" err="1"/>
              <a:t>yalanları</a:t>
            </a:r>
            <a:r>
              <a:rPr lang="en-US" sz="2400" dirty="0"/>
              <a:t> fark et. </a:t>
            </a:r>
          </a:p>
          <a:p>
            <a:r>
              <a:rPr lang="en-US" sz="2400" dirty="0" err="1"/>
              <a:t>Düşük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normalleştirme</a:t>
            </a:r>
            <a:r>
              <a:rPr lang="en-US" sz="2400" dirty="0"/>
              <a:t> – </a:t>
            </a:r>
            <a:r>
              <a:rPr lang="en-US" sz="2400" dirty="0" err="1"/>
              <a:t>dönüştür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Unuttuğun</a:t>
            </a:r>
            <a:r>
              <a:rPr lang="en-US" sz="2400" dirty="0"/>
              <a:t> </a:t>
            </a:r>
            <a:r>
              <a:rPr lang="en-US" sz="2400" dirty="0" err="1"/>
              <a:t>sözleri</a:t>
            </a:r>
            <a:r>
              <a:rPr lang="en-US" sz="2400" dirty="0"/>
              <a:t> </a:t>
            </a:r>
            <a:r>
              <a:rPr lang="en-US" sz="2400" dirty="0" err="1"/>
              <a:t>hatırla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“Cennet, </a:t>
            </a:r>
            <a:r>
              <a:rPr lang="en-US" sz="2400" dirty="0" err="1"/>
              <a:t>hakikatle</a:t>
            </a:r>
            <a:r>
              <a:rPr lang="en-US" sz="2400" dirty="0"/>
              <a:t> </a:t>
            </a:r>
            <a:r>
              <a:rPr lang="en-US" sz="2400" dirty="0" err="1"/>
              <a:t>yaşandığında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. </a:t>
            </a:r>
            <a:r>
              <a:rPr lang="en-US" sz="2400" dirty="0" err="1"/>
              <a:t>Cehennem</a:t>
            </a:r>
            <a:r>
              <a:rPr lang="en-US" sz="2400" dirty="0"/>
              <a:t>,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unuttuğunda</a:t>
            </a:r>
            <a:r>
              <a:rPr lang="en-US" sz="2400" dirty="0"/>
              <a:t> </a:t>
            </a:r>
            <a:r>
              <a:rPr lang="en-US" sz="2400" dirty="0" err="1"/>
              <a:t>yayılır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…</a:t>
            </a:r>
            <a:r>
              <a:rPr lang="en-US" sz="2400" dirty="0" err="1"/>
              <a:t>Giriyoruz</a:t>
            </a:r>
            <a:r>
              <a:rPr lang="en-US" sz="2400" dirty="0"/>
              <a:t> Bakara </a:t>
            </a:r>
            <a:r>
              <a:rPr lang="en-US" sz="2400" dirty="0" err="1"/>
              <a:t>Suresi’nin</a:t>
            </a:r>
            <a:r>
              <a:rPr lang="en-US" sz="2400" dirty="0"/>
              <a:t> 84–86. </a:t>
            </a:r>
            <a:r>
              <a:rPr lang="en-US" sz="2400" dirty="0" err="1"/>
              <a:t>ayetlerine.Bu</a:t>
            </a:r>
            <a:r>
              <a:rPr lang="en-US" sz="2400" dirty="0"/>
              <a:t> </a:t>
            </a:r>
            <a:r>
              <a:rPr lang="en-US" sz="2400" dirty="0" err="1"/>
              <a:t>bölüm</a:t>
            </a:r>
            <a:r>
              <a:rPr lang="en-US" sz="2400" dirty="0"/>
              <a:t>, </a:t>
            </a:r>
            <a:r>
              <a:rPr lang="en-US" sz="2400" dirty="0" err="1"/>
              <a:t>adalet</a:t>
            </a:r>
            <a:r>
              <a:rPr lang="en-US" sz="2400" dirty="0"/>
              <a:t> </a:t>
            </a:r>
            <a:r>
              <a:rPr lang="en-US" sz="2400" dirty="0" err="1"/>
              <a:t>duygusunun</a:t>
            </a:r>
            <a:r>
              <a:rPr lang="en-US" sz="2400" dirty="0"/>
              <a:t> </a:t>
            </a:r>
            <a:r>
              <a:rPr lang="en-US" sz="2400" dirty="0" err="1"/>
              <a:t>çarpıtılmasını,insanları</a:t>
            </a:r>
            <a:r>
              <a:rPr lang="en-US" sz="2400" dirty="0"/>
              <a:t> “</a:t>
            </a:r>
            <a:r>
              <a:rPr lang="en-US" sz="2400" dirty="0" err="1"/>
              <a:t>bizden</a:t>
            </a:r>
            <a:r>
              <a:rPr lang="en-US" sz="2400" dirty="0"/>
              <a:t> – </a:t>
            </a:r>
            <a:r>
              <a:rPr lang="en-US" sz="2400" dirty="0" err="1"/>
              <a:t>onlardan</a:t>
            </a:r>
            <a:r>
              <a:rPr lang="en-US" sz="2400" dirty="0"/>
              <a:t>” </a:t>
            </a:r>
            <a:r>
              <a:rPr lang="en-US" sz="2400" dirty="0" err="1"/>
              <a:t>diye</a:t>
            </a:r>
            <a:r>
              <a:rPr lang="en-US" sz="2400" dirty="0"/>
              <a:t> </a:t>
            </a:r>
            <a:r>
              <a:rPr lang="en-US" sz="2400" dirty="0" err="1"/>
              <a:t>ayıran</a:t>
            </a:r>
            <a:r>
              <a:rPr lang="en-US" sz="2400" dirty="0"/>
              <a:t> </a:t>
            </a:r>
            <a:r>
              <a:rPr lang="en-US" sz="2400" dirty="0" err="1"/>
              <a:t>zihniyeti,ve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sistemin</a:t>
            </a:r>
            <a:r>
              <a:rPr lang="en-US" sz="2400" dirty="0"/>
              <a:t> buna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cevap</a:t>
            </a:r>
            <a:r>
              <a:rPr lang="en-US" sz="2400" dirty="0"/>
              <a:t> </a:t>
            </a:r>
            <a:r>
              <a:rPr lang="en-US" sz="2400" dirty="0" err="1"/>
              <a:t>verdiğini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ayetler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Parçalayan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, </a:t>
            </a:r>
            <a:r>
              <a:rPr lang="en-US" sz="2400" dirty="0" err="1"/>
              <a:t>parçalanır</a:t>
            </a:r>
            <a:r>
              <a:rPr lang="en-US" sz="2400" dirty="0"/>
              <a:t>. Ama </a:t>
            </a:r>
            <a:r>
              <a:rPr lang="en-US" sz="2400" dirty="0" err="1"/>
              <a:t>birleyen</a:t>
            </a:r>
            <a:r>
              <a:rPr lang="en-US" sz="2400" dirty="0"/>
              <a:t> </a:t>
            </a:r>
            <a:r>
              <a:rPr lang="en-US" sz="2400" dirty="0" err="1"/>
              <a:t>kalp</a:t>
            </a:r>
            <a:r>
              <a:rPr lang="en-US" sz="2400" dirty="0"/>
              <a:t>, </a:t>
            </a:r>
            <a:r>
              <a:rPr lang="en-US" sz="2400" dirty="0" err="1"/>
              <a:t>birlenir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158731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989A065-5778-E390-D36F-2B58F20D3580}"/>
              </a:ext>
            </a:extLst>
          </p:cNvPr>
          <p:cNvSpPr txBox="1"/>
          <p:nvPr/>
        </p:nvSpPr>
        <p:spPr>
          <a:xfrm>
            <a:off x="0" y="0"/>
            <a:ext cx="6858000" cy="1329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84–86</a:t>
            </a:r>
            <a:endParaRPr lang="tr-TR" sz="2400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Ayrıştıran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, Kendi </a:t>
            </a:r>
            <a:r>
              <a:rPr lang="en-US" sz="2400" dirty="0" err="1"/>
              <a:t>Cehennemini</a:t>
            </a:r>
            <a:r>
              <a:rPr lang="en-US" sz="2400" dirty="0"/>
              <a:t> </a:t>
            </a:r>
            <a:r>
              <a:rPr lang="en-US" sz="2400" dirty="0" err="1"/>
              <a:t>Hazırlar”Toptan</a:t>
            </a:r>
            <a:r>
              <a:rPr lang="en-US" sz="2400" dirty="0"/>
              <a:t> </a:t>
            </a:r>
            <a:r>
              <a:rPr lang="en-US" sz="2400" dirty="0" err="1"/>
              <a:t>geleni</a:t>
            </a:r>
            <a:r>
              <a:rPr lang="en-US" sz="2400" dirty="0"/>
              <a:t> </a:t>
            </a:r>
            <a:r>
              <a:rPr lang="en-US" sz="2400" dirty="0" err="1"/>
              <a:t>parçalayan</a:t>
            </a:r>
            <a:r>
              <a:rPr lang="en-US" sz="2400" dirty="0"/>
              <a:t>, </a:t>
            </a:r>
            <a:r>
              <a:rPr lang="en-US" sz="2400" dirty="0" err="1"/>
              <a:t>parçalanarak</a:t>
            </a:r>
            <a:r>
              <a:rPr lang="en-US" sz="2400" dirty="0"/>
              <a:t> döner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84.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“Hani </a:t>
            </a:r>
            <a:r>
              <a:rPr lang="en-US" sz="2400" dirty="0" err="1"/>
              <a:t>sizden</a:t>
            </a:r>
            <a:r>
              <a:rPr lang="en-US" sz="2400" dirty="0"/>
              <a:t> </a:t>
            </a:r>
            <a:r>
              <a:rPr lang="en-US" sz="2400" dirty="0" err="1"/>
              <a:t>kesin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almıştık</a:t>
            </a:r>
            <a:r>
              <a:rPr lang="en-US" sz="2400" dirty="0"/>
              <a:t>: </a:t>
            </a:r>
            <a:r>
              <a:rPr lang="en-US" sz="2400" dirty="0" err="1"/>
              <a:t>Birbirinizin</a:t>
            </a:r>
            <a:r>
              <a:rPr lang="en-US" sz="2400" dirty="0"/>
              <a:t> </a:t>
            </a:r>
            <a:r>
              <a:rPr lang="en-US" sz="2400" dirty="0" err="1"/>
              <a:t>kanını</a:t>
            </a:r>
            <a:r>
              <a:rPr lang="en-US" sz="2400" dirty="0"/>
              <a:t> </a:t>
            </a:r>
            <a:r>
              <a:rPr lang="en-US" sz="2400" dirty="0" err="1"/>
              <a:t>dökmeyecek</a:t>
            </a:r>
            <a:r>
              <a:rPr lang="en-US" sz="2400" dirty="0"/>
              <a:t>, </a:t>
            </a:r>
            <a:r>
              <a:rPr lang="en-US" sz="2400" dirty="0" err="1"/>
              <a:t>birbirinizi</a:t>
            </a:r>
            <a:r>
              <a:rPr lang="en-US" sz="2400" dirty="0"/>
              <a:t> </a:t>
            </a:r>
            <a:r>
              <a:rPr lang="en-US" sz="2400" dirty="0" err="1"/>
              <a:t>yurtlarınızdan</a:t>
            </a:r>
            <a:r>
              <a:rPr lang="en-US" sz="2400" dirty="0"/>
              <a:t> </a:t>
            </a:r>
            <a:r>
              <a:rPr lang="en-US" sz="2400" dirty="0" err="1"/>
              <a:t>çıkarmayacaktınız</a:t>
            </a:r>
            <a:r>
              <a:rPr lang="en-US" sz="2400" dirty="0"/>
              <a:t>. Sonra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bunu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ettiniz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tanıklık</a:t>
            </a:r>
            <a:r>
              <a:rPr lang="en-US" sz="2400" dirty="0"/>
              <a:t> </a:t>
            </a:r>
            <a:r>
              <a:rPr lang="en-US" sz="2400" dirty="0" err="1"/>
              <a:t>ettiniz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birlik</a:t>
            </a:r>
            <a:r>
              <a:rPr lang="en-US" sz="2400" dirty="0"/>
              <a:t> </a:t>
            </a:r>
            <a:r>
              <a:rPr lang="en-US" sz="2400" dirty="0" err="1"/>
              <a:t>sözleşmesini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.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zamanlar</a:t>
            </a:r>
            <a:r>
              <a:rPr lang="en-US" sz="2400" dirty="0"/>
              <a:t> </a:t>
            </a:r>
            <a:r>
              <a:rPr lang="en-US" sz="2400" dirty="0" err="1"/>
              <a:t>birliğe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verdin. ‘</a:t>
            </a:r>
            <a:r>
              <a:rPr lang="en-US" sz="2400" dirty="0" err="1"/>
              <a:t>Birbirimi</a:t>
            </a:r>
            <a:r>
              <a:rPr lang="en-US" sz="2400" dirty="0"/>
              <a:t> </a:t>
            </a:r>
            <a:r>
              <a:rPr lang="en-US" sz="2400" dirty="0" err="1"/>
              <a:t>incitmeyeceğim</a:t>
            </a:r>
            <a:r>
              <a:rPr lang="en-US" sz="2400" dirty="0"/>
              <a:t>’ </a:t>
            </a:r>
            <a:r>
              <a:rPr lang="en-US" sz="2400" dirty="0" err="1"/>
              <a:t>dedin</a:t>
            </a:r>
            <a:r>
              <a:rPr lang="en-US" sz="2400" dirty="0"/>
              <a:t>. ‘</a:t>
            </a:r>
            <a:r>
              <a:rPr lang="en-US" sz="2400" dirty="0" err="1"/>
              <a:t>Kimseyi</a:t>
            </a:r>
            <a:r>
              <a:rPr lang="en-US" sz="2400" dirty="0"/>
              <a:t> </a:t>
            </a:r>
            <a:r>
              <a:rPr lang="en-US" sz="2400" dirty="0" err="1"/>
              <a:t>ötekileştirmeyeceğim</a:t>
            </a:r>
            <a:r>
              <a:rPr lang="en-US" sz="2400" dirty="0"/>
              <a:t>’ </a:t>
            </a:r>
            <a:r>
              <a:rPr lang="en-US" sz="2400" dirty="0" err="1"/>
              <a:t>dedin</a:t>
            </a:r>
            <a:r>
              <a:rPr lang="en-US" sz="2400" dirty="0"/>
              <a:t>.” </a:t>
            </a:r>
          </a:p>
          <a:p>
            <a:r>
              <a:rPr lang="en-US" sz="2400" dirty="0"/>
              <a:t>Kan </a:t>
            </a:r>
            <a:r>
              <a:rPr lang="en-US" sz="2400" dirty="0" err="1"/>
              <a:t>dökmek</a:t>
            </a:r>
            <a:r>
              <a:rPr lang="en-US" sz="2400" dirty="0"/>
              <a:t> =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birinin</a:t>
            </a:r>
            <a:r>
              <a:rPr lang="en-US" sz="2400" dirty="0"/>
              <a:t> </a:t>
            </a:r>
            <a:r>
              <a:rPr lang="en-US" sz="2400" dirty="0" err="1"/>
              <a:t>ruhunu</a:t>
            </a:r>
            <a:r>
              <a:rPr lang="en-US" sz="2400" dirty="0"/>
              <a:t> </a:t>
            </a:r>
            <a:r>
              <a:rPr lang="en-US" sz="2400" dirty="0" err="1"/>
              <a:t>yaralamak</a:t>
            </a:r>
            <a:r>
              <a:rPr lang="en-US" sz="2400" dirty="0"/>
              <a:t>, </a:t>
            </a:r>
            <a:r>
              <a:rPr lang="en-US" sz="2400" dirty="0" err="1"/>
              <a:t>dil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,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zarar</a:t>
            </a:r>
            <a:r>
              <a:rPr lang="en-US" sz="2400" dirty="0"/>
              <a:t> </a:t>
            </a:r>
            <a:r>
              <a:rPr lang="en-US" sz="2400" dirty="0" err="1"/>
              <a:t>vermekYurtlardan</a:t>
            </a:r>
            <a:r>
              <a:rPr lang="en-US" sz="2400" dirty="0"/>
              <a:t> </a:t>
            </a:r>
            <a:r>
              <a:rPr lang="en-US" sz="2400" dirty="0" err="1"/>
              <a:t>çıkarmak</a:t>
            </a:r>
            <a:r>
              <a:rPr lang="en-US" sz="2400" dirty="0"/>
              <a:t> =</a:t>
            </a:r>
            <a:r>
              <a:rPr lang="en-US" sz="2400" dirty="0" err="1"/>
              <a:t>Birini</a:t>
            </a:r>
            <a:r>
              <a:rPr lang="en-US" sz="2400" dirty="0"/>
              <a:t> </a:t>
            </a:r>
            <a:r>
              <a:rPr lang="en-US" sz="2400" dirty="0" err="1"/>
              <a:t>bulunduğu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huzurdan</a:t>
            </a:r>
            <a:r>
              <a:rPr lang="en-US" sz="2400" dirty="0"/>
              <a:t> </a:t>
            </a:r>
            <a:r>
              <a:rPr lang="en-US" sz="2400" dirty="0" err="1"/>
              <a:t>dışlamak</a:t>
            </a:r>
            <a:r>
              <a:rPr lang="en-US" sz="2400" dirty="0"/>
              <a:t>, </a:t>
            </a:r>
            <a:r>
              <a:rPr lang="en-US" sz="2400" dirty="0" err="1"/>
              <a:t>yargılamak</a:t>
            </a:r>
            <a:r>
              <a:rPr lang="tr-TR" sz="2400" dirty="0"/>
              <a:t>.</a:t>
            </a:r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dürter</a:t>
            </a:r>
            <a:r>
              <a:rPr lang="en-US" sz="2400" dirty="0"/>
              <a:t>: “Kimi </a:t>
            </a:r>
            <a:r>
              <a:rPr lang="en-US" sz="2400" dirty="0" err="1"/>
              <a:t>dışladın</a:t>
            </a:r>
            <a:r>
              <a:rPr lang="en-US" sz="2400" dirty="0"/>
              <a:t>? Kimi </a:t>
            </a:r>
            <a:r>
              <a:rPr lang="en-US" sz="2400" dirty="0" err="1"/>
              <a:t>sistemden</a:t>
            </a:r>
            <a:r>
              <a:rPr lang="en-US" sz="2400" dirty="0"/>
              <a:t> </a:t>
            </a:r>
            <a:r>
              <a:rPr lang="en-US" sz="2400" dirty="0" err="1"/>
              <a:t>attın</a:t>
            </a:r>
            <a:r>
              <a:rPr lang="en-US" sz="2400" dirty="0"/>
              <a:t>? En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kimi</a:t>
            </a:r>
            <a:r>
              <a:rPr lang="en-US" sz="2400" dirty="0"/>
              <a:t> </a:t>
            </a:r>
            <a:r>
              <a:rPr lang="en-US" sz="2400" dirty="0" err="1"/>
              <a:t>kendinden</a:t>
            </a:r>
            <a:r>
              <a:rPr lang="en-US" sz="2400" dirty="0"/>
              <a:t> </a:t>
            </a:r>
            <a:r>
              <a:rPr lang="en-US" sz="2400" dirty="0" err="1"/>
              <a:t>öteledin</a:t>
            </a:r>
            <a:r>
              <a:rPr lang="en-US" sz="2400" dirty="0"/>
              <a:t>?”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85.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“Sonra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insanlarsınız</a:t>
            </a:r>
            <a:r>
              <a:rPr lang="en-US" sz="2400" dirty="0"/>
              <a:t> ki </a:t>
            </a:r>
            <a:r>
              <a:rPr lang="en-US" sz="2400" dirty="0" err="1"/>
              <a:t>birbirinizi</a:t>
            </a:r>
            <a:r>
              <a:rPr lang="en-US" sz="2400" dirty="0"/>
              <a:t> </a:t>
            </a:r>
            <a:r>
              <a:rPr lang="en-US" sz="2400" dirty="0" err="1"/>
              <a:t>öldürüyorsunuz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kısmınızı</a:t>
            </a:r>
            <a:r>
              <a:rPr lang="en-US" sz="2400" dirty="0"/>
              <a:t> </a:t>
            </a:r>
            <a:r>
              <a:rPr lang="en-US" sz="2400" dirty="0" err="1"/>
              <a:t>yurtlarından</a:t>
            </a:r>
            <a:r>
              <a:rPr lang="en-US" sz="2400" dirty="0"/>
              <a:t> </a:t>
            </a:r>
            <a:r>
              <a:rPr lang="en-US" sz="2400" dirty="0" err="1"/>
              <a:t>çıkarıyorsunuz</a:t>
            </a:r>
            <a:r>
              <a:rPr lang="en-US" sz="2400" dirty="0"/>
              <a:t>, </a:t>
            </a:r>
            <a:r>
              <a:rPr lang="en-US" sz="2400" dirty="0" err="1"/>
              <a:t>günah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düşmanlıkla</a:t>
            </a:r>
            <a:r>
              <a:rPr lang="en-US" sz="2400" dirty="0"/>
              <a:t>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destek</a:t>
            </a:r>
            <a:r>
              <a:rPr lang="en-US" sz="2400" dirty="0"/>
              <a:t> </a:t>
            </a:r>
            <a:r>
              <a:rPr lang="en-US" sz="2400" dirty="0" err="1"/>
              <a:t>oluyorsunuz</a:t>
            </a:r>
            <a:r>
              <a:rPr lang="en-US" sz="2400" dirty="0"/>
              <a:t>. </a:t>
            </a:r>
            <a:r>
              <a:rPr lang="en-US" sz="2400" dirty="0" err="1"/>
              <a:t>Oysa</a:t>
            </a:r>
            <a:r>
              <a:rPr lang="en-US" sz="2400" dirty="0"/>
              <a:t> size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yasaklanmıştı</a:t>
            </a:r>
            <a:r>
              <a:rPr lang="en-US" sz="2400" dirty="0"/>
              <a:t>.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kitabın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kısmına</a:t>
            </a:r>
            <a:r>
              <a:rPr lang="en-US" sz="2400" dirty="0"/>
              <a:t> </a:t>
            </a:r>
            <a:r>
              <a:rPr lang="en-US" sz="2400" dirty="0" err="1"/>
              <a:t>inanıp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kısmını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ediyorsunuz</a:t>
            </a:r>
            <a:r>
              <a:rPr lang="en-US" sz="2400" dirty="0"/>
              <a:t>?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içinizden</a:t>
            </a:r>
            <a:r>
              <a:rPr lang="en-US" sz="2400" dirty="0"/>
              <a:t> </a:t>
            </a:r>
            <a:r>
              <a:rPr lang="en-US" sz="2400" dirty="0" err="1"/>
              <a:t>böyle</a:t>
            </a:r>
            <a:r>
              <a:rPr lang="en-US" sz="2400" dirty="0"/>
              <a:t> </a:t>
            </a:r>
            <a:r>
              <a:rPr lang="en-US" sz="2400" dirty="0" err="1"/>
              <a:t>davrananların</a:t>
            </a:r>
            <a:r>
              <a:rPr lang="en-US" sz="2400" dirty="0"/>
              <a:t> </a:t>
            </a:r>
            <a:r>
              <a:rPr lang="en-US" sz="2400" dirty="0" err="1"/>
              <a:t>cezası</a:t>
            </a:r>
            <a:r>
              <a:rPr lang="en-US" sz="2400" dirty="0"/>
              <a:t>, </a:t>
            </a:r>
            <a:r>
              <a:rPr lang="en-US" sz="2400" dirty="0" err="1"/>
              <a:t>dünya</a:t>
            </a:r>
            <a:r>
              <a:rPr lang="en-US" sz="2400" dirty="0"/>
              <a:t> </a:t>
            </a:r>
            <a:r>
              <a:rPr lang="en-US" sz="2400" dirty="0" err="1"/>
              <a:t>hayatında</a:t>
            </a:r>
            <a:r>
              <a:rPr lang="en-US" sz="2400" dirty="0"/>
              <a:t> </a:t>
            </a:r>
            <a:r>
              <a:rPr lang="en-US" sz="2400" dirty="0" err="1"/>
              <a:t>rezil</a:t>
            </a:r>
            <a:r>
              <a:rPr lang="en-US" sz="2400" dirty="0"/>
              <a:t> </a:t>
            </a:r>
            <a:r>
              <a:rPr lang="en-US" sz="2400" dirty="0" err="1"/>
              <a:t>olmaktan</a:t>
            </a:r>
            <a:r>
              <a:rPr lang="en-US" sz="2400" dirty="0"/>
              <a:t>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 </a:t>
            </a:r>
            <a:r>
              <a:rPr lang="en-US" sz="2400" dirty="0" err="1"/>
              <a:t>Ahirette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şiddetli</a:t>
            </a:r>
            <a:r>
              <a:rPr lang="en-US" sz="2400" dirty="0"/>
              <a:t> </a:t>
            </a:r>
            <a:r>
              <a:rPr lang="en-US" sz="2400" dirty="0" err="1"/>
              <a:t>azaba</a:t>
            </a:r>
            <a:r>
              <a:rPr lang="en-US" sz="2400" dirty="0"/>
              <a:t> </a:t>
            </a:r>
            <a:r>
              <a:rPr lang="en-US" sz="2400" dirty="0" err="1"/>
              <a:t>uğratılacaklardır</a:t>
            </a:r>
            <a:r>
              <a:rPr lang="en-US" sz="2400" dirty="0"/>
              <a:t>. Allah </a:t>
            </a:r>
            <a:r>
              <a:rPr lang="en-US" sz="2400" dirty="0" err="1"/>
              <a:t>yaptıklarınızdan</a:t>
            </a:r>
            <a:r>
              <a:rPr lang="en-US" sz="2400" dirty="0"/>
              <a:t> </a:t>
            </a:r>
            <a:r>
              <a:rPr lang="en-US" sz="2400" dirty="0" err="1"/>
              <a:t>habersiz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513680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834BE69-DEF6-F042-8CBC-D0F08FB9DA0E}"/>
              </a:ext>
            </a:extLst>
          </p:cNvPr>
          <p:cNvSpPr txBox="1"/>
          <p:nvPr/>
        </p:nvSpPr>
        <p:spPr>
          <a:xfrm>
            <a:off x="0" y="0"/>
            <a:ext cx="6858000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seçmeli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hâlini</a:t>
            </a:r>
            <a:r>
              <a:rPr lang="en-US" sz="2400" dirty="0"/>
              <a:t> </a:t>
            </a:r>
            <a:r>
              <a:rPr lang="en-US" sz="2400" dirty="0" err="1"/>
              <a:t>eleştirir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Kitabın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kısmını</a:t>
            </a:r>
            <a:r>
              <a:rPr lang="en-US" sz="2400" dirty="0"/>
              <a:t> </a:t>
            </a:r>
            <a:r>
              <a:rPr lang="en-US" sz="2400" dirty="0" err="1"/>
              <a:t>yaşayıp</a:t>
            </a:r>
            <a:r>
              <a:rPr lang="en-US" sz="2400" dirty="0"/>
              <a:t>, </a:t>
            </a:r>
            <a:r>
              <a:rPr lang="en-US" sz="2400" dirty="0" err="1"/>
              <a:t>diğer</a:t>
            </a:r>
            <a:r>
              <a:rPr lang="en-US" sz="2400" dirty="0"/>
              <a:t> </a:t>
            </a:r>
            <a:r>
              <a:rPr lang="en-US" sz="2400" dirty="0" err="1"/>
              <a:t>kısmını</a:t>
            </a:r>
            <a:r>
              <a:rPr lang="en-US" sz="2400" dirty="0"/>
              <a:t> </a:t>
            </a:r>
            <a:r>
              <a:rPr lang="en-US" sz="2400" dirty="0" err="1"/>
              <a:t>görmezden</a:t>
            </a:r>
            <a:r>
              <a:rPr lang="en-US" sz="2400" dirty="0"/>
              <a:t> mi </a:t>
            </a:r>
            <a:r>
              <a:rPr lang="en-US" sz="2400" dirty="0" err="1"/>
              <a:t>geliyorsun</a:t>
            </a:r>
            <a:r>
              <a:rPr lang="en-US" sz="2400" dirty="0"/>
              <a:t>?” </a:t>
            </a:r>
            <a:r>
              <a:rPr lang="en-US" sz="2400" dirty="0" err="1"/>
              <a:t>Yani</a:t>
            </a:r>
            <a:r>
              <a:rPr lang="en-US" sz="2400" dirty="0"/>
              <a:t> “</a:t>
            </a:r>
            <a:r>
              <a:rPr lang="en-US" sz="2400" dirty="0" err="1"/>
              <a:t>sevgi</a:t>
            </a:r>
            <a:r>
              <a:rPr lang="en-US" sz="2400" dirty="0"/>
              <a:t>” </a:t>
            </a:r>
            <a:r>
              <a:rPr lang="en-US" sz="2400" dirty="0" err="1"/>
              <a:t>ayetlerini</a:t>
            </a:r>
            <a:r>
              <a:rPr lang="en-US" sz="2400" dirty="0"/>
              <a:t> </a:t>
            </a:r>
            <a:r>
              <a:rPr lang="en-US" sz="2400" dirty="0" err="1"/>
              <a:t>alıp</a:t>
            </a:r>
            <a:r>
              <a:rPr lang="en-US" sz="2400" dirty="0"/>
              <a:t>,</a:t>
            </a:r>
          </a:p>
          <a:p>
            <a:r>
              <a:rPr lang="en-US" sz="2400" dirty="0"/>
              <a:t>ama “</a:t>
            </a:r>
            <a:r>
              <a:rPr lang="en-US" sz="2400" dirty="0" err="1"/>
              <a:t>merhamet”i</a:t>
            </a:r>
            <a:r>
              <a:rPr lang="en-US" sz="2400" dirty="0"/>
              <a:t> </a:t>
            </a:r>
            <a:r>
              <a:rPr lang="en-US" sz="2400" dirty="0" err="1"/>
              <a:t>unuttuysan“ibadet”i</a:t>
            </a:r>
            <a:r>
              <a:rPr lang="en-US" sz="2400" dirty="0"/>
              <a:t> </a:t>
            </a:r>
            <a:r>
              <a:rPr lang="en-US" sz="2400" dirty="0" err="1"/>
              <a:t>yaşayıp,ama</a:t>
            </a:r>
            <a:r>
              <a:rPr lang="en-US" sz="2400" dirty="0"/>
              <a:t> “</a:t>
            </a:r>
            <a:r>
              <a:rPr lang="en-US" sz="2400" dirty="0" err="1"/>
              <a:t>hakkı</a:t>
            </a:r>
            <a:r>
              <a:rPr lang="en-US" sz="2400" dirty="0"/>
              <a:t> </a:t>
            </a:r>
            <a:r>
              <a:rPr lang="en-US" sz="2400" dirty="0" err="1"/>
              <a:t>gözetmeyi</a:t>
            </a:r>
            <a:r>
              <a:rPr lang="en-US" sz="2400" dirty="0"/>
              <a:t>” yok </a:t>
            </a:r>
            <a:r>
              <a:rPr lang="en-US" sz="2400" dirty="0" err="1"/>
              <a:t>saydıysan</a:t>
            </a:r>
            <a:r>
              <a:rPr lang="tr-TR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parçalı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bilinçtesin</a:t>
            </a:r>
            <a:r>
              <a:rPr lang="en-US" sz="2400" dirty="0"/>
              <a:t>. Ve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verilen</a:t>
            </a:r>
            <a:r>
              <a:rPr lang="en-US" sz="2400" dirty="0"/>
              <a:t> </a:t>
            </a:r>
            <a:r>
              <a:rPr lang="en-US" sz="2400" dirty="0" err="1"/>
              <a:t>uyarı</a:t>
            </a:r>
            <a:r>
              <a:rPr lang="en-US" sz="2400" dirty="0"/>
              <a:t>: “Dünya </a:t>
            </a:r>
            <a:r>
              <a:rPr lang="en-US" sz="2400" dirty="0" err="1"/>
              <a:t>hayatında</a:t>
            </a:r>
            <a:r>
              <a:rPr lang="en-US" sz="2400" dirty="0"/>
              <a:t> </a:t>
            </a:r>
            <a:r>
              <a:rPr lang="en-US" sz="2400" dirty="0" err="1"/>
              <a:t>rezil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r>
              <a:rPr lang="en-US" sz="2400" dirty="0"/>
              <a:t>” Yani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huzurunun</a:t>
            </a:r>
            <a:r>
              <a:rPr lang="en-US" sz="2400" dirty="0"/>
              <a:t> </a:t>
            </a:r>
            <a:r>
              <a:rPr lang="en-US" sz="2400" dirty="0" err="1"/>
              <a:t>kaybı</a:t>
            </a:r>
            <a:r>
              <a:rPr lang="en-US" sz="2400" dirty="0"/>
              <a:t>,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daralması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son </a:t>
            </a:r>
            <a:r>
              <a:rPr lang="en-US" sz="2400" dirty="0" err="1"/>
              <a:t>cümle</a:t>
            </a:r>
            <a:r>
              <a:rPr lang="en-US" sz="2400" dirty="0"/>
              <a:t>:</a:t>
            </a:r>
          </a:p>
          <a:p>
            <a:r>
              <a:rPr lang="en-US" sz="2400" dirty="0"/>
              <a:t>“Allah </a:t>
            </a:r>
            <a:r>
              <a:rPr lang="en-US" sz="2400" dirty="0" err="1"/>
              <a:t>yaptıklarınızdan</a:t>
            </a:r>
            <a:r>
              <a:rPr lang="en-US" sz="2400" dirty="0"/>
              <a:t> </a:t>
            </a:r>
            <a:r>
              <a:rPr lang="en-US" sz="2400" dirty="0" err="1"/>
              <a:t>habersiz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.” </a:t>
            </a:r>
            <a:r>
              <a:rPr lang="en-US" sz="2400" dirty="0" err="1"/>
              <a:t>Çünkü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. Ve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gözünden</a:t>
            </a:r>
            <a:r>
              <a:rPr lang="en-US" sz="2400" dirty="0"/>
              <a:t> </a:t>
            </a:r>
            <a:r>
              <a:rPr lang="en-US" sz="2400" dirty="0" err="1"/>
              <a:t>hiçbir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saklanmaz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86.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, </a:t>
            </a:r>
            <a:r>
              <a:rPr lang="en-US" sz="2400" dirty="0" err="1"/>
              <a:t>ahireti</a:t>
            </a:r>
            <a:r>
              <a:rPr lang="en-US" sz="2400" dirty="0"/>
              <a:t> </a:t>
            </a:r>
            <a:r>
              <a:rPr lang="en-US" sz="2400" dirty="0" err="1"/>
              <a:t>verip</a:t>
            </a:r>
            <a:r>
              <a:rPr lang="en-US" sz="2400" dirty="0"/>
              <a:t> </a:t>
            </a:r>
            <a:r>
              <a:rPr lang="en-US" sz="2400" dirty="0" err="1"/>
              <a:t>dünya</a:t>
            </a:r>
            <a:r>
              <a:rPr lang="en-US" sz="2400" dirty="0"/>
              <a:t> </a:t>
            </a:r>
            <a:r>
              <a:rPr lang="en-US" sz="2400" dirty="0" err="1"/>
              <a:t>hayatını</a:t>
            </a:r>
            <a:r>
              <a:rPr lang="en-US" sz="2400" dirty="0"/>
              <a:t> </a:t>
            </a:r>
            <a:r>
              <a:rPr lang="en-US" sz="2400" dirty="0" err="1"/>
              <a:t>satın</a:t>
            </a:r>
            <a:r>
              <a:rPr lang="en-US" sz="2400" dirty="0"/>
              <a:t> </a:t>
            </a:r>
            <a:r>
              <a:rPr lang="en-US" sz="2400" dirty="0" err="1"/>
              <a:t>alanlardır</a:t>
            </a:r>
            <a:r>
              <a:rPr lang="en-US" sz="2400" dirty="0"/>
              <a:t>.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azabı</a:t>
            </a:r>
            <a:r>
              <a:rPr lang="en-US" sz="2400" dirty="0"/>
              <a:t> </a:t>
            </a:r>
            <a:r>
              <a:rPr lang="en-US" sz="2400" dirty="0" err="1"/>
              <a:t>hafifletilmez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edilmez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ayetteki</a:t>
            </a:r>
            <a:r>
              <a:rPr lang="en-US" sz="2400" dirty="0"/>
              <a:t> “</a:t>
            </a:r>
            <a:r>
              <a:rPr lang="en-US" sz="2400" dirty="0" err="1"/>
              <a:t>dünya</a:t>
            </a:r>
            <a:r>
              <a:rPr lang="en-US" sz="2400" dirty="0"/>
              <a:t> </a:t>
            </a:r>
            <a:r>
              <a:rPr lang="en-US" sz="2400" dirty="0" err="1"/>
              <a:t>hayatını</a:t>
            </a:r>
            <a:r>
              <a:rPr lang="en-US" sz="2400" dirty="0"/>
              <a:t> </a:t>
            </a:r>
            <a:r>
              <a:rPr lang="en-US" sz="2400" dirty="0" err="1"/>
              <a:t>satın</a:t>
            </a:r>
            <a:r>
              <a:rPr lang="en-US" sz="2400" dirty="0"/>
              <a:t> </a:t>
            </a:r>
            <a:r>
              <a:rPr lang="en-US" sz="2400" dirty="0" err="1"/>
              <a:t>almak</a:t>
            </a:r>
            <a:r>
              <a:rPr lang="en-US" sz="2400" dirty="0"/>
              <a:t>”,</a:t>
            </a:r>
            <a:r>
              <a:rPr lang="en-US" sz="2400" dirty="0" err="1"/>
              <a:t>sadece</a:t>
            </a:r>
            <a:r>
              <a:rPr lang="en-US" sz="2400" dirty="0"/>
              <a:t> para </a:t>
            </a:r>
            <a:r>
              <a:rPr lang="en-US" sz="2400" dirty="0" err="1"/>
              <a:t>değil.Ego</a:t>
            </a:r>
            <a:r>
              <a:rPr lang="en-US" sz="2400" dirty="0"/>
              <a:t>, </a:t>
            </a:r>
            <a:r>
              <a:rPr lang="en-US" sz="2400" dirty="0" err="1"/>
              <a:t>güç</a:t>
            </a:r>
            <a:r>
              <a:rPr lang="en-US" sz="2400" dirty="0"/>
              <a:t>, </a:t>
            </a:r>
            <a:r>
              <a:rPr lang="en-US" sz="2400" dirty="0" err="1"/>
              <a:t>şöhret</a:t>
            </a:r>
            <a:r>
              <a:rPr lang="en-US" sz="2400" dirty="0"/>
              <a:t>, </a:t>
            </a:r>
            <a:r>
              <a:rPr lang="en-US" sz="2400" dirty="0" err="1"/>
              <a:t>konfor</a:t>
            </a:r>
            <a:r>
              <a:rPr lang="en-US" sz="2400" dirty="0"/>
              <a:t>… Ne </a:t>
            </a:r>
            <a:r>
              <a:rPr lang="en-US" sz="2400" dirty="0" err="1"/>
              <a:t>için</a:t>
            </a:r>
            <a:r>
              <a:rPr lang="en-US" sz="2400" dirty="0"/>
              <a:t> “</a:t>
            </a:r>
            <a:r>
              <a:rPr lang="en-US" sz="2400" dirty="0" err="1"/>
              <a:t>özünü</a:t>
            </a:r>
            <a:r>
              <a:rPr lang="en-US" sz="2400" dirty="0"/>
              <a:t>” </a:t>
            </a:r>
            <a:r>
              <a:rPr lang="en-US" sz="2400" dirty="0" err="1"/>
              <a:t>feda</a:t>
            </a:r>
            <a:r>
              <a:rPr lang="en-US" sz="2400" dirty="0"/>
              <a:t> </a:t>
            </a:r>
            <a:r>
              <a:rPr lang="en-US" sz="2400" dirty="0" err="1"/>
              <a:t>ettin</a:t>
            </a:r>
            <a:r>
              <a:rPr lang="en-US" sz="2400" dirty="0"/>
              <a:t>? </a:t>
            </a:r>
          </a:p>
          <a:p>
            <a:r>
              <a:rPr lang="en-US" sz="2400" dirty="0" err="1"/>
              <a:t>Ahiret</a:t>
            </a:r>
            <a:r>
              <a:rPr lang="en-US" sz="2400" dirty="0"/>
              <a:t> = Sonsuz </a:t>
            </a:r>
            <a:r>
              <a:rPr lang="en-US" sz="2400" dirty="0" err="1"/>
              <a:t>bilinç</a:t>
            </a:r>
            <a:r>
              <a:rPr lang="en-US" sz="2400" dirty="0"/>
              <a:t>, </a:t>
            </a:r>
            <a:r>
              <a:rPr lang="en-US" sz="2400" dirty="0" err="1"/>
              <a:t>kalıcı</a:t>
            </a:r>
            <a:r>
              <a:rPr lang="en-US" sz="2400" dirty="0"/>
              <a:t> </a:t>
            </a:r>
            <a:r>
              <a:rPr lang="en-US" sz="2400" dirty="0" err="1"/>
              <a:t>öz</a:t>
            </a:r>
            <a:endParaRPr lang="en-US" sz="2400" dirty="0"/>
          </a:p>
          <a:p>
            <a:r>
              <a:rPr lang="en-US" sz="2400" dirty="0"/>
              <a:t>Dünya = </a:t>
            </a:r>
            <a:r>
              <a:rPr lang="en-US" sz="2400" dirty="0" err="1"/>
              <a:t>Geçici</a:t>
            </a:r>
            <a:r>
              <a:rPr lang="en-US" sz="2400" dirty="0"/>
              <a:t> </a:t>
            </a:r>
            <a:r>
              <a:rPr lang="en-US" sz="2400" dirty="0" err="1"/>
              <a:t>görüntü</a:t>
            </a:r>
            <a:r>
              <a:rPr lang="en-US" sz="2400" dirty="0"/>
              <a:t>, </a:t>
            </a:r>
            <a:r>
              <a:rPr lang="en-US" sz="2400" dirty="0" err="1"/>
              <a:t>şekil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ayna</a:t>
            </a:r>
            <a:r>
              <a:rPr lang="en-US" sz="2400" dirty="0"/>
              <a:t> </a:t>
            </a:r>
            <a:r>
              <a:rPr lang="en-US" sz="2400" dirty="0" err="1"/>
              <a:t>tutar</a:t>
            </a:r>
            <a:r>
              <a:rPr lang="en-US" sz="2400" dirty="0"/>
              <a:t>: “Ne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unuttun</a:t>
            </a:r>
            <a:r>
              <a:rPr lang="en-US" sz="2400" dirty="0"/>
              <a:t>? Hangi </a:t>
            </a:r>
            <a:r>
              <a:rPr lang="en-US" sz="2400" dirty="0" err="1"/>
              <a:t>kısa</a:t>
            </a:r>
            <a:r>
              <a:rPr lang="en-US" sz="2400" dirty="0"/>
              <a:t> </a:t>
            </a:r>
            <a:r>
              <a:rPr lang="en-US" sz="2400" dirty="0" err="1"/>
              <a:t>süreli</a:t>
            </a:r>
            <a:r>
              <a:rPr lang="en-US" sz="2400" dirty="0"/>
              <a:t> </a:t>
            </a:r>
            <a:r>
              <a:rPr lang="en-US" sz="2400" dirty="0" err="1"/>
              <a:t>arzunun</a:t>
            </a:r>
            <a:r>
              <a:rPr lang="en-US" sz="2400" dirty="0"/>
              <a:t> </a:t>
            </a:r>
            <a:r>
              <a:rPr lang="en-US" sz="2400" dirty="0" err="1"/>
              <a:t>uğruna</a:t>
            </a:r>
            <a:r>
              <a:rPr lang="en-US" sz="2400" dirty="0"/>
              <a:t> </a:t>
            </a:r>
            <a:r>
              <a:rPr lang="en-US" sz="2400" dirty="0" err="1"/>
              <a:t>sonsuz</a:t>
            </a:r>
            <a:r>
              <a:rPr lang="en-US" sz="2400" dirty="0"/>
              <a:t> </a:t>
            </a:r>
            <a:r>
              <a:rPr lang="en-US" sz="2400" dirty="0" err="1"/>
              <a:t>ışığını</a:t>
            </a:r>
            <a:r>
              <a:rPr lang="en-US" sz="2400" dirty="0"/>
              <a:t> </a:t>
            </a:r>
            <a:r>
              <a:rPr lang="en-US" sz="2400" dirty="0" err="1"/>
              <a:t>kapattın</a:t>
            </a:r>
            <a:r>
              <a:rPr lang="en-US" sz="2400" dirty="0"/>
              <a:t>?” Ve son </a:t>
            </a:r>
            <a:r>
              <a:rPr lang="en-US" sz="2400" dirty="0" err="1"/>
              <a:t>mesaj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net:</a:t>
            </a:r>
          </a:p>
          <a:p>
            <a:r>
              <a:rPr lang="en-US" sz="2400" dirty="0"/>
              <a:t>“İlahi </a:t>
            </a:r>
            <a:r>
              <a:rPr lang="en-US" sz="2400" dirty="0" err="1"/>
              <a:t>sistem</a:t>
            </a:r>
            <a:r>
              <a:rPr lang="en-US" sz="2400" dirty="0"/>
              <a:t>,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etmeyene</a:t>
            </a:r>
            <a:r>
              <a:rPr lang="en-US" sz="2400" dirty="0"/>
              <a:t> </a:t>
            </a:r>
            <a:r>
              <a:rPr lang="en-US" sz="2400" dirty="0" err="1"/>
              <a:t>yardım</a:t>
            </a:r>
            <a:r>
              <a:rPr lang="en-US" sz="2400" dirty="0"/>
              <a:t> </a:t>
            </a:r>
            <a:r>
              <a:rPr lang="en-US" sz="2400" dirty="0" err="1"/>
              <a:t>etmez</a:t>
            </a:r>
            <a:r>
              <a:rPr lang="en-US" sz="2400" dirty="0"/>
              <a:t>.”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özle</a:t>
            </a:r>
            <a:r>
              <a:rPr lang="en-US" sz="2400" dirty="0"/>
              <a:t> </a:t>
            </a:r>
            <a:r>
              <a:rPr lang="en-US" sz="2400" dirty="0" err="1"/>
              <a:t>bağını</a:t>
            </a:r>
            <a:r>
              <a:rPr lang="en-US" sz="2400" dirty="0"/>
              <a:t> </a:t>
            </a:r>
            <a:r>
              <a:rPr lang="en-US" sz="2400" dirty="0" err="1"/>
              <a:t>koparan</a:t>
            </a:r>
            <a:r>
              <a:rPr lang="en-US" sz="2400" dirty="0"/>
              <a:t>,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dışına</a:t>
            </a:r>
            <a:r>
              <a:rPr lang="en-US" sz="2400" dirty="0"/>
              <a:t> </a:t>
            </a:r>
            <a:r>
              <a:rPr lang="en-US" sz="2400" dirty="0" err="1"/>
              <a:t>düşer</a:t>
            </a:r>
            <a:r>
              <a:rPr lang="en-US" sz="2400" dirty="0"/>
              <a:t>.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42036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03AC2EB-64EB-C7BB-793D-50198E6498E0}"/>
              </a:ext>
            </a:extLst>
          </p:cNvPr>
          <p:cNvSpPr txBox="1"/>
          <p:nvPr/>
        </p:nvSpPr>
        <p:spPr>
          <a:xfrm>
            <a:off x="0" y="0"/>
            <a:ext cx="6857999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sorguya</a:t>
            </a:r>
            <a:r>
              <a:rPr lang="en-US" sz="2400" dirty="0"/>
              <a:t> </a:t>
            </a:r>
            <a:r>
              <a:rPr lang="en-US" sz="2400" dirty="0" err="1"/>
              <a:t>çağırır</a:t>
            </a:r>
            <a:r>
              <a:rPr lang="en-US" sz="2400" dirty="0"/>
              <a:t>: </a:t>
            </a:r>
            <a:r>
              <a:rPr lang="en-US" sz="2400" dirty="0" err="1"/>
              <a:t>Parçalıyor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birliyor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</a:p>
          <a:p>
            <a:r>
              <a:rPr lang="en-US" sz="2400" dirty="0" err="1"/>
              <a:t>Seçerek</a:t>
            </a:r>
            <a:r>
              <a:rPr lang="en-US" sz="2400" dirty="0"/>
              <a:t> mi </a:t>
            </a:r>
            <a:r>
              <a:rPr lang="en-US" sz="2400" dirty="0" err="1"/>
              <a:t>inanıyorsun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bütünüyle</a:t>
            </a:r>
            <a:r>
              <a:rPr lang="en-US" sz="2400" dirty="0"/>
              <a:t> mi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oldun</a:t>
            </a:r>
            <a:r>
              <a:rPr lang="en-US" sz="2400" dirty="0"/>
              <a:t>? </a:t>
            </a:r>
            <a:r>
              <a:rPr lang="en-US" sz="2400" dirty="0" err="1"/>
              <a:t>Dünyanın</a:t>
            </a:r>
            <a:r>
              <a:rPr lang="en-US" sz="2400" dirty="0"/>
              <a:t> </a:t>
            </a:r>
            <a:r>
              <a:rPr lang="en-US" sz="2400" dirty="0" err="1"/>
              <a:t>geçici</a:t>
            </a:r>
            <a:r>
              <a:rPr lang="en-US" sz="2400" dirty="0"/>
              <a:t> </a:t>
            </a:r>
            <a:r>
              <a:rPr lang="en-US" sz="2400" dirty="0" err="1"/>
              <a:t>cazibesi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özünü</a:t>
            </a:r>
            <a:r>
              <a:rPr lang="en-US" sz="2400" dirty="0"/>
              <a:t> </a:t>
            </a:r>
            <a:r>
              <a:rPr lang="en-US" sz="2400" dirty="0" err="1"/>
              <a:t>sattın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?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sonunda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</a:t>
            </a:r>
            <a:r>
              <a:rPr lang="en-US" sz="2400" dirty="0" err="1"/>
              <a:t>bütündür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</a:t>
            </a:r>
            <a:r>
              <a:rPr lang="en-US" sz="2400" dirty="0" err="1"/>
              <a:t>hiçtir</a:t>
            </a:r>
            <a:r>
              <a:rPr lang="en-US" sz="2400" dirty="0"/>
              <a:t>. Ya </a:t>
            </a:r>
            <a:r>
              <a:rPr lang="en-US" sz="2400" dirty="0" err="1"/>
              <a:t>birliğe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edersin</a:t>
            </a:r>
            <a:r>
              <a:rPr lang="en-US" sz="2400" dirty="0"/>
              <a:t>… Ya da </a:t>
            </a:r>
            <a:r>
              <a:rPr lang="en-US" sz="2400" dirty="0" err="1"/>
              <a:t>ayrışmanın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kaybedersin</a:t>
            </a:r>
            <a:r>
              <a:rPr lang="en-US" sz="2400" dirty="0"/>
              <a:t>.” </a:t>
            </a:r>
            <a:r>
              <a:rPr lang="tr-TR" sz="2400" dirty="0"/>
              <a:t> </a:t>
            </a:r>
          </a:p>
          <a:p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87–91. </a:t>
            </a:r>
            <a:r>
              <a:rPr lang="en-US" sz="2400" dirty="0" err="1"/>
              <a:t>ayetlerine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bölüm,ilahi</a:t>
            </a:r>
            <a:r>
              <a:rPr lang="en-US" sz="2400" dirty="0"/>
              <a:t> </a:t>
            </a:r>
            <a:r>
              <a:rPr lang="en-US" sz="2400" dirty="0" err="1"/>
              <a:t>mesajı</a:t>
            </a:r>
            <a:r>
              <a:rPr lang="en-US" sz="2400" dirty="0"/>
              <a:t> </a:t>
            </a:r>
            <a:r>
              <a:rPr lang="en-US" sz="2400" dirty="0" err="1"/>
              <a:t>getirenlerin</a:t>
            </a:r>
            <a:r>
              <a:rPr lang="en-US" sz="2400" dirty="0"/>
              <a:t> </a:t>
            </a:r>
            <a:r>
              <a:rPr lang="en-US" sz="2400" dirty="0" err="1"/>
              <a:t>öldürülmesini</a:t>
            </a:r>
            <a:r>
              <a:rPr lang="en-US" sz="2400" dirty="0"/>
              <a:t>,</a:t>
            </a:r>
          </a:p>
          <a:p>
            <a:r>
              <a:rPr lang="en-US" sz="2400" dirty="0" err="1"/>
              <a:t>gerçeğe</a:t>
            </a:r>
            <a:r>
              <a:rPr lang="en-US" sz="2400" dirty="0"/>
              <a:t> </a:t>
            </a:r>
            <a:r>
              <a:rPr lang="en-US" sz="2400" dirty="0" err="1"/>
              <a:t>direnen</a:t>
            </a:r>
            <a:r>
              <a:rPr lang="en-US" sz="2400" dirty="0"/>
              <a:t> </a:t>
            </a:r>
            <a:r>
              <a:rPr lang="en-US" sz="2400" dirty="0" err="1"/>
              <a:t>zihni,ve</a:t>
            </a:r>
            <a:r>
              <a:rPr lang="tr-TR" sz="2400" dirty="0"/>
              <a:t> </a:t>
            </a:r>
            <a:r>
              <a:rPr lang="en-US" sz="2400" dirty="0"/>
              <a:t>“</a:t>
            </a:r>
            <a:r>
              <a:rPr lang="en-US" sz="2400" dirty="0" err="1"/>
              <a:t>yalnızca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istediği</a:t>
            </a:r>
            <a:r>
              <a:rPr lang="en-US" sz="2400" dirty="0"/>
              <a:t> </a:t>
            </a:r>
            <a:r>
              <a:rPr lang="en-US" sz="2400" dirty="0" err="1"/>
              <a:t>şekilde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” </a:t>
            </a:r>
            <a:r>
              <a:rPr lang="en-US" sz="2400" dirty="0" err="1"/>
              <a:t>benliği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soruyor</a:t>
            </a:r>
            <a:r>
              <a:rPr lang="en-US" sz="2400" dirty="0"/>
              <a:t>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hakikate</a:t>
            </a:r>
            <a:r>
              <a:rPr lang="en-US" sz="2400" dirty="0"/>
              <a:t> mi </a:t>
            </a:r>
            <a:r>
              <a:rPr lang="en-US" sz="2400" dirty="0" err="1"/>
              <a:t>sadıksın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onayladığın</a:t>
            </a:r>
            <a:r>
              <a:rPr lang="en-US" sz="2400" dirty="0"/>
              <a:t> </a:t>
            </a:r>
            <a:r>
              <a:rPr lang="en-US" sz="2400" dirty="0" err="1"/>
              <a:t>hakikate</a:t>
            </a:r>
            <a:r>
              <a:rPr lang="en-US" sz="2400" dirty="0"/>
              <a:t> mi </a:t>
            </a:r>
            <a:r>
              <a:rPr lang="en-US" sz="2400" dirty="0" err="1"/>
              <a:t>sadıksın</a:t>
            </a:r>
            <a:r>
              <a:rPr lang="en-US" sz="2400" dirty="0"/>
              <a:t>?”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87–91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Peygamberi</a:t>
            </a:r>
            <a:r>
              <a:rPr lang="en-US" sz="2400" dirty="0"/>
              <a:t> </a:t>
            </a:r>
            <a:r>
              <a:rPr lang="en-US" sz="2400" dirty="0" err="1"/>
              <a:t>Öldüren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, Yeni Gelen </a:t>
            </a:r>
            <a:r>
              <a:rPr lang="en-US" sz="2400" dirty="0" err="1"/>
              <a:t>Işıktan</a:t>
            </a:r>
            <a:r>
              <a:rPr lang="en-US" sz="2400" dirty="0"/>
              <a:t> </a:t>
            </a:r>
            <a:r>
              <a:rPr lang="en-US" sz="2400" dirty="0" err="1"/>
              <a:t>Korkar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Seçerek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Tümden</a:t>
            </a:r>
            <a:r>
              <a:rPr lang="en-US" sz="2400" dirty="0"/>
              <a:t> Kabul </a:t>
            </a:r>
            <a:r>
              <a:rPr lang="en-US" sz="2400" dirty="0" err="1"/>
              <a:t>Etmek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r>
              <a:rPr lang="en-US" sz="2400" b="1" dirty="0"/>
              <a:t>87.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Andolsun</a:t>
            </a:r>
            <a:r>
              <a:rPr lang="en-US" sz="2400" dirty="0"/>
              <a:t> ki </a:t>
            </a:r>
            <a:r>
              <a:rPr lang="en-US" sz="2400" dirty="0" err="1"/>
              <a:t>Mûsâ’ya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verdik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peygamberler</a:t>
            </a:r>
            <a:r>
              <a:rPr lang="en-US" sz="2400" dirty="0"/>
              <a:t> </a:t>
            </a:r>
            <a:r>
              <a:rPr lang="en-US" sz="2400" dirty="0" err="1"/>
              <a:t>gönderdik</a:t>
            </a:r>
            <a:r>
              <a:rPr lang="en-US" sz="2400" dirty="0"/>
              <a:t>. Meryem </a:t>
            </a:r>
            <a:r>
              <a:rPr lang="en-US" sz="2400" dirty="0" err="1"/>
              <a:t>oğlu</a:t>
            </a:r>
            <a:r>
              <a:rPr lang="en-US" sz="2400" dirty="0"/>
              <a:t> </a:t>
            </a:r>
            <a:r>
              <a:rPr lang="en-US" sz="2400" dirty="0" err="1"/>
              <a:t>Îsâ’ya</a:t>
            </a:r>
            <a:r>
              <a:rPr lang="en-US" sz="2400" dirty="0"/>
              <a:t> da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belgeler</a:t>
            </a:r>
            <a:r>
              <a:rPr lang="en-US" sz="2400" dirty="0"/>
              <a:t> </a:t>
            </a:r>
            <a:r>
              <a:rPr lang="en-US" sz="2400" dirty="0" err="1"/>
              <a:t>verdik</a:t>
            </a:r>
            <a:r>
              <a:rPr lang="en-US" sz="2400" dirty="0"/>
              <a:t>,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Ruhü’l-Kudüs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destekledik</a:t>
            </a:r>
            <a:r>
              <a:rPr lang="en-US" sz="2400" dirty="0"/>
              <a:t>. Ne zaman </a:t>
            </a:r>
            <a:r>
              <a:rPr lang="en-US" sz="2400" dirty="0" err="1"/>
              <a:t>hoşunuza</a:t>
            </a:r>
            <a:r>
              <a:rPr lang="en-US" sz="2400" dirty="0"/>
              <a:t> </a:t>
            </a:r>
            <a:r>
              <a:rPr lang="en-US" sz="2400" dirty="0" err="1"/>
              <a:t>gitmeyen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getiren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peygamber</a:t>
            </a:r>
            <a:r>
              <a:rPr lang="en-US" sz="2400" dirty="0"/>
              <a:t> </a:t>
            </a:r>
            <a:r>
              <a:rPr lang="en-US" sz="2400" dirty="0" err="1"/>
              <a:t>geldiyse</a:t>
            </a:r>
            <a:r>
              <a:rPr lang="en-US" sz="2400" dirty="0"/>
              <a:t>, </a:t>
            </a:r>
            <a:r>
              <a:rPr lang="en-US" sz="2400" dirty="0" err="1"/>
              <a:t>büyüklük</a:t>
            </a:r>
            <a:r>
              <a:rPr lang="en-US" sz="2400" dirty="0"/>
              <a:t> </a:t>
            </a:r>
            <a:r>
              <a:rPr lang="en-US" sz="2400" dirty="0" err="1"/>
              <a:t>tasladınız</a:t>
            </a:r>
            <a:r>
              <a:rPr lang="en-US" sz="2400" dirty="0"/>
              <a:t>;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kısmını</a:t>
            </a:r>
            <a:r>
              <a:rPr lang="en-US" sz="2400" dirty="0"/>
              <a:t> </a:t>
            </a:r>
            <a:r>
              <a:rPr lang="en-US" sz="2400" dirty="0" err="1"/>
              <a:t>yalanladınız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kısmını</a:t>
            </a:r>
            <a:r>
              <a:rPr lang="en-US" sz="2400" dirty="0"/>
              <a:t> da </a:t>
            </a:r>
            <a:r>
              <a:rPr lang="en-US" sz="2400" dirty="0" err="1"/>
              <a:t>öldürdünüz</a:t>
            </a:r>
            <a:r>
              <a:rPr lang="en-US" sz="2400" dirty="0"/>
              <a:t>.”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1784581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F34F0EA-DB49-53E4-3DB1-778106F1AE16}"/>
              </a:ext>
            </a:extLst>
          </p:cNvPr>
          <p:cNvSpPr txBox="1"/>
          <p:nvPr/>
        </p:nvSpPr>
        <p:spPr>
          <a:xfrm>
            <a:off x="0" y="1"/>
            <a:ext cx="6858000" cy="10433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ayet,hakikatle</a:t>
            </a:r>
            <a:r>
              <a:rPr lang="en-US" sz="2400" dirty="0"/>
              <a:t> </a:t>
            </a:r>
            <a:r>
              <a:rPr lang="en-US" sz="2400" dirty="0" err="1"/>
              <a:t>ilişkideki</a:t>
            </a:r>
            <a:r>
              <a:rPr lang="en-US" sz="2400" dirty="0"/>
              <a:t> </a:t>
            </a:r>
            <a:r>
              <a:rPr lang="en-US" sz="2400" dirty="0" err="1"/>
              <a:t>bencil</a:t>
            </a:r>
            <a:r>
              <a:rPr lang="en-US" sz="2400" dirty="0"/>
              <a:t> </a:t>
            </a:r>
            <a:r>
              <a:rPr lang="en-US" sz="2400" dirty="0" err="1"/>
              <a:t>zihniyeti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eder.Gerçek</a:t>
            </a:r>
            <a:r>
              <a:rPr lang="en-US" sz="2400" dirty="0"/>
              <a:t> </a:t>
            </a:r>
            <a:r>
              <a:rPr lang="en-US" sz="2400" dirty="0" err="1"/>
              <a:t>geldiğinde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hoşuna</a:t>
            </a:r>
            <a:r>
              <a:rPr lang="en-US" sz="2400" dirty="0"/>
              <a:t> </a:t>
            </a:r>
            <a:r>
              <a:rPr lang="en-US" sz="2400" dirty="0" err="1"/>
              <a:t>gitmediğinde</a:t>
            </a:r>
            <a:r>
              <a:rPr lang="en-US" sz="2400" dirty="0"/>
              <a:t> </a:t>
            </a:r>
            <a:r>
              <a:rPr lang="en-US" sz="2400" dirty="0" err="1"/>
              <a:t>reddedersin</a:t>
            </a:r>
            <a:r>
              <a:rPr lang="en-US" sz="2400" dirty="0"/>
              <a:t>. </a:t>
            </a:r>
          </a:p>
          <a:p>
            <a:r>
              <a:rPr lang="en-US" sz="2400" dirty="0"/>
              <a:t>Musa = Kanun </a:t>
            </a:r>
            <a:r>
              <a:rPr lang="en-US" sz="2400" dirty="0" err="1"/>
              <a:t>bilinci</a:t>
            </a:r>
            <a:endParaRPr lang="en-US" sz="2400" dirty="0"/>
          </a:p>
          <a:p>
            <a:r>
              <a:rPr lang="en-US" sz="2400" dirty="0"/>
              <a:t>İsa = Sevgi </a:t>
            </a:r>
            <a:r>
              <a:rPr lang="en-US" sz="2400" dirty="0" err="1"/>
              <a:t>bilinci</a:t>
            </a:r>
            <a:endParaRPr lang="en-US" sz="2400" dirty="0"/>
          </a:p>
          <a:p>
            <a:r>
              <a:rPr lang="en-US" sz="2400" dirty="0" err="1"/>
              <a:t>Ruhü’l-Kudüs</a:t>
            </a:r>
            <a:r>
              <a:rPr lang="en-US" sz="2400" dirty="0"/>
              <a:t> = İlahi </a:t>
            </a:r>
            <a:r>
              <a:rPr lang="en-US" sz="2400" dirty="0" err="1"/>
              <a:t>nefes</a:t>
            </a:r>
            <a:r>
              <a:rPr lang="en-US" sz="2400" dirty="0"/>
              <a:t>, </a:t>
            </a:r>
            <a:r>
              <a:rPr lang="en-US" sz="2400" dirty="0" err="1"/>
              <a:t>saf</a:t>
            </a:r>
            <a:r>
              <a:rPr lang="en-US" sz="2400" dirty="0"/>
              <a:t> </a:t>
            </a:r>
            <a:r>
              <a:rPr lang="en-US" sz="2400" dirty="0" err="1"/>
              <a:t>ruh</a:t>
            </a:r>
            <a:r>
              <a:rPr lang="en-US" sz="2400" dirty="0"/>
              <a:t> </a:t>
            </a:r>
            <a:r>
              <a:rPr lang="en-US" sz="2400" dirty="0" err="1"/>
              <a:t>enerjisi</a:t>
            </a:r>
            <a:endParaRPr lang="en-US" sz="2400" dirty="0"/>
          </a:p>
          <a:p>
            <a:r>
              <a:rPr lang="en-US" sz="2400" dirty="0"/>
              <a:t>Ama ne </a:t>
            </a:r>
            <a:r>
              <a:rPr lang="en-US" sz="2400" dirty="0" err="1"/>
              <a:t>oldu</a:t>
            </a:r>
            <a:r>
              <a:rPr lang="en-US" sz="2400" dirty="0"/>
              <a:t>?“Sana </a:t>
            </a:r>
            <a:r>
              <a:rPr lang="en-US" sz="2400" dirty="0" err="1"/>
              <a:t>hitap</a:t>
            </a:r>
            <a:r>
              <a:rPr lang="en-US" sz="2400" dirty="0"/>
              <a:t> </a:t>
            </a:r>
            <a:r>
              <a:rPr lang="en-US" sz="2400" dirty="0" err="1"/>
              <a:t>etmeyen</a:t>
            </a:r>
            <a:r>
              <a:rPr lang="en-US" sz="2400" dirty="0"/>
              <a:t> </a:t>
            </a:r>
            <a:r>
              <a:rPr lang="en-US" sz="2400" dirty="0" err="1"/>
              <a:t>gelince</a:t>
            </a:r>
            <a:r>
              <a:rPr lang="en-US" sz="2400" dirty="0"/>
              <a:t> </a:t>
            </a:r>
            <a:r>
              <a:rPr lang="en-US" sz="2400" dirty="0" err="1"/>
              <a:t>yalanladın</a:t>
            </a:r>
            <a:r>
              <a:rPr lang="en-US" sz="2400" dirty="0"/>
              <a:t>,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zorlayan</a:t>
            </a:r>
            <a:r>
              <a:rPr lang="en-US" sz="2400" dirty="0"/>
              <a:t> </a:t>
            </a:r>
            <a:r>
              <a:rPr lang="en-US" sz="2400" dirty="0" err="1"/>
              <a:t>gelince</a:t>
            </a:r>
            <a:r>
              <a:rPr lang="en-US" sz="2400" dirty="0"/>
              <a:t> </a:t>
            </a:r>
            <a:r>
              <a:rPr lang="en-US" sz="2400" dirty="0" err="1"/>
              <a:t>öldürdün</a:t>
            </a:r>
            <a:r>
              <a:rPr lang="en-US" sz="2400" dirty="0"/>
              <a:t>.” </a:t>
            </a:r>
            <a:br>
              <a:rPr lang="en-US" sz="2400" dirty="0"/>
            </a:br>
            <a:r>
              <a:rPr lang="en-US" sz="2400" dirty="0"/>
              <a:t>Bu, </a:t>
            </a:r>
            <a:r>
              <a:rPr lang="en-US" sz="2400" dirty="0" err="1"/>
              <a:t>dıştaki</a:t>
            </a:r>
            <a:r>
              <a:rPr lang="en-US" sz="2400" dirty="0"/>
              <a:t> </a:t>
            </a:r>
            <a:r>
              <a:rPr lang="en-US" sz="2400" dirty="0" err="1"/>
              <a:t>peygamber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uyanışı</a:t>
            </a:r>
            <a:r>
              <a:rPr lang="en-US" sz="2400" dirty="0"/>
              <a:t> </a:t>
            </a:r>
            <a:r>
              <a:rPr lang="en-US" sz="2400" dirty="0" err="1"/>
              <a:t>reddeden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88.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Dediler</a:t>
            </a:r>
            <a:r>
              <a:rPr lang="en-US" sz="2400" dirty="0"/>
              <a:t> ki: ‘</a:t>
            </a:r>
            <a:r>
              <a:rPr lang="en-US" sz="2400" dirty="0" err="1"/>
              <a:t>Kalplerimiz</a:t>
            </a:r>
            <a:r>
              <a:rPr lang="en-US" sz="2400" dirty="0"/>
              <a:t> </a:t>
            </a:r>
            <a:r>
              <a:rPr lang="en-US" sz="2400" dirty="0" err="1"/>
              <a:t>örtülüdür</a:t>
            </a:r>
            <a:r>
              <a:rPr lang="en-US" sz="2400" dirty="0"/>
              <a:t>.’ </a:t>
            </a:r>
            <a:r>
              <a:rPr lang="en-US" sz="2400" dirty="0" err="1"/>
              <a:t>Hayır</a:t>
            </a:r>
            <a:r>
              <a:rPr lang="en-US" sz="2400" dirty="0"/>
              <a:t>! Allah, </a:t>
            </a:r>
            <a:r>
              <a:rPr lang="en-US" sz="2400" dirty="0" err="1"/>
              <a:t>inkârları</a:t>
            </a:r>
            <a:r>
              <a:rPr lang="en-US" sz="2400" dirty="0"/>
              <a:t> </a:t>
            </a:r>
            <a:r>
              <a:rPr lang="en-US" sz="2400" dirty="0" err="1"/>
              <a:t>sebebiyle</a:t>
            </a:r>
            <a:r>
              <a:rPr lang="en-US" sz="2400" dirty="0"/>
              <a:t> </a:t>
            </a:r>
            <a:r>
              <a:rPr lang="en-US" sz="2400" dirty="0" err="1"/>
              <a:t>onları</a:t>
            </a:r>
            <a:r>
              <a:rPr lang="en-US" sz="2400" dirty="0"/>
              <a:t> </a:t>
            </a:r>
            <a:r>
              <a:rPr lang="en-US" sz="2400" dirty="0" err="1"/>
              <a:t>lanetledi</a:t>
            </a:r>
            <a:r>
              <a:rPr lang="en-US" sz="2400" dirty="0"/>
              <a:t>. Bu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pek</a:t>
            </a:r>
            <a:r>
              <a:rPr lang="en-US" sz="2400" dirty="0"/>
              <a:t> </a:t>
            </a:r>
            <a:r>
              <a:rPr lang="en-US" sz="2400" dirty="0" err="1"/>
              <a:t>azı</a:t>
            </a:r>
            <a:r>
              <a:rPr lang="en-US" sz="2400" dirty="0"/>
              <a:t> </a:t>
            </a:r>
            <a:r>
              <a:rPr lang="en-US" sz="2400" dirty="0" err="1"/>
              <a:t>inanır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ayette</a:t>
            </a:r>
            <a:r>
              <a:rPr lang="en-US" sz="2400" dirty="0"/>
              <a:t> </a:t>
            </a:r>
            <a:r>
              <a:rPr lang="en-US" sz="2400" dirty="0" err="1"/>
              <a:t>geçen</a:t>
            </a:r>
            <a:r>
              <a:rPr lang="en-US" sz="2400" dirty="0"/>
              <a:t> “</a:t>
            </a:r>
            <a:r>
              <a:rPr lang="en-US" sz="2400" dirty="0" err="1"/>
              <a:t>kalplerimiz</a:t>
            </a:r>
            <a:r>
              <a:rPr lang="en-US" sz="2400" dirty="0"/>
              <a:t> </a:t>
            </a:r>
            <a:r>
              <a:rPr lang="en-US" sz="2400" dirty="0" err="1"/>
              <a:t>örtülüdür</a:t>
            </a:r>
            <a:r>
              <a:rPr lang="en-US" sz="2400" dirty="0"/>
              <a:t>” </a:t>
            </a:r>
            <a:r>
              <a:rPr lang="en-US" sz="2400" dirty="0" err="1"/>
              <a:t>cümlesi,dirençli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bahanesidir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örtülü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kalp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kapalı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niyettir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seslenir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Gerçeğe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zihni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kalbi </a:t>
            </a:r>
            <a:r>
              <a:rPr lang="en-US" sz="2400" dirty="0" err="1"/>
              <a:t>arala</a:t>
            </a:r>
            <a:r>
              <a:rPr lang="en-US" sz="2400" dirty="0"/>
              <a:t>.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dışardan</a:t>
            </a:r>
            <a:r>
              <a:rPr lang="en-US" sz="2400" dirty="0"/>
              <a:t> </a:t>
            </a:r>
            <a:r>
              <a:rPr lang="en-US" sz="2400" dirty="0" err="1"/>
              <a:t>gelmez</a:t>
            </a:r>
            <a:r>
              <a:rPr lang="en-US" sz="2400" dirty="0"/>
              <a:t>, </a:t>
            </a:r>
            <a:r>
              <a:rPr lang="en-US" sz="2400" dirty="0" err="1"/>
              <a:t>içeri</a:t>
            </a:r>
            <a:r>
              <a:rPr lang="en-US" sz="2400" dirty="0"/>
              <a:t> </a:t>
            </a:r>
            <a:r>
              <a:rPr lang="en-US" sz="2400" dirty="0" err="1"/>
              <a:t>giremez</a:t>
            </a:r>
            <a:r>
              <a:rPr lang="en-US" sz="2400" dirty="0"/>
              <a:t>.” Ve “Allah </a:t>
            </a:r>
            <a:r>
              <a:rPr lang="en-US" sz="2400" dirty="0" err="1"/>
              <a:t>lanetledi</a:t>
            </a:r>
            <a:r>
              <a:rPr lang="en-US" sz="2400" dirty="0"/>
              <a:t>” </a:t>
            </a:r>
          </a:p>
          <a:p>
            <a:r>
              <a:rPr lang="en-US" sz="2400" dirty="0" err="1"/>
              <a:t>Doğal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dışına</a:t>
            </a:r>
            <a:r>
              <a:rPr lang="en-US" sz="2400" dirty="0"/>
              <a:t> </a:t>
            </a:r>
            <a:r>
              <a:rPr lang="en-US" sz="2400" dirty="0" err="1"/>
              <a:t>çıktılar</a:t>
            </a:r>
            <a:r>
              <a:rPr lang="en-US" sz="2400" dirty="0"/>
              <a:t>,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düştü</a:t>
            </a:r>
            <a:r>
              <a:rPr lang="en-US" sz="2400" dirty="0"/>
              <a:t>.</a:t>
            </a:r>
          </a:p>
          <a:p>
            <a:r>
              <a:rPr lang="en-US" sz="2400" dirty="0"/>
              <a:t>Lanet,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beddua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tr-TR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düşüşüdür</a:t>
            </a:r>
            <a:r>
              <a:rPr lang="en-US" sz="2400" dirty="0"/>
              <a:t>.</a:t>
            </a:r>
            <a:endParaRPr lang="en-TR" sz="2400" dirty="0"/>
          </a:p>
        </p:txBody>
      </p:sp>
    </p:spTree>
    <p:extLst>
      <p:ext uri="{BB962C8B-B14F-4D97-AF65-F5344CB8AC3E}">
        <p14:creationId xmlns:p14="http://schemas.microsoft.com/office/powerpoint/2010/main" val="3851191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04507FB-9B08-A5CD-A870-1E64602B7F04}"/>
              </a:ext>
            </a:extLst>
          </p:cNvPr>
          <p:cNvSpPr txBox="1"/>
          <p:nvPr/>
        </p:nvSpPr>
        <p:spPr>
          <a:xfrm>
            <a:off x="0" y="0"/>
            <a:ext cx="6857999" cy="1191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89.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“Allah </a:t>
            </a:r>
            <a:r>
              <a:rPr lang="en-US" sz="2400" dirty="0" err="1"/>
              <a:t>katından</a:t>
            </a:r>
            <a:r>
              <a:rPr lang="en-US" sz="2400" dirty="0"/>
              <a:t>, </a:t>
            </a:r>
            <a:r>
              <a:rPr lang="en-US" sz="2400" dirty="0" err="1"/>
              <a:t>yanlarında</a:t>
            </a:r>
            <a:r>
              <a:rPr lang="en-US" sz="2400" dirty="0"/>
              <a:t> </a:t>
            </a:r>
            <a:r>
              <a:rPr lang="en-US" sz="2400" dirty="0" err="1"/>
              <a:t>bulunanı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geldiğinde</a:t>
            </a:r>
            <a:r>
              <a:rPr lang="en-US" sz="2400" dirty="0"/>
              <a:t> — </a:t>
            </a:r>
            <a:r>
              <a:rPr lang="en-US" sz="2400" dirty="0" err="1"/>
              <a:t>oysa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kâfirlere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zafer</a:t>
            </a:r>
            <a:r>
              <a:rPr lang="en-US" sz="2400" dirty="0"/>
              <a:t> </a:t>
            </a:r>
            <a:r>
              <a:rPr lang="en-US" sz="2400" dirty="0" err="1"/>
              <a:t>istiyorlardı</a:t>
            </a:r>
            <a:r>
              <a:rPr lang="en-US" sz="2400" dirty="0"/>
              <a:t> — </a:t>
            </a:r>
            <a:r>
              <a:rPr lang="en-US" sz="2400" dirty="0" err="1"/>
              <a:t>tanıdıkları</a:t>
            </a:r>
            <a:r>
              <a:rPr lang="en-US" sz="2400" dirty="0"/>
              <a:t> </a:t>
            </a:r>
            <a:r>
              <a:rPr lang="en-US" sz="2400" dirty="0" err="1"/>
              <a:t>hâlde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ettiler</a:t>
            </a:r>
            <a:r>
              <a:rPr lang="en-US" sz="2400" dirty="0"/>
              <a:t>. 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laneti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edenlerin</a:t>
            </a:r>
            <a:r>
              <a:rPr lang="en-US" sz="2400" dirty="0"/>
              <a:t> </a:t>
            </a:r>
            <a:r>
              <a:rPr lang="en-US" sz="2400" dirty="0" err="1"/>
              <a:t>üzerinedir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Buradaki</a:t>
            </a:r>
            <a:r>
              <a:rPr lang="en-US" sz="2400" dirty="0"/>
              <a:t> </a:t>
            </a:r>
            <a:r>
              <a:rPr lang="en-US" sz="2400" dirty="0" err="1"/>
              <a:t>mesaj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Tanıdığın</a:t>
            </a:r>
            <a:r>
              <a:rPr lang="en-US" sz="2400" dirty="0"/>
              <a:t> </a:t>
            </a:r>
            <a:r>
              <a:rPr lang="en-US" sz="2400" dirty="0" err="1"/>
              <a:t>geldi</a:t>
            </a:r>
            <a:r>
              <a:rPr lang="en-US" sz="2400" dirty="0"/>
              <a:t>…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tanımıyormuş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yaptın</a:t>
            </a:r>
            <a:r>
              <a:rPr lang="en-US" sz="2400" dirty="0"/>
              <a:t>.”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aslında</a:t>
            </a:r>
            <a:r>
              <a:rPr lang="en-US" sz="2400" dirty="0"/>
              <a:t> o </a:t>
            </a:r>
            <a:r>
              <a:rPr lang="en-US" sz="2400" dirty="0" err="1"/>
              <a:t>ışığı</a:t>
            </a:r>
            <a:r>
              <a:rPr lang="en-US" sz="2400" dirty="0"/>
              <a:t> </a:t>
            </a:r>
            <a:r>
              <a:rPr lang="en-US" sz="2400" dirty="0" err="1"/>
              <a:t>hissediyorsun</a:t>
            </a:r>
            <a:r>
              <a:rPr lang="en-US" sz="2400" dirty="0"/>
              <a:t>. Sen o </a:t>
            </a:r>
            <a:r>
              <a:rPr lang="en-US" sz="2400" dirty="0" err="1"/>
              <a:t>sesi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duydun</a:t>
            </a:r>
            <a:r>
              <a:rPr lang="en-US" sz="2400" dirty="0"/>
              <a:t>. Ama ego, “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bana</a:t>
            </a:r>
            <a:r>
              <a:rPr lang="en-US" sz="2400" dirty="0"/>
              <a:t> </a:t>
            </a:r>
            <a:r>
              <a:rPr lang="en-US" sz="2400" dirty="0" err="1"/>
              <a:t>hizmet</a:t>
            </a:r>
            <a:r>
              <a:rPr lang="en-US" sz="2400" dirty="0"/>
              <a:t> </a:t>
            </a:r>
            <a:r>
              <a:rPr lang="en-US" sz="2400" dirty="0" err="1"/>
              <a:t>etmiyor</a:t>
            </a:r>
            <a:r>
              <a:rPr lang="en-US" sz="2400" dirty="0"/>
              <a:t>” </a:t>
            </a:r>
            <a:r>
              <a:rPr lang="en-US" sz="2400" dirty="0" err="1"/>
              <a:t>deyince</a:t>
            </a:r>
            <a:r>
              <a:rPr lang="en-US" sz="2400" dirty="0"/>
              <a:t>…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devreye</a:t>
            </a:r>
            <a:r>
              <a:rPr lang="en-US" sz="2400" dirty="0"/>
              <a:t> </a:t>
            </a:r>
            <a:r>
              <a:rPr lang="en-US" sz="2400" dirty="0" err="1"/>
              <a:t>girdi</a:t>
            </a:r>
            <a:r>
              <a:rPr lang="en-US" sz="2400" dirty="0"/>
              <a:t>. Ve “</a:t>
            </a:r>
            <a:r>
              <a:rPr lang="en-US" sz="2400" dirty="0" err="1"/>
              <a:t>lanet</a:t>
            </a:r>
            <a:r>
              <a:rPr lang="en-US" sz="2400" dirty="0"/>
              <a:t>”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aynı</a:t>
            </a:r>
            <a:r>
              <a:rPr lang="en-US" sz="2400" dirty="0"/>
              <a:t>:</a:t>
            </a:r>
            <a:r>
              <a:rPr lang="tr-TR" sz="2400" dirty="0"/>
              <a:t> </a:t>
            </a:r>
            <a:r>
              <a:rPr lang="en-US" sz="2400" dirty="0" err="1"/>
              <a:t>Sistemle</a:t>
            </a:r>
            <a:r>
              <a:rPr lang="en-US" sz="2400" dirty="0"/>
              <a:t> </a:t>
            </a:r>
            <a:r>
              <a:rPr lang="en-US" sz="2400" dirty="0" err="1"/>
              <a:t>uyum</a:t>
            </a:r>
            <a:r>
              <a:rPr lang="en-US" sz="2400" dirty="0"/>
              <a:t> </a:t>
            </a:r>
            <a:r>
              <a:rPr lang="en-US" sz="2400" dirty="0" err="1"/>
              <a:t>kaybı</a:t>
            </a:r>
            <a:r>
              <a:rPr lang="en-US" sz="2400" dirty="0"/>
              <a:t>.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ettiğin</a:t>
            </a:r>
            <a:r>
              <a:rPr lang="en-US" sz="2400" dirty="0"/>
              <a:t> </a:t>
            </a:r>
            <a:r>
              <a:rPr lang="en-US" sz="2400" dirty="0" err="1"/>
              <a:t>anda</a:t>
            </a:r>
            <a:r>
              <a:rPr lang="en-US" sz="2400" dirty="0"/>
              <a:t>,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uyaramaz</a:t>
            </a:r>
            <a:r>
              <a:rPr lang="tr-TR" sz="2400" dirty="0"/>
              <a:t>.</a:t>
            </a:r>
          </a:p>
          <a:p>
            <a:endParaRPr lang="tr-TR" sz="2400" dirty="0"/>
          </a:p>
          <a:p>
            <a:r>
              <a:rPr lang="en-US" sz="2400" b="1" dirty="0"/>
              <a:t>90.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Allah’ın</a:t>
            </a:r>
            <a:r>
              <a:rPr lang="en-US" sz="2400" dirty="0"/>
              <a:t>, </a:t>
            </a:r>
            <a:r>
              <a:rPr lang="en-US" sz="2400" dirty="0" err="1"/>
              <a:t>kullarından</a:t>
            </a:r>
            <a:r>
              <a:rPr lang="en-US" sz="2400" dirty="0"/>
              <a:t> </a:t>
            </a:r>
            <a:r>
              <a:rPr lang="en-US" sz="2400" dirty="0" err="1"/>
              <a:t>dilediğine</a:t>
            </a:r>
            <a:r>
              <a:rPr lang="en-US" sz="2400" dirty="0"/>
              <a:t> </a:t>
            </a:r>
            <a:r>
              <a:rPr lang="en-US" sz="2400" dirty="0" err="1"/>
              <a:t>lütfuyla</a:t>
            </a:r>
            <a:r>
              <a:rPr lang="en-US" sz="2400" dirty="0"/>
              <a:t> </a:t>
            </a:r>
            <a:r>
              <a:rPr lang="en-US" sz="2400" dirty="0" err="1"/>
              <a:t>vahiy</a:t>
            </a:r>
            <a:r>
              <a:rPr lang="en-US" sz="2400" dirty="0"/>
              <a:t> </a:t>
            </a:r>
            <a:r>
              <a:rPr lang="en-US" sz="2400" dirty="0" err="1"/>
              <a:t>indirmesini</a:t>
            </a:r>
            <a:r>
              <a:rPr lang="en-US" sz="2400" dirty="0"/>
              <a:t> </a:t>
            </a:r>
            <a:r>
              <a:rPr lang="en-US" sz="2400" dirty="0" err="1"/>
              <a:t>kıskanarak</a:t>
            </a:r>
            <a:r>
              <a:rPr lang="en-US" sz="2400" dirty="0"/>
              <a:t>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indirdiği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ettiler</a:t>
            </a:r>
            <a:r>
              <a:rPr lang="en-US" sz="2400" dirty="0"/>
              <a:t>. </a:t>
            </a:r>
            <a:r>
              <a:rPr lang="en-US" sz="2400" dirty="0" err="1"/>
              <a:t>İşte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öfke</a:t>
            </a:r>
            <a:r>
              <a:rPr lang="en-US" sz="2400" dirty="0"/>
              <a:t> </a:t>
            </a:r>
            <a:r>
              <a:rPr lang="en-US" sz="2400" dirty="0" err="1"/>
              <a:t>üstüne</a:t>
            </a:r>
            <a:r>
              <a:rPr lang="en-US" sz="2400" dirty="0"/>
              <a:t> </a:t>
            </a:r>
            <a:r>
              <a:rPr lang="en-US" sz="2400" dirty="0" err="1"/>
              <a:t>öfkeye</a:t>
            </a:r>
            <a:r>
              <a:rPr lang="en-US" sz="2400" dirty="0"/>
              <a:t> </a:t>
            </a:r>
            <a:r>
              <a:rPr lang="en-US" sz="2400" dirty="0" err="1"/>
              <a:t>uğradılar</a:t>
            </a:r>
            <a:r>
              <a:rPr lang="en-US" sz="2400" dirty="0"/>
              <a:t>. </a:t>
            </a:r>
            <a:r>
              <a:rPr lang="en-US" sz="2400" dirty="0" err="1"/>
              <a:t>Kâfirler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alçaltıcı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azap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kıskançlık</a:t>
            </a:r>
            <a:r>
              <a:rPr lang="en-US" sz="2400" dirty="0"/>
              <a:t> </a:t>
            </a:r>
            <a:r>
              <a:rPr lang="en-US" sz="2400" dirty="0" err="1"/>
              <a:t>enerjisini</a:t>
            </a:r>
            <a:r>
              <a:rPr lang="en-US" sz="2400" dirty="0"/>
              <a:t> </a:t>
            </a:r>
            <a:r>
              <a:rPr lang="en-US" sz="2400" dirty="0" err="1"/>
              <a:t>ele</a:t>
            </a:r>
            <a:r>
              <a:rPr lang="en-US" sz="2400" dirty="0"/>
              <a:t> </a:t>
            </a:r>
            <a:r>
              <a:rPr lang="en-US" sz="2400" dirty="0" err="1"/>
              <a:t>alır.Ama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, </a:t>
            </a:r>
            <a:r>
              <a:rPr lang="en-US" sz="2400" dirty="0" err="1"/>
              <a:t>dünyevi</a:t>
            </a:r>
            <a:r>
              <a:rPr lang="en-US" sz="2400" dirty="0"/>
              <a:t> </a:t>
            </a:r>
            <a:r>
              <a:rPr lang="en-US" sz="2400" dirty="0" err="1"/>
              <a:t>kıskançlık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…“Ona </a:t>
            </a:r>
            <a:r>
              <a:rPr lang="en-US" sz="2400" dirty="0" err="1"/>
              <a:t>neden</a:t>
            </a:r>
            <a:r>
              <a:rPr lang="en-US" sz="2400" dirty="0"/>
              <a:t> </a:t>
            </a:r>
            <a:r>
              <a:rPr lang="en-US" sz="2400" dirty="0" err="1"/>
              <a:t>indi</a:t>
            </a:r>
            <a:r>
              <a:rPr lang="en-US" sz="2400" dirty="0"/>
              <a:t>, </a:t>
            </a:r>
            <a:r>
              <a:rPr lang="en-US" sz="2400" dirty="0" err="1"/>
              <a:t>bana</a:t>
            </a:r>
            <a:r>
              <a:rPr lang="en-US" sz="2400" dirty="0"/>
              <a:t> </a:t>
            </a:r>
            <a:r>
              <a:rPr lang="en-US" sz="2400" dirty="0" err="1"/>
              <a:t>inmedi</a:t>
            </a:r>
            <a:r>
              <a:rPr lang="en-US" sz="2400" dirty="0"/>
              <a:t>?” </a:t>
            </a:r>
            <a:r>
              <a:rPr lang="en-US" sz="2400" dirty="0" err="1"/>
              <a:t>demek.Yani</a:t>
            </a:r>
            <a:r>
              <a:rPr lang="en-US" sz="2400" dirty="0"/>
              <a:t> ego </a:t>
            </a:r>
            <a:r>
              <a:rPr lang="en-US" sz="2400" dirty="0" err="1"/>
              <a:t>şöyle</a:t>
            </a:r>
            <a:r>
              <a:rPr lang="en-US" sz="2400" dirty="0"/>
              <a:t> der: “</a:t>
            </a:r>
            <a:r>
              <a:rPr lang="en-US" sz="2400" dirty="0" err="1"/>
              <a:t>Eğer</a:t>
            </a:r>
            <a:r>
              <a:rPr lang="en-US" sz="2400" dirty="0"/>
              <a:t> ben </a:t>
            </a:r>
            <a:r>
              <a:rPr lang="en-US" sz="2400" dirty="0" err="1"/>
              <a:t>seçilmediysem</a:t>
            </a:r>
            <a:r>
              <a:rPr lang="en-US" sz="2400" dirty="0"/>
              <a:t>,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reddederim</a:t>
            </a:r>
            <a:r>
              <a:rPr lang="en-US" sz="2400" dirty="0"/>
              <a:t>.”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tehlikelidir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Gerçeği</a:t>
            </a:r>
            <a:r>
              <a:rPr lang="en-US" sz="2400" dirty="0"/>
              <a:t>, </a:t>
            </a:r>
            <a:r>
              <a:rPr lang="en-US" sz="2400" dirty="0" err="1"/>
              <a:t>taşıyan</a:t>
            </a:r>
            <a:r>
              <a:rPr lang="en-US" sz="2400" dirty="0"/>
              <a:t> </a:t>
            </a:r>
            <a:r>
              <a:rPr lang="en-US" sz="2400" dirty="0" err="1"/>
              <a:t>kişiye</a:t>
            </a:r>
            <a:r>
              <a:rPr lang="en-US" sz="2400" dirty="0"/>
              <a:t> </a:t>
            </a:r>
            <a:r>
              <a:rPr lang="en-US" sz="2400" dirty="0" err="1"/>
              <a:t>bakarak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ediyorsan</a:t>
            </a:r>
            <a:r>
              <a:rPr lang="en-US" sz="2400" dirty="0"/>
              <a:t>,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—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reddediyorsun</a:t>
            </a:r>
            <a:r>
              <a:rPr lang="en-US" sz="2400" dirty="0"/>
              <a:t>.”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Öfke</a:t>
            </a:r>
            <a:r>
              <a:rPr lang="en-US" sz="2400" dirty="0"/>
              <a:t> </a:t>
            </a:r>
            <a:r>
              <a:rPr lang="en-US" sz="2400" dirty="0" err="1"/>
              <a:t>üstüne</a:t>
            </a:r>
            <a:r>
              <a:rPr lang="en-US" sz="2400" dirty="0"/>
              <a:t> </a:t>
            </a:r>
            <a:r>
              <a:rPr lang="en-US" sz="2400" dirty="0" err="1"/>
              <a:t>öfke</a:t>
            </a:r>
            <a:r>
              <a:rPr lang="en-US" sz="2400" dirty="0"/>
              <a:t>” =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uyarı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sürekli</a:t>
            </a:r>
            <a:r>
              <a:rPr lang="en-US" sz="2400" dirty="0"/>
              <a:t> </a:t>
            </a:r>
            <a:r>
              <a:rPr lang="en-US" sz="2400" dirty="0" err="1"/>
              <a:t>çarpar</a:t>
            </a:r>
            <a:r>
              <a:rPr lang="en-US" sz="2400" dirty="0"/>
              <a:t> ama </a:t>
            </a:r>
            <a:r>
              <a:rPr lang="en-US" sz="2400" dirty="0" err="1"/>
              <a:t>zihin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</a:t>
            </a:r>
            <a:r>
              <a:rPr lang="en-US" sz="2400" dirty="0" err="1"/>
              <a:t>açılmaz</a:t>
            </a:r>
            <a:r>
              <a:rPr lang="en-US" sz="2400" dirty="0"/>
              <a:t>.</a:t>
            </a:r>
          </a:p>
          <a:p>
            <a:r>
              <a:rPr lang="en-US" sz="2400" dirty="0"/>
              <a:t>Ve “</a:t>
            </a:r>
            <a:r>
              <a:rPr lang="en-US" sz="2400" dirty="0" err="1"/>
              <a:t>alçaltıcı</a:t>
            </a:r>
            <a:r>
              <a:rPr lang="en-US" sz="2400" dirty="0"/>
              <a:t> </a:t>
            </a:r>
            <a:r>
              <a:rPr lang="en-US" sz="2400" dirty="0" err="1"/>
              <a:t>azap</a:t>
            </a:r>
            <a:r>
              <a:rPr lang="en-US" sz="2400" dirty="0"/>
              <a:t>” =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yüceltmek</a:t>
            </a:r>
            <a:r>
              <a:rPr lang="en-US" sz="2400" dirty="0"/>
              <a:t> </a:t>
            </a:r>
            <a:r>
              <a:rPr lang="en-US" sz="2400" dirty="0" err="1"/>
              <a:t>isterken</a:t>
            </a:r>
            <a:r>
              <a:rPr lang="tr-TR" sz="2400" dirty="0"/>
              <a:t>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aşağı</a:t>
            </a:r>
            <a:r>
              <a:rPr lang="en-US" sz="2400" dirty="0"/>
              <a:t> </a:t>
            </a:r>
            <a:r>
              <a:rPr lang="en-US" sz="2400" dirty="0" err="1"/>
              <a:t>çekilmesi</a:t>
            </a:r>
            <a:r>
              <a:rPr lang="en-US" sz="2400" dirty="0"/>
              <a:t>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9225811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F01B0D1-D1DC-A071-7C78-2C17C29D572F}"/>
              </a:ext>
            </a:extLst>
          </p:cNvPr>
          <p:cNvSpPr txBox="1"/>
          <p:nvPr/>
        </p:nvSpPr>
        <p:spPr>
          <a:xfrm>
            <a:off x="0" y="8001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91.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Onlara</a:t>
            </a:r>
            <a:r>
              <a:rPr lang="en-US" sz="2400" dirty="0"/>
              <a:t>: ‘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indirdiğine</a:t>
            </a:r>
            <a:r>
              <a:rPr lang="en-US" sz="2400" dirty="0"/>
              <a:t> </a:t>
            </a:r>
            <a:r>
              <a:rPr lang="en-US" sz="2400" dirty="0" err="1"/>
              <a:t>iman</a:t>
            </a:r>
            <a:r>
              <a:rPr lang="en-US" sz="2400" dirty="0"/>
              <a:t> </a:t>
            </a:r>
            <a:r>
              <a:rPr lang="en-US" sz="2400" dirty="0" err="1"/>
              <a:t>edin</a:t>
            </a:r>
            <a:r>
              <a:rPr lang="en-US" sz="2400" dirty="0"/>
              <a:t>’ </a:t>
            </a:r>
            <a:r>
              <a:rPr lang="en-US" sz="2400" dirty="0" err="1"/>
              <a:t>denildiğinde</a:t>
            </a:r>
            <a:r>
              <a:rPr lang="en-US" sz="2400" dirty="0"/>
              <a:t>, ‘Biz </a:t>
            </a:r>
            <a:r>
              <a:rPr lang="en-US" sz="2400" dirty="0" err="1"/>
              <a:t>sadece</a:t>
            </a:r>
            <a:r>
              <a:rPr lang="en-US" sz="2400" dirty="0"/>
              <a:t> bize </a:t>
            </a:r>
            <a:r>
              <a:rPr lang="en-US" sz="2400" dirty="0" err="1"/>
              <a:t>indirilene</a:t>
            </a:r>
            <a:r>
              <a:rPr lang="en-US" sz="2400" dirty="0"/>
              <a:t> </a:t>
            </a:r>
            <a:r>
              <a:rPr lang="en-US" sz="2400" dirty="0" err="1"/>
              <a:t>inanırız</a:t>
            </a:r>
            <a:r>
              <a:rPr lang="en-US" sz="2400" dirty="0"/>
              <a:t>’ </a:t>
            </a:r>
            <a:r>
              <a:rPr lang="en-US" sz="2400" dirty="0" err="1"/>
              <a:t>dediler</a:t>
            </a:r>
            <a:r>
              <a:rPr lang="en-US" sz="2400" dirty="0"/>
              <a:t>. Bu, </a:t>
            </a:r>
            <a:r>
              <a:rPr lang="en-US" sz="2400" dirty="0" err="1"/>
              <a:t>ondan</a:t>
            </a:r>
            <a:r>
              <a:rPr lang="en-US" sz="2400" dirty="0"/>
              <a:t>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geleni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etmektir</a:t>
            </a:r>
            <a:r>
              <a:rPr lang="en-US" sz="2400" dirty="0"/>
              <a:t>. </a:t>
            </a:r>
            <a:r>
              <a:rPr lang="en-US" sz="2400" dirty="0" err="1"/>
              <a:t>Hâlbuki</a:t>
            </a:r>
            <a:r>
              <a:rPr lang="en-US" sz="2400" dirty="0"/>
              <a:t> o, </a:t>
            </a:r>
            <a:r>
              <a:rPr lang="en-US" sz="2400" dirty="0" err="1"/>
              <a:t>ellerindeki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etmektedir</a:t>
            </a:r>
            <a:r>
              <a:rPr lang="en-US" sz="2400" dirty="0"/>
              <a:t>. De ki: ‘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inanıyorsanız</a:t>
            </a:r>
            <a:r>
              <a:rPr lang="en-US" sz="2400" dirty="0"/>
              <a:t>,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peygamberlerini</a:t>
            </a:r>
            <a:r>
              <a:rPr lang="en-US" sz="2400" dirty="0"/>
              <a:t> </a:t>
            </a:r>
            <a:r>
              <a:rPr lang="en-US" sz="2400" dirty="0" err="1"/>
              <a:t>neden</a:t>
            </a:r>
            <a:r>
              <a:rPr lang="en-US" sz="2400" dirty="0"/>
              <a:t> </a:t>
            </a:r>
            <a:r>
              <a:rPr lang="en-US" sz="2400" dirty="0" err="1"/>
              <a:t>öldürdünüz</a:t>
            </a:r>
            <a:r>
              <a:rPr lang="en-US" sz="2400" dirty="0"/>
              <a:t>?’”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ayetle</a:t>
            </a:r>
            <a:r>
              <a:rPr lang="en-US" sz="2400" dirty="0"/>
              <a:t> </a:t>
            </a:r>
            <a:r>
              <a:rPr lang="en-US" sz="2400" dirty="0" err="1"/>
              <a:t>birlikte</a:t>
            </a:r>
            <a:r>
              <a:rPr lang="en-US" sz="2400" dirty="0"/>
              <a:t>,“</a:t>
            </a:r>
            <a:r>
              <a:rPr lang="en-US" sz="2400" dirty="0" err="1"/>
              <a:t>yeniliğe</a:t>
            </a:r>
            <a:r>
              <a:rPr lang="en-US" sz="2400" dirty="0"/>
              <a:t> </a:t>
            </a:r>
            <a:r>
              <a:rPr lang="en-US" sz="2400" dirty="0" err="1"/>
              <a:t>kapalı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” </a:t>
            </a:r>
            <a:r>
              <a:rPr lang="en-US" sz="2400" dirty="0" err="1"/>
              <a:t>ele</a:t>
            </a:r>
            <a:r>
              <a:rPr lang="en-US" sz="2400" dirty="0"/>
              <a:t> </a:t>
            </a:r>
            <a:r>
              <a:rPr lang="en-US" sz="2400" dirty="0" err="1"/>
              <a:t>alınır</a:t>
            </a:r>
            <a:r>
              <a:rPr lang="en-US" sz="2400" dirty="0"/>
              <a:t>.</a:t>
            </a:r>
          </a:p>
          <a:p>
            <a:r>
              <a:rPr lang="en-US" sz="2400" dirty="0"/>
              <a:t>“Bize </a:t>
            </a:r>
            <a:r>
              <a:rPr lang="en-US" sz="2400" dirty="0" err="1"/>
              <a:t>indirilene</a:t>
            </a:r>
            <a:r>
              <a:rPr lang="en-US" sz="2400" dirty="0"/>
              <a:t> </a:t>
            </a:r>
            <a:r>
              <a:rPr lang="en-US" sz="2400" dirty="0" err="1"/>
              <a:t>inanırız</a:t>
            </a:r>
            <a:r>
              <a:rPr lang="en-US" sz="2400" dirty="0"/>
              <a:t>” </a:t>
            </a:r>
            <a:r>
              <a:rPr lang="en-US" sz="2400" dirty="0" err="1"/>
              <a:t>demek</a:t>
            </a:r>
            <a:r>
              <a:rPr lang="en-US" sz="2400" dirty="0"/>
              <a:t>: “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alışık</a:t>
            </a:r>
            <a:r>
              <a:rPr lang="en-US" sz="2400" dirty="0"/>
              <a:t> </a:t>
            </a:r>
            <a:r>
              <a:rPr lang="en-US" sz="2400" dirty="0" err="1"/>
              <a:t>olduğum</a:t>
            </a:r>
            <a:r>
              <a:rPr lang="en-US" sz="2400" dirty="0"/>
              <a:t> </a:t>
            </a:r>
            <a:r>
              <a:rPr lang="en-US" sz="2400" dirty="0" err="1"/>
              <a:t>bilgiye</a:t>
            </a:r>
            <a:r>
              <a:rPr lang="en-US" sz="2400" dirty="0"/>
              <a:t> </a:t>
            </a:r>
            <a:r>
              <a:rPr lang="en-US" sz="2400" dirty="0" err="1"/>
              <a:t>açığım</a:t>
            </a:r>
            <a:r>
              <a:rPr lang="en-US" sz="2400" dirty="0"/>
              <a:t>.”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konfor</a:t>
            </a:r>
            <a:r>
              <a:rPr lang="en-US" sz="2400" dirty="0"/>
              <a:t> </a:t>
            </a:r>
            <a:r>
              <a:rPr lang="en-US" sz="2400" dirty="0" err="1"/>
              <a:t>alanı</a:t>
            </a:r>
            <a:r>
              <a:rPr lang="en-US" sz="2400" dirty="0"/>
              <a:t>.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daralması</a:t>
            </a:r>
            <a:r>
              <a:rPr lang="en-US" sz="2400" dirty="0"/>
              <a:t>. </a:t>
            </a:r>
            <a:r>
              <a:rPr lang="en-US" sz="2400" dirty="0" err="1"/>
              <a:t>Kalıplaşma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dürter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Gerçek</a:t>
            </a:r>
            <a:r>
              <a:rPr lang="en-US" sz="2400" dirty="0"/>
              <a:t>, her an yeni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elbiseyle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.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eski</a:t>
            </a:r>
            <a:r>
              <a:rPr lang="en-US" sz="2400" dirty="0"/>
              <a:t> </a:t>
            </a:r>
            <a:r>
              <a:rPr lang="en-US" sz="2400" dirty="0" err="1"/>
              <a:t>elbiseyi</a:t>
            </a:r>
            <a:r>
              <a:rPr lang="en-US" sz="2400" dirty="0"/>
              <a:t> </a:t>
            </a:r>
            <a:r>
              <a:rPr lang="en-US" sz="2400" dirty="0" err="1"/>
              <a:t>tanıyorsan</a:t>
            </a:r>
            <a:r>
              <a:rPr lang="en-US" sz="2400" dirty="0"/>
              <a:t>, </a:t>
            </a:r>
            <a:r>
              <a:rPr lang="en-US" sz="2400" dirty="0" err="1"/>
              <a:t>ışık</a:t>
            </a:r>
            <a:r>
              <a:rPr lang="en-US" sz="2400" dirty="0"/>
              <a:t> sana </a:t>
            </a:r>
            <a:r>
              <a:rPr lang="en-US" sz="2400" dirty="0" err="1"/>
              <a:t>görünmez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karşına</a:t>
            </a:r>
            <a:r>
              <a:rPr lang="en-US" sz="2400" dirty="0"/>
              <a:t> </a:t>
            </a:r>
            <a:r>
              <a:rPr lang="en-US" sz="2400" dirty="0" err="1"/>
              <a:t>çıkan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soru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kişiye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mi, </a:t>
            </a:r>
            <a:r>
              <a:rPr lang="en-US" sz="2400" dirty="0" err="1"/>
              <a:t>kalbine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mi </a:t>
            </a:r>
            <a:r>
              <a:rPr lang="en-US" sz="2400" dirty="0" err="1"/>
              <a:t>tanıyorsun</a:t>
            </a:r>
            <a:r>
              <a:rPr lang="en-US" sz="2400" dirty="0"/>
              <a:t>?” </a:t>
            </a:r>
          </a:p>
          <a:p>
            <a:r>
              <a:rPr lang="en-US" sz="2400" b="1" dirty="0"/>
              <a:t>Ve </a:t>
            </a:r>
            <a:r>
              <a:rPr lang="en-US" sz="2400" b="1" dirty="0" err="1"/>
              <a:t>şöyle</a:t>
            </a:r>
            <a:r>
              <a:rPr lang="en-US" sz="2400" b="1" dirty="0"/>
              <a:t> </a:t>
            </a:r>
            <a:r>
              <a:rPr lang="en-US" sz="2400" b="1" dirty="0" err="1"/>
              <a:t>fısıldar</a:t>
            </a:r>
            <a:r>
              <a:rPr lang="en-US" sz="2400" b="1" dirty="0"/>
              <a:t> sana:</a:t>
            </a:r>
            <a:br>
              <a:rPr lang="en-US" sz="2400" dirty="0"/>
            </a:b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zorladığında</a:t>
            </a:r>
            <a:r>
              <a:rPr lang="en-US" sz="2400" dirty="0"/>
              <a:t> da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</a:p>
          <a:p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konfor</a:t>
            </a:r>
            <a:r>
              <a:rPr lang="en-US" sz="2400" dirty="0"/>
              <a:t> </a:t>
            </a:r>
            <a:r>
              <a:rPr lang="en-US" sz="2400" dirty="0" err="1"/>
              <a:t>veren</a:t>
            </a:r>
            <a:r>
              <a:rPr lang="en-US" sz="2400" dirty="0"/>
              <a:t> </a:t>
            </a:r>
            <a:r>
              <a:rPr lang="en-US" sz="2400" dirty="0" err="1"/>
              <a:t>hakikate</a:t>
            </a:r>
            <a:r>
              <a:rPr lang="en-US" sz="2400" dirty="0"/>
              <a:t> mi </a:t>
            </a:r>
            <a:r>
              <a:rPr lang="en-US" sz="2400" dirty="0" err="1"/>
              <a:t>açıksın</a:t>
            </a:r>
            <a:r>
              <a:rPr lang="en-US" sz="2400" dirty="0"/>
              <a:t>? </a:t>
            </a:r>
          </a:p>
          <a:p>
            <a:r>
              <a:rPr lang="en-US" sz="2400" dirty="0"/>
              <a:t>Işık yeni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formda</a:t>
            </a:r>
            <a:r>
              <a:rPr lang="en-US" sz="2400" dirty="0"/>
              <a:t> </a:t>
            </a:r>
            <a:r>
              <a:rPr lang="en-US" sz="2400" dirty="0" err="1"/>
              <a:t>geldiğinde</a:t>
            </a:r>
            <a:r>
              <a:rPr lang="en-US" sz="2400" dirty="0"/>
              <a:t>, </a:t>
            </a:r>
            <a:r>
              <a:rPr lang="en-US" sz="2400" dirty="0" err="1"/>
              <a:t>ona</a:t>
            </a:r>
            <a:r>
              <a:rPr lang="en-US" sz="2400" dirty="0"/>
              <a:t> </a:t>
            </a:r>
            <a:r>
              <a:rPr lang="en-US" sz="2400" dirty="0" err="1"/>
              <a:t>kapını</a:t>
            </a:r>
            <a:r>
              <a:rPr lang="en-US" sz="2400" dirty="0"/>
              <a:t> </a:t>
            </a:r>
            <a:r>
              <a:rPr lang="en-US" sz="2400" dirty="0" err="1"/>
              <a:t>açıyor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“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tanıdığın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sima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. Ve o her an </a:t>
            </a:r>
            <a:r>
              <a:rPr lang="en-US" sz="2400" dirty="0" err="1"/>
              <a:t>başka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kıyafetle</a:t>
            </a:r>
            <a:r>
              <a:rPr lang="en-US" sz="2400" dirty="0"/>
              <a:t> </a:t>
            </a:r>
            <a:r>
              <a:rPr lang="en-US" sz="2400" dirty="0" err="1"/>
              <a:t>gelebilir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 Bakara </a:t>
            </a:r>
            <a:r>
              <a:rPr lang="en-US" sz="2400" dirty="0" err="1"/>
              <a:t>Suresi’nin</a:t>
            </a:r>
            <a:r>
              <a:rPr lang="en-US" sz="2400" dirty="0"/>
              <a:t> 92–93. </a:t>
            </a:r>
            <a:r>
              <a:rPr lang="en-US" sz="2400" dirty="0" err="1"/>
              <a:t>ayetlerine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net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karşılaşma</a:t>
            </a:r>
            <a:r>
              <a:rPr lang="en-US" sz="2400" dirty="0"/>
              <a:t> var:</a:t>
            </a:r>
          </a:p>
          <a:p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inkârı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teslimiyeti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karşıya</a:t>
            </a:r>
            <a:r>
              <a:rPr lang="en-US" sz="2400" dirty="0"/>
              <a:t> </a:t>
            </a:r>
            <a:r>
              <a:rPr lang="en-US" sz="2400" dirty="0" err="1"/>
              <a:t>getiriliyor.Bu</a:t>
            </a:r>
            <a:r>
              <a:rPr lang="en-US" sz="2400" dirty="0"/>
              <a:t> </a:t>
            </a:r>
            <a:r>
              <a:rPr lang="en-US" sz="2400" dirty="0" err="1"/>
              <a:t>ayetler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soruyor</a:t>
            </a:r>
            <a:r>
              <a:rPr lang="en-US" sz="2400" dirty="0"/>
              <a:t>:“Sen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dinledin</a:t>
            </a:r>
            <a:r>
              <a:rPr lang="en-US" sz="2400" dirty="0"/>
              <a:t> mi…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duydun</a:t>
            </a:r>
            <a:r>
              <a:rPr lang="en-US" sz="2400" dirty="0"/>
              <a:t> mu?” </a:t>
            </a:r>
            <a:br>
              <a:rPr lang="en-US" sz="2400" dirty="0"/>
            </a:br>
            <a:r>
              <a:rPr lang="en-US" sz="2400" dirty="0"/>
              <a:t>“Teslim mi </a:t>
            </a:r>
            <a:r>
              <a:rPr lang="en-US" sz="2400" dirty="0" err="1"/>
              <a:t>oldun</a:t>
            </a:r>
            <a:r>
              <a:rPr lang="en-US" sz="2400" dirty="0"/>
              <a:t>…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mü</a:t>
            </a:r>
            <a:r>
              <a:rPr lang="en-US" sz="2400" dirty="0"/>
              <a:t> verdin?” </a:t>
            </a:r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98224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8835F42-FE8D-AD7B-E040-D989F4C25E39}"/>
              </a:ext>
            </a:extLst>
          </p:cNvPr>
          <p:cNvSpPr txBox="1"/>
          <p:nvPr/>
        </p:nvSpPr>
        <p:spPr>
          <a:xfrm>
            <a:off x="91440" y="0"/>
            <a:ext cx="6766559" cy="1348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92–93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Kulakla</a:t>
            </a:r>
            <a:r>
              <a:rPr lang="en-US" sz="2400" dirty="0"/>
              <a:t> </a:t>
            </a:r>
            <a:r>
              <a:rPr lang="en-US" sz="2400" dirty="0" err="1"/>
              <a:t>Duydun</a:t>
            </a:r>
            <a:r>
              <a:rPr lang="en-US" sz="2400" dirty="0"/>
              <a:t> Ama </a:t>
            </a:r>
            <a:r>
              <a:rPr lang="en-US" sz="2400" dirty="0" err="1"/>
              <a:t>Kalple</a:t>
            </a:r>
            <a:r>
              <a:rPr lang="en-US" sz="2400" dirty="0"/>
              <a:t> Teslim </a:t>
            </a:r>
            <a:r>
              <a:rPr lang="en-US" sz="2400" dirty="0" err="1"/>
              <a:t>Olmadın</a:t>
            </a:r>
            <a:r>
              <a:rPr lang="en-US" sz="2400" dirty="0"/>
              <a:t>” </a:t>
            </a:r>
            <a:r>
              <a:rPr lang="en-US" sz="2400" dirty="0" err="1"/>
              <a:t>Teslimiyet</a:t>
            </a:r>
            <a:r>
              <a:rPr lang="en-US" sz="2400" dirty="0"/>
              <a:t> </a:t>
            </a:r>
            <a:r>
              <a:rPr lang="en-US" sz="2400" dirty="0" err="1"/>
              <a:t>Sözle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Frekansladır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r>
              <a:rPr lang="en-US" sz="2400" b="1" dirty="0"/>
              <a:t>92.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Andolsun</a:t>
            </a:r>
            <a:r>
              <a:rPr lang="en-US" sz="2400" dirty="0"/>
              <a:t> ki size </a:t>
            </a:r>
            <a:r>
              <a:rPr lang="en-US" sz="2400" dirty="0" err="1"/>
              <a:t>Mûsâ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delillerle</a:t>
            </a:r>
            <a:r>
              <a:rPr lang="en-US" sz="2400" dirty="0"/>
              <a:t> </a:t>
            </a:r>
            <a:r>
              <a:rPr lang="en-US" sz="2400" dirty="0" err="1"/>
              <a:t>gelmişti</a:t>
            </a:r>
            <a:r>
              <a:rPr lang="en-US" sz="2400" dirty="0"/>
              <a:t>. Sonra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ardından</a:t>
            </a:r>
            <a:r>
              <a:rPr lang="en-US" sz="2400" dirty="0"/>
              <a:t> </a:t>
            </a:r>
            <a:r>
              <a:rPr lang="en-US" sz="2400" dirty="0" err="1"/>
              <a:t>buzağıyı</a:t>
            </a:r>
            <a:r>
              <a:rPr lang="en-US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edindiniz</a:t>
            </a:r>
            <a:r>
              <a:rPr lang="en-US" sz="2400" dirty="0"/>
              <a:t>. </a:t>
            </a:r>
            <a:r>
              <a:rPr lang="en-US" sz="2400" dirty="0" err="1"/>
              <a:t>Siz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zalimlersiniz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duymuş</a:t>
            </a:r>
            <a:r>
              <a:rPr lang="en-US" sz="2400" dirty="0"/>
              <a:t> ama </a:t>
            </a:r>
            <a:r>
              <a:rPr lang="en-US" sz="2400" dirty="0" err="1"/>
              <a:t>yine</a:t>
            </a:r>
            <a:r>
              <a:rPr lang="en-US" sz="2400" dirty="0"/>
              <a:t> de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etmiş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işaret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</a:p>
          <a:p>
            <a:r>
              <a:rPr lang="en-US" sz="2400" dirty="0"/>
              <a:t>Musa = </a:t>
            </a:r>
            <a:r>
              <a:rPr lang="en-US" sz="2400" dirty="0" err="1"/>
              <a:t>Bilinçli</a:t>
            </a:r>
            <a:r>
              <a:rPr lang="en-US" sz="2400" dirty="0"/>
              <a:t> </a:t>
            </a:r>
            <a:r>
              <a:rPr lang="en-US" sz="2400" dirty="0" err="1"/>
              <a:t>rehber</a:t>
            </a:r>
            <a:r>
              <a:rPr lang="en-US" sz="2400" dirty="0"/>
              <a:t>, </a:t>
            </a:r>
            <a:r>
              <a:rPr lang="en-US" sz="2400" dirty="0" err="1"/>
              <a:t>uyanmış</a:t>
            </a:r>
            <a:r>
              <a:rPr lang="en-US" sz="2400" dirty="0"/>
              <a:t> </a:t>
            </a:r>
            <a:r>
              <a:rPr lang="en-US" sz="2400" dirty="0" err="1"/>
              <a:t>zihin</a:t>
            </a:r>
            <a:endParaRPr lang="en-US" sz="2400" dirty="0"/>
          </a:p>
          <a:p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deliller</a:t>
            </a:r>
            <a:r>
              <a:rPr lang="en-US" sz="2400" dirty="0"/>
              <a:t> = </a:t>
            </a:r>
            <a:r>
              <a:rPr lang="en-US" sz="2400" dirty="0" err="1"/>
              <a:t>Sezgiyle</a:t>
            </a:r>
            <a:r>
              <a:rPr lang="en-US" sz="2400" dirty="0"/>
              <a:t> </a:t>
            </a:r>
            <a:r>
              <a:rPr lang="en-US" sz="2400" dirty="0" err="1"/>
              <a:t>anlaşılan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endParaRPr lang="en-US" sz="2400" dirty="0"/>
          </a:p>
          <a:p>
            <a:r>
              <a:rPr lang="en-US" sz="2400" dirty="0" err="1"/>
              <a:t>Buzağı</a:t>
            </a:r>
            <a:r>
              <a:rPr lang="en-US" sz="2400" dirty="0"/>
              <a:t> = </a:t>
            </a:r>
            <a:r>
              <a:rPr lang="en-US" sz="2400" dirty="0" err="1"/>
              <a:t>Şekilciliğe</a:t>
            </a:r>
            <a:r>
              <a:rPr lang="en-US" sz="2400" dirty="0"/>
              <a:t>, </a:t>
            </a:r>
            <a:r>
              <a:rPr lang="en-US" sz="2400" dirty="0" err="1"/>
              <a:t>maddeye</a:t>
            </a:r>
            <a:r>
              <a:rPr lang="en-US" sz="2400" dirty="0"/>
              <a:t>, </a:t>
            </a:r>
            <a:r>
              <a:rPr lang="en-US" sz="2400" dirty="0" err="1"/>
              <a:t>dünyeviliğe</a:t>
            </a:r>
            <a:r>
              <a:rPr lang="en-US" sz="2400" dirty="0"/>
              <a:t> </a:t>
            </a:r>
            <a:r>
              <a:rPr lang="en-US" sz="2400" dirty="0" err="1"/>
              <a:t>yönelmiş</a:t>
            </a:r>
            <a:r>
              <a:rPr lang="en-US" sz="2400" dirty="0"/>
              <a:t> ego</a:t>
            </a:r>
            <a:r>
              <a:rPr lang="tr-TR" sz="2400" dirty="0"/>
              <a:t>.y</a:t>
            </a:r>
            <a:r>
              <a:rPr lang="en-US" sz="2400" dirty="0"/>
              <a:t>ani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geldi</a:t>
            </a:r>
            <a:r>
              <a:rPr lang="en-US" sz="2400" dirty="0"/>
              <a:t>… </a:t>
            </a:r>
            <a:r>
              <a:rPr lang="en-US" sz="2400" dirty="0" err="1"/>
              <a:t>kalbini</a:t>
            </a:r>
            <a:r>
              <a:rPr lang="en-US" sz="2400" dirty="0"/>
              <a:t> </a:t>
            </a:r>
            <a:r>
              <a:rPr lang="en-US" sz="2400" dirty="0" err="1"/>
              <a:t>çaldı</a:t>
            </a:r>
            <a:r>
              <a:rPr lang="en-US" sz="2400" dirty="0"/>
              <a:t>…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eski</a:t>
            </a:r>
            <a:r>
              <a:rPr lang="en-US" sz="2400" dirty="0"/>
              <a:t> </a:t>
            </a:r>
            <a:r>
              <a:rPr lang="en-US" sz="2400" dirty="0" err="1"/>
              <a:t>arzulardan</a:t>
            </a:r>
            <a:r>
              <a:rPr lang="en-US" sz="2400" dirty="0"/>
              <a:t> </a:t>
            </a:r>
            <a:r>
              <a:rPr lang="en-US" sz="2400" dirty="0" err="1"/>
              <a:t>kopamadın</a:t>
            </a:r>
            <a:r>
              <a:rPr lang="en-US" sz="2400" dirty="0"/>
              <a:t>. Ve “</a:t>
            </a:r>
            <a:r>
              <a:rPr lang="en-US" sz="2400" dirty="0" err="1"/>
              <a:t>zalim</a:t>
            </a:r>
            <a:r>
              <a:rPr lang="en-US" sz="2400" dirty="0"/>
              <a:t>” </a:t>
            </a:r>
            <a:r>
              <a:rPr lang="en-US" sz="2400" dirty="0" err="1"/>
              <a:t>oldun</a:t>
            </a:r>
            <a:r>
              <a:rPr lang="en-US" sz="2400" dirty="0"/>
              <a:t>…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zulmettiniz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dürter</a:t>
            </a:r>
            <a:r>
              <a:rPr lang="en-US" sz="2400" dirty="0"/>
              <a:t>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neyi</a:t>
            </a:r>
            <a:r>
              <a:rPr lang="en-US" sz="2400" dirty="0"/>
              <a:t> </a:t>
            </a:r>
            <a:r>
              <a:rPr lang="en-US" sz="2400" dirty="0" err="1"/>
              <a:t>Tanrı</a:t>
            </a:r>
            <a:r>
              <a:rPr lang="en-US" sz="2400" dirty="0"/>
              <a:t> </a:t>
            </a:r>
            <a:r>
              <a:rPr lang="en-US" sz="2400" dirty="0" err="1"/>
              <a:t>edindin</a:t>
            </a:r>
            <a:r>
              <a:rPr lang="en-US" sz="2400" dirty="0"/>
              <a:t>? Neyin </a:t>
            </a:r>
            <a:r>
              <a:rPr lang="en-US" sz="2400" dirty="0" err="1"/>
              <a:t>önünde</a:t>
            </a:r>
            <a:r>
              <a:rPr lang="en-US" sz="2400" dirty="0"/>
              <a:t> </a:t>
            </a:r>
            <a:r>
              <a:rPr lang="en-US" sz="2400" dirty="0" err="1"/>
              <a:t>secdeye</a:t>
            </a:r>
            <a:r>
              <a:rPr lang="en-US" sz="2400" dirty="0"/>
              <a:t> </a:t>
            </a:r>
            <a:r>
              <a:rPr lang="en-US" sz="2400" dirty="0" err="1"/>
              <a:t>vardın</a:t>
            </a:r>
            <a:r>
              <a:rPr lang="en-US" sz="2400" dirty="0"/>
              <a:t>? </a:t>
            </a:r>
            <a:r>
              <a:rPr lang="en-US" sz="2400" dirty="0" err="1"/>
              <a:t>Hakikat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alışkanlık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?”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93.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“Hani </a:t>
            </a:r>
            <a:r>
              <a:rPr lang="en-US" sz="2400" dirty="0" err="1"/>
              <a:t>sizden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almıştık</a:t>
            </a:r>
            <a:r>
              <a:rPr lang="en-US" sz="2400" dirty="0"/>
              <a:t>, Tur </a:t>
            </a:r>
            <a:r>
              <a:rPr lang="en-US" sz="2400" dirty="0" err="1"/>
              <a:t>dağını</a:t>
            </a:r>
            <a:r>
              <a:rPr lang="en-US" sz="2400" dirty="0"/>
              <a:t> </a:t>
            </a:r>
            <a:r>
              <a:rPr lang="en-US" sz="2400" dirty="0" err="1"/>
              <a:t>üzerinize</a:t>
            </a:r>
            <a:r>
              <a:rPr lang="en-US" sz="2400" dirty="0"/>
              <a:t> </a:t>
            </a:r>
            <a:r>
              <a:rPr lang="en-US" sz="2400" dirty="0" err="1"/>
              <a:t>yükseltmiştik</a:t>
            </a:r>
            <a:r>
              <a:rPr lang="en-US" sz="2400" dirty="0"/>
              <a:t>: ‘Size </a:t>
            </a:r>
            <a:r>
              <a:rPr lang="en-US" sz="2400" dirty="0" err="1"/>
              <a:t>verdiğimiz</a:t>
            </a:r>
            <a:r>
              <a:rPr lang="en-US" sz="2400" dirty="0"/>
              <a:t> </a:t>
            </a:r>
            <a:r>
              <a:rPr lang="en-US" sz="2400" dirty="0" err="1"/>
              <a:t>kitabı</a:t>
            </a:r>
            <a:r>
              <a:rPr lang="en-US" sz="2400" dirty="0"/>
              <a:t> </a:t>
            </a:r>
            <a:r>
              <a:rPr lang="en-US" sz="2400" dirty="0" err="1"/>
              <a:t>kuvvetle</a:t>
            </a:r>
            <a:r>
              <a:rPr lang="en-US" sz="2400" dirty="0"/>
              <a:t> </a:t>
            </a:r>
            <a:r>
              <a:rPr lang="en-US" sz="2400" dirty="0" err="1"/>
              <a:t>tutun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işitin</a:t>
            </a:r>
            <a:r>
              <a:rPr lang="en-US" sz="2400" dirty="0"/>
              <a:t>!’ </a:t>
            </a:r>
            <a:r>
              <a:rPr lang="en-US" sz="2400" dirty="0" err="1"/>
              <a:t>demiştik</a:t>
            </a:r>
            <a:r>
              <a:rPr lang="en-US" sz="2400" dirty="0"/>
              <a:t>. </a:t>
            </a:r>
            <a:r>
              <a:rPr lang="en-US" sz="2400" dirty="0" err="1"/>
              <a:t>Onlar</a:t>
            </a:r>
            <a:r>
              <a:rPr lang="en-US" sz="2400" dirty="0"/>
              <a:t>: ‘</a:t>
            </a:r>
            <a:r>
              <a:rPr lang="en-US" sz="2400" dirty="0" err="1"/>
              <a:t>İşittik</a:t>
            </a:r>
            <a:r>
              <a:rPr lang="en-US" sz="2400" dirty="0"/>
              <a:t> ama </a:t>
            </a:r>
            <a:r>
              <a:rPr lang="en-US" sz="2400" dirty="0" err="1"/>
              <a:t>isyan</a:t>
            </a:r>
            <a:r>
              <a:rPr lang="en-US" sz="2400" dirty="0"/>
              <a:t> </a:t>
            </a:r>
            <a:r>
              <a:rPr lang="en-US" sz="2400" dirty="0" err="1"/>
              <a:t>ettik</a:t>
            </a:r>
            <a:r>
              <a:rPr lang="en-US" sz="2400" dirty="0"/>
              <a:t>’ </a:t>
            </a:r>
            <a:r>
              <a:rPr lang="en-US" sz="2400" dirty="0" err="1"/>
              <a:t>dediler</a:t>
            </a:r>
            <a:r>
              <a:rPr lang="en-US" sz="2400" dirty="0"/>
              <a:t>. </a:t>
            </a:r>
            <a:r>
              <a:rPr lang="en-US" sz="2400" dirty="0" err="1"/>
              <a:t>Küfürleri</a:t>
            </a:r>
            <a:r>
              <a:rPr lang="en-US" sz="2400" dirty="0"/>
              <a:t> </a:t>
            </a:r>
            <a:r>
              <a:rPr lang="en-US" sz="2400" dirty="0" err="1"/>
              <a:t>sebebiyle</a:t>
            </a:r>
            <a:r>
              <a:rPr lang="en-US" sz="2400" dirty="0"/>
              <a:t> </a:t>
            </a:r>
            <a:r>
              <a:rPr lang="en-US" sz="2400" dirty="0" err="1"/>
              <a:t>buzağı</a:t>
            </a:r>
            <a:r>
              <a:rPr lang="en-US" sz="2400" dirty="0"/>
              <a:t> </a:t>
            </a:r>
            <a:r>
              <a:rPr lang="en-US" sz="2400" dirty="0" err="1"/>
              <a:t>sevgisi</a:t>
            </a:r>
            <a:r>
              <a:rPr lang="en-US" sz="2400" dirty="0"/>
              <a:t> </a:t>
            </a:r>
            <a:r>
              <a:rPr lang="en-US" sz="2400" dirty="0" err="1"/>
              <a:t>kalplerine</a:t>
            </a:r>
            <a:r>
              <a:rPr lang="en-US" sz="2400" dirty="0"/>
              <a:t> </a:t>
            </a:r>
            <a:r>
              <a:rPr lang="en-US" sz="2400" dirty="0" err="1"/>
              <a:t>içirilmişti</a:t>
            </a:r>
            <a:r>
              <a:rPr lang="en-US" sz="2400" dirty="0"/>
              <a:t>. De ki: ‘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müminlerseniz</a:t>
            </a:r>
            <a:r>
              <a:rPr lang="en-US" sz="2400" dirty="0"/>
              <a:t>, </a:t>
            </a:r>
            <a:r>
              <a:rPr lang="en-US" sz="2400" dirty="0" err="1"/>
              <a:t>inancınız</a:t>
            </a:r>
            <a:r>
              <a:rPr lang="en-US" sz="2400" dirty="0"/>
              <a:t> size ne </a:t>
            </a:r>
            <a:r>
              <a:rPr lang="en-US" sz="2400" dirty="0" err="1"/>
              <a:t>kötü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emrediyor</a:t>
            </a:r>
            <a:r>
              <a:rPr lang="en-US" sz="2400" dirty="0"/>
              <a:t>!’”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çarpıcı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yüzleşmedir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İşittik</a:t>
            </a:r>
            <a:r>
              <a:rPr lang="en-US" sz="2400" dirty="0"/>
              <a:t> ama </a:t>
            </a:r>
            <a:r>
              <a:rPr lang="en-US" sz="2400" dirty="0" err="1"/>
              <a:t>isyan</a:t>
            </a:r>
            <a:r>
              <a:rPr lang="en-US" sz="2400" dirty="0"/>
              <a:t> </a:t>
            </a:r>
            <a:r>
              <a:rPr lang="en-US" sz="2400" dirty="0" err="1"/>
              <a:t>ettik</a:t>
            </a:r>
            <a:r>
              <a:rPr lang="en-US" sz="2400" dirty="0"/>
              <a:t>” =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duydum</a:t>
            </a:r>
            <a:r>
              <a:rPr lang="en-US" sz="2400" dirty="0"/>
              <a:t> </a:t>
            </a:r>
            <a:r>
              <a:rPr lang="en-US" sz="2400" dirty="0" err="1"/>
              <a:t>amakalbimle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etmedim.Zihin</a:t>
            </a:r>
            <a:r>
              <a:rPr lang="en-US" sz="2400" dirty="0"/>
              <a:t> </a:t>
            </a:r>
            <a:r>
              <a:rPr lang="en-US" sz="2400" dirty="0" err="1"/>
              <a:t>direndi</a:t>
            </a:r>
            <a:r>
              <a:rPr lang="en-US" sz="2400" dirty="0"/>
              <a:t>.</a:t>
            </a:r>
          </a:p>
          <a:p>
            <a:br>
              <a:rPr lang="en-US" dirty="0"/>
            </a:b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681703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2B8C776-EF94-32AD-CE37-5EE1C7F0149B}"/>
              </a:ext>
            </a:extLst>
          </p:cNvPr>
          <p:cNvSpPr txBox="1"/>
          <p:nvPr/>
        </p:nvSpPr>
        <p:spPr>
          <a:xfrm>
            <a:off x="0" y="1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400" dirty="0" err="1"/>
              <a:t>Buzağı</a:t>
            </a:r>
            <a:r>
              <a:rPr lang="en-US" sz="2400" dirty="0"/>
              <a:t> </a:t>
            </a:r>
            <a:r>
              <a:rPr lang="en-US" sz="2400" dirty="0" err="1"/>
              <a:t>sevgisi</a:t>
            </a:r>
            <a:r>
              <a:rPr lang="en-US" sz="2400" dirty="0"/>
              <a:t> </a:t>
            </a:r>
            <a:r>
              <a:rPr lang="en-US" sz="2400" dirty="0" err="1"/>
              <a:t>içirildi</a:t>
            </a:r>
            <a:r>
              <a:rPr lang="en-US" sz="2400" dirty="0"/>
              <a:t>” =Arzu </a:t>
            </a:r>
            <a:r>
              <a:rPr lang="en-US" sz="2400" dirty="0" err="1"/>
              <a:t>bağımlılığı.Ego</a:t>
            </a:r>
            <a:r>
              <a:rPr lang="en-US" sz="2400" dirty="0"/>
              <a:t> </a:t>
            </a:r>
            <a:r>
              <a:rPr lang="en-US" sz="2400" dirty="0" err="1"/>
              <a:t>zehri</a:t>
            </a:r>
            <a:r>
              <a:rPr lang="en-US" sz="2400" dirty="0"/>
              <a:t>, </a:t>
            </a:r>
            <a:r>
              <a:rPr lang="en-US" sz="2400" dirty="0" err="1"/>
              <a:t>kalbe</a:t>
            </a:r>
            <a:r>
              <a:rPr lang="en-US" sz="2400" dirty="0"/>
              <a:t> </a:t>
            </a:r>
            <a:r>
              <a:rPr lang="en-US" sz="2400" dirty="0" err="1"/>
              <a:t>sindi.Bu</a:t>
            </a:r>
            <a:r>
              <a:rPr lang="en-US" sz="2400" dirty="0"/>
              <a:t>,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trajik</a:t>
            </a:r>
            <a:r>
              <a:rPr lang="en-US" sz="2400" dirty="0"/>
              <a:t> </a:t>
            </a:r>
            <a:r>
              <a:rPr lang="en-US" sz="2400" dirty="0" err="1"/>
              <a:t>haldir</a:t>
            </a:r>
            <a:r>
              <a:rPr lang="en-US" sz="2400" dirty="0"/>
              <a:t>: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biliyor</a:t>
            </a:r>
            <a:r>
              <a:rPr lang="en-US" sz="2400" dirty="0"/>
              <a:t>, ama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eski</a:t>
            </a:r>
            <a:r>
              <a:rPr lang="en-US" sz="2400" dirty="0"/>
              <a:t> </a:t>
            </a:r>
            <a:r>
              <a:rPr lang="en-US" sz="2400" dirty="0" err="1"/>
              <a:t>bağımlılıkları</a:t>
            </a:r>
            <a:r>
              <a:rPr lang="en-US" sz="2400" dirty="0"/>
              <a:t> </a:t>
            </a:r>
            <a:r>
              <a:rPr lang="en-US" sz="2400" dirty="0" err="1"/>
              <a:t>seviyorsun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son </a:t>
            </a:r>
            <a:r>
              <a:rPr lang="en-US" sz="2400" dirty="0" err="1"/>
              <a:t>cümle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aynadır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Müminim</a:t>
            </a:r>
            <a:r>
              <a:rPr lang="en-US" sz="2400" dirty="0"/>
              <a:t> </a:t>
            </a:r>
            <a:r>
              <a:rPr lang="en-US" sz="2400" dirty="0" err="1"/>
              <a:t>diyorsan</a:t>
            </a:r>
            <a:r>
              <a:rPr lang="en-US" sz="2400" dirty="0"/>
              <a:t>…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sesin</a:t>
            </a:r>
            <a:r>
              <a:rPr lang="en-US" sz="2400" dirty="0"/>
              <a:t> sana ne </a:t>
            </a:r>
            <a:r>
              <a:rPr lang="en-US" sz="2400" dirty="0" err="1"/>
              <a:t>söylüyor</a:t>
            </a:r>
            <a:r>
              <a:rPr lang="en-US" sz="2400" dirty="0"/>
              <a:t>?” </a:t>
            </a:r>
            <a:br>
              <a:rPr lang="en-US" sz="2400" dirty="0"/>
            </a:b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inanç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güzelleştiriyor</a:t>
            </a:r>
            <a:r>
              <a:rPr lang="en-US" sz="2400" dirty="0"/>
              <a:t> mu,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da </a:t>
            </a:r>
            <a:r>
              <a:rPr lang="en-US" sz="2400" dirty="0" err="1"/>
              <a:t>katılaştırıyor</a:t>
            </a:r>
            <a:r>
              <a:rPr lang="en-US" sz="2400" dirty="0"/>
              <a:t> mu?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, </a:t>
            </a:r>
            <a:r>
              <a:rPr lang="en-US" sz="2400" dirty="0" err="1"/>
              <a:t>kalbini</a:t>
            </a:r>
            <a:r>
              <a:rPr lang="en-US" sz="2400" dirty="0"/>
              <a:t> </a:t>
            </a:r>
            <a:r>
              <a:rPr lang="en-US" sz="2400" dirty="0" err="1"/>
              <a:t>dürüstçe</a:t>
            </a:r>
            <a:r>
              <a:rPr lang="en-US" sz="2400" dirty="0"/>
              <a:t> </a:t>
            </a:r>
            <a:r>
              <a:rPr lang="en-US" sz="2400" dirty="0" err="1"/>
              <a:t>yoklaman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: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işittin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duydun</a:t>
            </a:r>
            <a:r>
              <a:rPr lang="en-US" sz="2400" dirty="0"/>
              <a:t> mu? </a:t>
            </a:r>
          </a:p>
          <a:p>
            <a:r>
              <a:rPr lang="en-US" sz="2400" dirty="0" err="1"/>
              <a:t>Buzağını</a:t>
            </a:r>
            <a:r>
              <a:rPr lang="en-US" sz="2400" dirty="0"/>
              <a:t> (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egonu</a:t>
            </a:r>
            <a:r>
              <a:rPr lang="en-US" sz="2400" dirty="0"/>
              <a:t>, </a:t>
            </a:r>
            <a:r>
              <a:rPr lang="en-US" sz="2400" dirty="0" err="1"/>
              <a:t>bağımlılığını</a:t>
            </a:r>
            <a:r>
              <a:rPr lang="en-US" sz="2400" dirty="0"/>
              <a:t>) 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sevdin</a:t>
            </a:r>
            <a:r>
              <a:rPr lang="en-US" sz="2400" dirty="0"/>
              <a:t>? </a:t>
            </a:r>
          </a:p>
          <a:p>
            <a:r>
              <a:rPr lang="en-US" sz="2400" dirty="0" err="1"/>
              <a:t>İnancın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özgürleştiriyor</a:t>
            </a:r>
            <a:r>
              <a:rPr lang="en-US" sz="2400" dirty="0"/>
              <a:t> mu,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şekle</a:t>
            </a:r>
            <a:r>
              <a:rPr lang="en-US" sz="2400" dirty="0"/>
              <a:t> mi </a:t>
            </a:r>
            <a:r>
              <a:rPr lang="en-US" sz="2400" dirty="0" err="1"/>
              <a:t>hapsediyor</a:t>
            </a:r>
            <a:r>
              <a:rPr lang="en-US" sz="2400" dirty="0"/>
              <a:t>?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Söz</a:t>
            </a:r>
            <a:r>
              <a:rPr lang="en-US" sz="2400" dirty="0"/>
              <a:t> </a:t>
            </a:r>
            <a:r>
              <a:rPr lang="en-US" sz="2400" dirty="0" err="1"/>
              <a:t>vermek</a:t>
            </a:r>
            <a:r>
              <a:rPr lang="en-US" sz="2400" dirty="0"/>
              <a:t> </a:t>
            </a:r>
            <a:r>
              <a:rPr lang="en-US" sz="2400" dirty="0" err="1"/>
              <a:t>yetmez</a:t>
            </a:r>
            <a:r>
              <a:rPr lang="en-US" sz="2400" dirty="0"/>
              <a:t>… </a:t>
            </a:r>
            <a:r>
              <a:rPr lang="en-US" sz="2400" dirty="0" err="1"/>
              <a:t>Teslimiyet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. Ve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teslimiyet</a:t>
            </a:r>
            <a:r>
              <a:rPr lang="en-US" sz="2400" dirty="0"/>
              <a:t>,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sessizliğinde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pPr marL="0" indent="0">
              <a:buNone/>
            </a:pPr>
            <a:r>
              <a:rPr lang="en-US" sz="2400" b="1" dirty="0"/>
              <a:t>Bakara </a:t>
            </a:r>
            <a:r>
              <a:rPr lang="en-US" sz="2400" b="1" dirty="0" err="1"/>
              <a:t>Suresi’nin</a:t>
            </a:r>
            <a:r>
              <a:rPr lang="en-US" sz="2400" b="1" dirty="0"/>
              <a:t> 94–96. </a:t>
            </a:r>
            <a:r>
              <a:rPr lang="en-US" sz="2400" b="1" dirty="0" err="1"/>
              <a:t>ayetlerine</a:t>
            </a:r>
            <a:r>
              <a:rPr lang="en-US" sz="2400" b="1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bölümde</a:t>
            </a:r>
            <a:r>
              <a:rPr lang="en-US" sz="2400" dirty="0"/>
              <a:t> </a:t>
            </a:r>
            <a:r>
              <a:rPr lang="en-US" sz="2400" dirty="0" err="1"/>
              <a:t>artık</a:t>
            </a:r>
            <a:r>
              <a:rPr lang="en-US" sz="2400" dirty="0"/>
              <a:t> ego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açıkça</a:t>
            </a:r>
            <a:r>
              <a:rPr lang="en-US" sz="2400" dirty="0"/>
              <a:t> </a:t>
            </a:r>
            <a:r>
              <a:rPr lang="en-US" sz="2400" dirty="0" err="1"/>
              <a:t>gösteriyor</a:t>
            </a:r>
            <a:r>
              <a:rPr lang="en-US" sz="2400" dirty="0"/>
              <a:t>:</a:t>
            </a:r>
          </a:p>
          <a:p>
            <a:r>
              <a:rPr lang="en-US" sz="2400" dirty="0"/>
              <a:t>“Ben </a:t>
            </a:r>
            <a:r>
              <a:rPr lang="en-US" sz="2400" dirty="0" err="1"/>
              <a:t>sonsuzluğu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güvenli</a:t>
            </a:r>
            <a:r>
              <a:rPr lang="en-US" sz="2400" dirty="0"/>
              <a:t>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isterim</a:t>
            </a:r>
            <a:r>
              <a:rPr lang="en-US" sz="2400" dirty="0"/>
              <a:t>.”</a:t>
            </a:r>
          </a:p>
          <a:p>
            <a:r>
              <a:rPr lang="en-US" sz="2400" dirty="0"/>
              <a:t>“Ben </a:t>
            </a:r>
            <a:r>
              <a:rPr lang="en-US" sz="2400" dirty="0" err="1"/>
              <a:t>ölümü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kontrolü</a:t>
            </a:r>
            <a:r>
              <a:rPr lang="en-US" sz="2400" dirty="0"/>
              <a:t> </a:t>
            </a:r>
            <a:r>
              <a:rPr lang="en-US" sz="2400" dirty="0" err="1"/>
              <a:t>arzularım</a:t>
            </a:r>
            <a:r>
              <a:rPr lang="en-US" sz="2400" dirty="0"/>
              <a:t>.”</a:t>
            </a:r>
          </a:p>
          <a:p>
            <a:endParaRPr lang="tr-TR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burada,dünyaya</a:t>
            </a:r>
            <a:r>
              <a:rPr lang="en-US" sz="2400" dirty="0"/>
              <a:t> </a:t>
            </a:r>
            <a:r>
              <a:rPr lang="en-US" sz="2400" dirty="0" err="1"/>
              <a:t>aşırı</a:t>
            </a:r>
            <a:r>
              <a:rPr lang="en-US" sz="2400" dirty="0"/>
              <a:t> </a:t>
            </a:r>
            <a:r>
              <a:rPr lang="en-US" sz="2400" dirty="0" err="1"/>
              <a:t>bağlanmış,ölümden</a:t>
            </a:r>
            <a:r>
              <a:rPr lang="en-US" sz="2400" dirty="0"/>
              <a:t> </a:t>
            </a:r>
            <a:r>
              <a:rPr lang="en-US" sz="2400" dirty="0" err="1"/>
              <a:t>korkan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sonsuzluğu</a:t>
            </a:r>
            <a:r>
              <a:rPr lang="en-US" sz="2400" dirty="0"/>
              <a:t> </a:t>
            </a:r>
            <a:r>
              <a:rPr lang="en-US" sz="2400" dirty="0" err="1"/>
              <a:t>reddeden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çözülmeye</a:t>
            </a:r>
            <a:r>
              <a:rPr lang="en-US" sz="2400" dirty="0"/>
              <a:t> </a:t>
            </a:r>
            <a:r>
              <a:rPr lang="en-US" sz="2400" dirty="0" err="1"/>
              <a:t>başlıyor</a:t>
            </a:r>
            <a:r>
              <a:rPr lang="en-US" sz="2400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886187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CC28078-9F2E-4B94-8AB8-C454D7139812}"/>
              </a:ext>
            </a:extLst>
          </p:cNvPr>
          <p:cNvSpPr txBox="1"/>
          <p:nvPr/>
        </p:nvSpPr>
        <p:spPr>
          <a:xfrm>
            <a:off x="0" y="80010"/>
            <a:ext cx="6858000" cy="7755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94–96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</a:t>
            </a:r>
            <a:r>
              <a:rPr lang="en-US" sz="2400" dirty="0" err="1"/>
              <a:t>Ölümden</a:t>
            </a:r>
            <a:r>
              <a:rPr lang="en-US" sz="2400" dirty="0"/>
              <a:t> </a:t>
            </a:r>
            <a:r>
              <a:rPr lang="en-US" sz="2400" dirty="0" err="1"/>
              <a:t>Korkan</a:t>
            </a:r>
            <a:r>
              <a:rPr lang="en-US" sz="2400" dirty="0"/>
              <a:t>, Hayata </a:t>
            </a:r>
            <a:r>
              <a:rPr lang="en-US" sz="2400" dirty="0" err="1"/>
              <a:t>Tutunur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Ama Sonsuz </a:t>
            </a:r>
            <a:r>
              <a:rPr lang="en-US" sz="2400" dirty="0" err="1"/>
              <a:t>Olanı</a:t>
            </a:r>
            <a:r>
              <a:rPr lang="en-US" sz="2400" dirty="0"/>
              <a:t> </a:t>
            </a:r>
            <a:r>
              <a:rPr lang="en-US" sz="2400" dirty="0" err="1"/>
              <a:t>Kaçırır”Bağlandığın</a:t>
            </a:r>
            <a:r>
              <a:rPr lang="en-US" sz="2400" dirty="0"/>
              <a:t> Yer,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Düzeyini</a:t>
            </a:r>
            <a:r>
              <a:rPr lang="en-US" sz="2400" dirty="0"/>
              <a:t> </a:t>
            </a:r>
            <a:r>
              <a:rPr lang="en-US" sz="2400" dirty="0" err="1"/>
              <a:t>Gösterir</a:t>
            </a:r>
            <a:r>
              <a:rPr lang="en-US" sz="2400" dirty="0"/>
              <a:t>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94.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“De ki: ‘</a:t>
            </a:r>
            <a:r>
              <a:rPr lang="en-US" sz="2400" dirty="0" err="1"/>
              <a:t>Eğer</a:t>
            </a:r>
            <a:r>
              <a:rPr lang="en-US" sz="2400" dirty="0"/>
              <a:t> Allah </a:t>
            </a:r>
            <a:r>
              <a:rPr lang="en-US" sz="2400" dirty="0" err="1"/>
              <a:t>katındaki</a:t>
            </a:r>
            <a:r>
              <a:rPr lang="en-US" sz="2400" dirty="0"/>
              <a:t> </a:t>
            </a:r>
            <a:r>
              <a:rPr lang="en-US" sz="2400" dirty="0" err="1"/>
              <a:t>âhiret</a:t>
            </a:r>
            <a:r>
              <a:rPr lang="en-US" sz="2400" dirty="0"/>
              <a:t> </a:t>
            </a:r>
            <a:r>
              <a:rPr lang="en-US" sz="2400" dirty="0" err="1"/>
              <a:t>yurdu</a:t>
            </a:r>
            <a:r>
              <a:rPr lang="en-US" sz="2400" dirty="0"/>
              <a:t> </a:t>
            </a:r>
            <a:r>
              <a:rPr lang="en-US" sz="2400" dirty="0" err="1"/>
              <a:t>başkalarına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de </a:t>
            </a:r>
            <a:r>
              <a:rPr lang="en-US" sz="2400" dirty="0" err="1"/>
              <a:t>yalnız</a:t>
            </a:r>
            <a:r>
              <a:rPr lang="en-US" sz="2400" dirty="0"/>
              <a:t> size </a:t>
            </a:r>
            <a:r>
              <a:rPr lang="en-US" sz="2400" dirty="0" err="1"/>
              <a:t>mahsussa</a:t>
            </a:r>
            <a:r>
              <a:rPr lang="en-US" sz="2400" dirty="0"/>
              <a:t>, o zaman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doğru</a:t>
            </a:r>
            <a:r>
              <a:rPr lang="en-US" sz="2400" dirty="0"/>
              <a:t> </a:t>
            </a:r>
            <a:r>
              <a:rPr lang="en-US" sz="2400" dirty="0" err="1"/>
              <a:t>söylüyorsanız</a:t>
            </a:r>
            <a:r>
              <a:rPr lang="en-US" sz="2400" dirty="0"/>
              <a:t>, </a:t>
            </a:r>
            <a:r>
              <a:rPr lang="en-US" sz="2400" dirty="0" err="1"/>
              <a:t>ölümü</a:t>
            </a:r>
            <a:r>
              <a:rPr lang="en-US" sz="2400" dirty="0"/>
              <a:t> </a:t>
            </a:r>
            <a:r>
              <a:rPr lang="en-US" sz="2400" dirty="0" err="1"/>
              <a:t>temenni</a:t>
            </a:r>
            <a:r>
              <a:rPr lang="en-US" sz="2400" dirty="0"/>
              <a:t> </a:t>
            </a:r>
            <a:r>
              <a:rPr lang="en-US" sz="2400" dirty="0" err="1"/>
              <a:t>edin</a:t>
            </a:r>
            <a:r>
              <a:rPr lang="en-US" sz="2400" dirty="0"/>
              <a:t>.’”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ayet,ölümden</a:t>
            </a:r>
            <a:r>
              <a:rPr lang="en-US" sz="2400" dirty="0"/>
              <a:t> </a:t>
            </a:r>
            <a:r>
              <a:rPr lang="en-US" sz="2400" dirty="0" err="1"/>
              <a:t>korkan</a:t>
            </a:r>
            <a:r>
              <a:rPr lang="en-US" sz="2400" dirty="0"/>
              <a:t> ama </a:t>
            </a:r>
            <a:r>
              <a:rPr lang="en-US" sz="2400" dirty="0" err="1"/>
              <a:t>cennet</a:t>
            </a:r>
            <a:r>
              <a:rPr lang="en-US" sz="2400" dirty="0"/>
              <a:t> </a:t>
            </a:r>
            <a:r>
              <a:rPr lang="en-US" sz="2400" dirty="0" err="1"/>
              <a:t>iddiasında</a:t>
            </a:r>
            <a:r>
              <a:rPr lang="en-US" sz="2400" dirty="0"/>
              <a:t> </a:t>
            </a:r>
            <a:r>
              <a:rPr lang="en-US" sz="2400" dirty="0" err="1"/>
              <a:t>bulunan</a:t>
            </a:r>
            <a:r>
              <a:rPr lang="en-US" sz="2400" dirty="0"/>
              <a:t> ego </a:t>
            </a:r>
            <a:r>
              <a:rPr lang="en-US" sz="2400" dirty="0" err="1"/>
              <a:t>bilincini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eder.Diyorlar</a:t>
            </a:r>
            <a:r>
              <a:rPr lang="en-US" sz="2400" dirty="0"/>
              <a:t> ki: “Cennet </a:t>
            </a:r>
            <a:r>
              <a:rPr lang="en-US" sz="2400" dirty="0" err="1"/>
              <a:t>bizim</a:t>
            </a:r>
            <a:r>
              <a:rPr lang="en-US" sz="2400" dirty="0"/>
              <a:t>.”Allah da </a:t>
            </a:r>
            <a:r>
              <a:rPr lang="en-US" sz="2400" dirty="0" err="1"/>
              <a:t>diyor</a:t>
            </a:r>
            <a:r>
              <a:rPr lang="en-US" sz="2400" dirty="0"/>
              <a:t> </a:t>
            </a:r>
            <a:r>
              <a:rPr lang="en-US" sz="2400" dirty="0" err="1"/>
              <a:t>ki:“O</a:t>
            </a:r>
            <a:r>
              <a:rPr lang="en-US" sz="2400" dirty="0"/>
              <a:t> zaman </a:t>
            </a:r>
            <a:r>
              <a:rPr lang="en-US" sz="2400" dirty="0" err="1"/>
              <a:t>ölümü</a:t>
            </a:r>
            <a:r>
              <a:rPr lang="en-US" sz="2400" dirty="0"/>
              <a:t> </a:t>
            </a:r>
            <a:r>
              <a:rPr lang="en-US" sz="2400" dirty="0" err="1"/>
              <a:t>çağırın</a:t>
            </a:r>
            <a:r>
              <a:rPr lang="en-US" sz="2400" dirty="0"/>
              <a:t>.”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edemezler.Çünkü:Ego</a:t>
            </a:r>
            <a:r>
              <a:rPr lang="en-US" sz="2400" dirty="0"/>
              <a:t> </a:t>
            </a:r>
            <a:r>
              <a:rPr lang="en-US" sz="2400" dirty="0" err="1"/>
              <a:t>sonsuzluğu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kontrolü</a:t>
            </a:r>
            <a:r>
              <a:rPr lang="en-US" sz="2400" dirty="0"/>
              <a:t> sever. </a:t>
            </a:r>
            <a:r>
              <a:rPr lang="en-US" sz="2400" dirty="0" err="1"/>
              <a:t>Ölüm</a:t>
            </a:r>
            <a:r>
              <a:rPr lang="en-US" sz="2400" dirty="0"/>
              <a:t> = </a:t>
            </a:r>
            <a:r>
              <a:rPr lang="en-US" sz="2400" dirty="0" err="1"/>
              <a:t>Kontrolsüzlük</a:t>
            </a:r>
            <a:r>
              <a:rPr lang="en-US" sz="2400" dirty="0"/>
              <a:t> =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sıçraması</a:t>
            </a:r>
            <a:r>
              <a:rPr lang="en-US" sz="2400" dirty="0"/>
              <a:t> = Var </a:t>
            </a:r>
            <a:r>
              <a:rPr lang="en-US" sz="2400" dirty="0" err="1"/>
              <a:t>olanın</a:t>
            </a:r>
            <a:r>
              <a:rPr lang="en-US" sz="2400" dirty="0"/>
              <a:t> </a:t>
            </a:r>
            <a:r>
              <a:rPr lang="en-US" sz="2400" dirty="0" err="1"/>
              <a:t>çözülmesi</a:t>
            </a:r>
            <a:r>
              <a:rPr lang="en-US" sz="2400" dirty="0"/>
              <a:t> 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ruhuna</a:t>
            </a:r>
            <a:r>
              <a:rPr lang="en-US" sz="2400" dirty="0"/>
              <a:t> </a:t>
            </a:r>
            <a:r>
              <a:rPr lang="en-US" sz="2400" dirty="0" err="1"/>
              <a:t>güveniyor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yaşamı</a:t>
            </a:r>
            <a:r>
              <a:rPr lang="en-US" sz="2400" dirty="0"/>
              <a:t> </a:t>
            </a:r>
            <a:r>
              <a:rPr lang="en-US" sz="2400" dirty="0" err="1"/>
              <a:t>tutmaya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çalışıyorsun</a:t>
            </a:r>
            <a:r>
              <a:rPr lang="en-US" sz="2400" dirty="0"/>
              <a:t>?” </a:t>
            </a:r>
            <a:endParaRPr lang="en-TR" sz="2400" dirty="0"/>
          </a:p>
          <a:p>
            <a:endParaRPr lang="en-US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388745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6B07E73-9FE1-5893-3EE7-1F8363E854C2}"/>
              </a:ext>
            </a:extLst>
          </p:cNvPr>
          <p:cNvSpPr txBox="1"/>
          <p:nvPr/>
        </p:nvSpPr>
        <p:spPr>
          <a:xfrm>
            <a:off x="0" y="0"/>
            <a:ext cx="6960870" cy="13295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95.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Fakat</a:t>
            </a:r>
            <a:r>
              <a:rPr lang="en-US" sz="2400" dirty="0"/>
              <a:t> </a:t>
            </a:r>
            <a:r>
              <a:rPr lang="en-US" sz="2400" dirty="0" err="1"/>
              <a:t>işledikleri</a:t>
            </a:r>
            <a:r>
              <a:rPr lang="en-US" sz="2400" dirty="0"/>
              <a:t> </a:t>
            </a:r>
            <a:r>
              <a:rPr lang="en-US" sz="2400" dirty="0" err="1"/>
              <a:t>günahlar</a:t>
            </a:r>
            <a:r>
              <a:rPr lang="en-US" sz="2400" dirty="0"/>
              <a:t> </a:t>
            </a:r>
            <a:r>
              <a:rPr lang="en-US" sz="2400" dirty="0" err="1"/>
              <a:t>yüzünden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(</a:t>
            </a:r>
            <a:r>
              <a:rPr lang="en-US" sz="2400" dirty="0" err="1"/>
              <a:t>ölümü</a:t>
            </a:r>
            <a:r>
              <a:rPr lang="en-US" sz="2400" dirty="0"/>
              <a:t>) </a:t>
            </a:r>
            <a:r>
              <a:rPr lang="en-US" sz="2400" dirty="0" err="1"/>
              <a:t>asla</a:t>
            </a:r>
            <a:r>
              <a:rPr lang="en-US" sz="2400" dirty="0"/>
              <a:t> </a:t>
            </a:r>
            <a:r>
              <a:rPr lang="en-US" sz="2400" dirty="0" err="1"/>
              <a:t>temenni</a:t>
            </a:r>
            <a:r>
              <a:rPr lang="en-US" sz="2400" dirty="0"/>
              <a:t> </a:t>
            </a:r>
            <a:r>
              <a:rPr lang="en-US" sz="2400" dirty="0" err="1"/>
              <a:t>etmezler</a:t>
            </a:r>
            <a:r>
              <a:rPr lang="en-US" sz="2400" dirty="0"/>
              <a:t>. Allah </a:t>
            </a:r>
            <a:r>
              <a:rPr lang="en-US" sz="2400" dirty="0" err="1"/>
              <a:t>zalimleri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iyi </a:t>
            </a:r>
            <a:r>
              <a:rPr lang="en-US" sz="2400" dirty="0" err="1"/>
              <a:t>bilmektedir</a:t>
            </a:r>
            <a:r>
              <a:rPr lang="en-US" sz="2400" dirty="0"/>
              <a:t>.”</a:t>
            </a:r>
          </a:p>
          <a:p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 err="1"/>
              <a:t>Burada</a:t>
            </a:r>
            <a:r>
              <a:rPr lang="en-US" sz="2400" dirty="0"/>
              <a:t> “</a:t>
            </a:r>
            <a:r>
              <a:rPr lang="en-US" sz="2400" dirty="0" err="1"/>
              <a:t>günah</a:t>
            </a:r>
            <a:r>
              <a:rPr lang="en-US" sz="2400" dirty="0"/>
              <a:t>”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eylem</a:t>
            </a:r>
            <a:r>
              <a:rPr lang="en-US" sz="2400" dirty="0"/>
              <a:t> </a:t>
            </a:r>
            <a:r>
              <a:rPr lang="en-US" sz="2400" dirty="0" err="1"/>
              <a:t>değil,bilinç</a:t>
            </a:r>
            <a:r>
              <a:rPr lang="en-US" sz="2400" dirty="0"/>
              <a:t> </a:t>
            </a:r>
            <a:r>
              <a:rPr lang="en-US" sz="2400" dirty="0" err="1"/>
              <a:t>sapmasıdır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Yani:Gerçekle</a:t>
            </a:r>
            <a:r>
              <a:rPr lang="en-US" sz="2400" dirty="0"/>
              <a:t> </a:t>
            </a:r>
            <a:r>
              <a:rPr lang="en-US" sz="2400" dirty="0" err="1"/>
              <a:t>yüzleşmemek</a:t>
            </a:r>
            <a:r>
              <a:rPr lang="tr-TR" sz="2400" dirty="0"/>
              <a:t>.</a:t>
            </a:r>
            <a:r>
              <a:rPr lang="en-US" sz="2400" dirty="0" err="1"/>
              <a:t>Hakikatten</a:t>
            </a:r>
            <a:r>
              <a:rPr lang="en-US" sz="2400" dirty="0"/>
              <a:t> </a:t>
            </a:r>
            <a:r>
              <a:rPr lang="en-US" sz="2400" dirty="0" err="1"/>
              <a:t>kaçmak</a:t>
            </a:r>
            <a:endParaRPr lang="en-US" sz="2400" dirty="0"/>
          </a:p>
          <a:p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unutturacak</a:t>
            </a:r>
            <a:r>
              <a:rPr lang="en-US" sz="2400" dirty="0"/>
              <a:t> </a:t>
            </a:r>
            <a:r>
              <a:rPr lang="en-US" sz="2400" dirty="0" err="1"/>
              <a:t>şekilde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der:“Sen</a:t>
            </a:r>
            <a:r>
              <a:rPr lang="en-US" sz="2400" dirty="0"/>
              <a:t>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içten</a:t>
            </a:r>
            <a:r>
              <a:rPr lang="en-US" sz="2400" dirty="0"/>
              <a:t> </a:t>
            </a:r>
            <a:r>
              <a:rPr lang="en-US" sz="2400" dirty="0" err="1"/>
              <a:t>içe</a:t>
            </a:r>
            <a:r>
              <a:rPr lang="en-US" sz="2400" dirty="0"/>
              <a:t> </a:t>
            </a:r>
            <a:r>
              <a:rPr lang="en-US" sz="2400" dirty="0" err="1"/>
              <a:t>bilirsin</a:t>
            </a:r>
            <a:r>
              <a:rPr lang="en-US" sz="2400" dirty="0"/>
              <a:t>: Hangi </a:t>
            </a:r>
            <a:r>
              <a:rPr lang="en-US" sz="2400" dirty="0" err="1"/>
              <a:t>frekansta</a:t>
            </a:r>
            <a:r>
              <a:rPr lang="en-US" sz="2400" dirty="0"/>
              <a:t> </a:t>
            </a:r>
            <a:r>
              <a:rPr lang="en-US" sz="2400" dirty="0" err="1"/>
              <a:t>yaşadığını</a:t>
            </a:r>
            <a:r>
              <a:rPr lang="en-US" sz="2400" dirty="0"/>
              <a:t>… Ve o </a:t>
            </a:r>
            <a:r>
              <a:rPr lang="en-US" sz="2400" dirty="0" err="1"/>
              <a:t>yüzden</a:t>
            </a:r>
            <a:r>
              <a:rPr lang="en-US" sz="2400" dirty="0"/>
              <a:t>, </a:t>
            </a:r>
            <a:r>
              <a:rPr lang="en-US" sz="2400" dirty="0" err="1"/>
              <a:t>çözülmeyi</a:t>
            </a:r>
            <a:r>
              <a:rPr lang="en-US" sz="2400" dirty="0"/>
              <a:t> (</a:t>
            </a:r>
            <a:r>
              <a:rPr lang="en-US" sz="2400" dirty="0" err="1"/>
              <a:t>ölümü</a:t>
            </a:r>
            <a:r>
              <a:rPr lang="en-US" sz="2400" dirty="0"/>
              <a:t>) </a:t>
            </a:r>
            <a:r>
              <a:rPr lang="en-US" sz="2400" dirty="0" err="1"/>
              <a:t>çağırmazsın</a:t>
            </a:r>
            <a:r>
              <a:rPr lang="en-US" sz="2400" dirty="0"/>
              <a:t>.”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korktuğun</a:t>
            </a:r>
            <a:r>
              <a:rPr lang="en-US" sz="2400" dirty="0"/>
              <a:t> </a:t>
            </a:r>
            <a:r>
              <a:rPr lang="en-US" sz="2400" dirty="0" err="1"/>
              <a:t>ölüm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ölümde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bekleyen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çıplak</a:t>
            </a:r>
            <a:r>
              <a:rPr lang="en-US" sz="2400" dirty="0"/>
              <a:t> </a:t>
            </a:r>
            <a:r>
              <a:rPr lang="en-US" sz="2400" dirty="0" err="1"/>
              <a:t>benliğindir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96.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Andolsun</a:t>
            </a:r>
            <a:r>
              <a:rPr lang="en-US" sz="2400" dirty="0"/>
              <a:t>, </a:t>
            </a:r>
            <a:r>
              <a:rPr lang="en-US" sz="2400" dirty="0" err="1"/>
              <a:t>onları</a:t>
            </a:r>
            <a:r>
              <a:rPr lang="en-US" sz="2400" dirty="0"/>
              <a:t> </a:t>
            </a:r>
            <a:r>
              <a:rPr lang="en-US" sz="2400" dirty="0" err="1"/>
              <a:t>insanların</a:t>
            </a:r>
            <a:r>
              <a:rPr lang="en-US" sz="2400" dirty="0"/>
              <a:t> </a:t>
            </a:r>
            <a:r>
              <a:rPr lang="en-US" sz="2400" dirty="0" err="1"/>
              <a:t>yaşamaya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düşkünü</a:t>
            </a:r>
            <a:r>
              <a:rPr lang="en-US" sz="2400" dirty="0"/>
              <a:t>, </a:t>
            </a:r>
            <a:r>
              <a:rPr lang="en-US" sz="2400" dirty="0" err="1"/>
              <a:t>hatta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ortak</a:t>
            </a:r>
            <a:r>
              <a:rPr lang="en-US" sz="2400" dirty="0"/>
              <a:t> </a:t>
            </a:r>
            <a:r>
              <a:rPr lang="en-US" sz="2400" dirty="0" err="1"/>
              <a:t>koşanlardan</a:t>
            </a:r>
            <a:r>
              <a:rPr lang="en-US" sz="2400" dirty="0"/>
              <a:t> (</a:t>
            </a:r>
            <a:r>
              <a:rPr lang="en-US" sz="2400" dirty="0" err="1"/>
              <a:t>müşriklerden</a:t>
            </a:r>
            <a:r>
              <a:rPr lang="en-US" sz="2400" dirty="0"/>
              <a:t>)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hırslı</a:t>
            </a:r>
            <a:r>
              <a:rPr lang="en-US" sz="2400" dirty="0"/>
              <a:t> </a:t>
            </a:r>
            <a:r>
              <a:rPr lang="en-US" sz="2400" dirty="0" err="1"/>
              <a:t>bulursun</a:t>
            </a:r>
            <a:r>
              <a:rPr lang="en-US" sz="2400" dirty="0"/>
              <a:t>. </a:t>
            </a:r>
            <a:r>
              <a:rPr lang="en-US" sz="2400" dirty="0" err="1"/>
              <a:t>Onlardan</a:t>
            </a:r>
            <a:r>
              <a:rPr lang="en-US" sz="2400" dirty="0"/>
              <a:t> her </a:t>
            </a:r>
            <a:r>
              <a:rPr lang="en-US" sz="2400" dirty="0" err="1"/>
              <a:t>biri</a:t>
            </a:r>
            <a:r>
              <a:rPr lang="en-US" sz="2400" dirty="0"/>
              <a:t>, bin </a:t>
            </a:r>
            <a:r>
              <a:rPr lang="en-US" sz="2400" dirty="0" err="1"/>
              <a:t>yıl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r>
              <a:rPr lang="en-US" sz="2400" dirty="0"/>
              <a:t> </a:t>
            </a:r>
            <a:r>
              <a:rPr lang="en-US" sz="2400" dirty="0" err="1"/>
              <a:t>ister</a:t>
            </a:r>
            <a:r>
              <a:rPr lang="en-US" sz="2400" dirty="0"/>
              <a:t>. </a:t>
            </a:r>
            <a:r>
              <a:rPr lang="en-US" sz="2400" dirty="0" err="1"/>
              <a:t>Oysa</a:t>
            </a:r>
            <a:r>
              <a:rPr lang="en-US" sz="2400" dirty="0"/>
              <a:t> </a:t>
            </a:r>
            <a:r>
              <a:rPr lang="en-US" sz="2400" dirty="0" err="1"/>
              <a:t>uzun</a:t>
            </a:r>
            <a:r>
              <a:rPr lang="en-US" sz="2400" dirty="0"/>
              <a:t> </a:t>
            </a:r>
            <a:r>
              <a:rPr lang="en-US" sz="2400" dirty="0" err="1"/>
              <a:t>ömür</a:t>
            </a:r>
            <a:r>
              <a:rPr lang="en-US" sz="2400" dirty="0"/>
              <a:t>,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azaptan</a:t>
            </a:r>
            <a:r>
              <a:rPr lang="en-US" sz="2400" dirty="0"/>
              <a:t> </a:t>
            </a:r>
            <a:r>
              <a:rPr lang="en-US" sz="2400" dirty="0" err="1"/>
              <a:t>uzaklaştırmaz</a:t>
            </a:r>
            <a:r>
              <a:rPr lang="en-US" sz="2400" dirty="0"/>
              <a:t>. Allah,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yaptıklarını</a:t>
            </a:r>
            <a:r>
              <a:rPr lang="en-US" sz="2400" dirty="0"/>
              <a:t> </a:t>
            </a:r>
            <a:r>
              <a:rPr lang="en-US" sz="2400" dirty="0" err="1"/>
              <a:t>görmektedir</a:t>
            </a:r>
            <a:r>
              <a:rPr lang="en-US" sz="2400" dirty="0"/>
              <a:t>.”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ayet,zihinle</a:t>
            </a:r>
            <a:r>
              <a:rPr lang="en-US" sz="2400" dirty="0"/>
              <a:t> </a:t>
            </a:r>
            <a:r>
              <a:rPr lang="en-US" sz="2400" dirty="0" err="1"/>
              <a:t>sonsuzluğu</a:t>
            </a:r>
            <a:r>
              <a:rPr lang="en-US" sz="2400" dirty="0"/>
              <a:t> </a:t>
            </a:r>
            <a:r>
              <a:rPr lang="en-US" sz="2400" dirty="0" err="1"/>
              <a:t>yakalamaya</a:t>
            </a:r>
            <a:r>
              <a:rPr lang="en-US" sz="2400" dirty="0"/>
              <a:t> </a:t>
            </a:r>
            <a:r>
              <a:rPr lang="en-US" sz="2400" dirty="0" err="1"/>
              <a:t>çalışan</a:t>
            </a:r>
            <a:r>
              <a:rPr lang="en-US" sz="2400" dirty="0"/>
              <a:t> </a:t>
            </a:r>
            <a:r>
              <a:rPr lang="en-US" sz="2400" dirty="0" err="1"/>
              <a:t>benliğe</a:t>
            </a:r>
            <a:r>
              <a:rPr lang="en-US" sz="2400" dirty="0"/>
              <a:t> </a:t>
            </a:r>
            <a:r>
              <a:rPr lang="en-US" sz="2400" dirty="0" err="1"/>
              <a:t>mesajdır</a:t>
            </a:r>
            <a:r>
              <a:rPr lang="en-US" sz="2400" dirty="0"/>
              <a:t>.“Bin </a:t>
            </a:r>
            <a:r>
              <a:rPr lang="en-US" sz="2400" dirty="0" err="1"/>
              <a:t>yıl</a:t>
            </a:r>
            <a:r>
              <a:rPr lang="en-US" sz="2400" dirty="0"/>
              <a:t> </a:t>
            </a:r>
            <a:r>
              <a:rPr lang="en-US" sz="2400" dirty="0" err="1"/>
              <a:t>yaşamak</a:t>
            </a:r>
            <a:r>
              <a:rPr lang="en-US" sz="2400" dirty="0"/>
              <a:t> </a:t>
            </a:r>
            <a:r>
              <a:rPr lang="en-US" sz="2400" dirty="0" err="1"/>
              <a:t>istemek</a:t>
            </a:r>
            <a:r>
              <a:rPr lang="en-US" sz="2400" dirty="0"/>
              <a:t>” =</a:t>
            </a:r>
            <a:r>
              <a:rPr lang="en-US" sz="2400" dirty="0" err="1"/>
              <a:t>Ölümü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yaşamı</a:t>
            </a:r>
            <a:r>
              <a:rPr lang="en-US" sz="2400" dirty="0"/>
              <a:t> </a:t>
            </a:r>
            <a:r>
              <a:rPr lang="en-US" sz="2400" dirty="0" err="1"/>
              <a:t>uzatmaya</a:t>
            </a:r>
            <a:r>
              <a:rPr lang="en-US" sz="2400" dirty="0"/>
              <a:t> </a:t>
            </a:r>
            <a:r>
              <a:rPr lang="en-US" sz="2400" dirty="0" err="1"/>
              <a:t>çalışmak</a:t>
            </a:r>
            <a:r>
              <a:rPr lang="tr-TR" sz="2400" dirty="0"/>
              <a:t> </a:t>
            </a:r>
            <a:r>
              <a:rPr lang="en-US" sz="2400" dirty="0"/>
              <a:t>Ama </a:t>
            </a:r>
            <a:r>
              <a:rPr lang="en-US" sz="2400" dirty="0" err="1"/>
              <a:t>sorun</a:t>
            </a:r>
            <a:r>
              <a:rPr lang="en-US" sz="2400" dirty="0"/>
              <a:t> </a:t>
            </a:r>
            <a:r>
              <a:rPr lang="en-US" sz="2400" dirty="0" err="1"/>
              <a:t>şu</a:t>
            </a:r>
            <a:r>
              <a:rPr lang="en-US" sz="2400" dirty="0"/>
              <a:t>:</a:t>
            </a:r>
          </a:p>
          <a:p>
            <a:r>
              <a:rPr lang="en-US" sz="2400" dirty="0"/>
              <a:t>Uzun </a:t>
            </a:r>
            <a:r>
              <a:rPr lang="en-US" sz="2400" dirty="0" err="1"/>
              <a:t>ömür</a:t>
            </a:r>
            <a:r>
              <a:rPr lang="en-US" sz="2400" dirty="0"/>
              <a:t>, </a:t>
            </a:r>
            <a:r>
              <a:rPr lang="en-US" sz="2400" dirty="0" err="1"/>
              <a:t>düşük</a:t>
            </a:r>
            <a:r>
              <a:rPr lang="en-US" sz="2400" dirty="0"/>
              <a:t> </a:t>
            </a:r>
            <a:r>
              <a:rPr lang="en-US" sz="2400" dirty="0" err="1"/>
              <a:t>frekansla</a:t>
            </a:r>
            <a:r>
              <a:rPr lang="en-US" sz="2400" dirty="0"/>
              <a:t> </a:t>
            </a:r>
            <a:r>
              <a:rPr lang="en-US" sz="2400" dirty="0" err="1"/>
              <a:t>yaşandığında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cehennemi</a:t>
            </a:r>
            <a:r>
              <a:rPr lang="en-US" sz="2400" dirty="0"/>
              <a:t> </a:t>
            </a:r>
            <a:r>
              <a:rPr lang="en-US" sz="2400" dirty="0" err="1"/>
              <a:t>uzatır</a:t>
            </a:r>
            <a:r>
              <a:rPr lang="en-US" sz="2400" dirty="0"/>
              <a:t>. 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 “</a:t>
            </a:r>
            <a:r>
              <a:rPr lang="en-US" sz="2400" dirty="0" err="1"/>
              <a:t>Sonsuzluğu</a:t>
            </a:r>
            <a:r>
              <a:rPr lang="en-US" sz="2400" dirty="0"/>
              <a:t> </a:t>
            </a:r>
            <a:r>
              <a:rPr lang="en-US" sz="2400" dirty="0" err="1"/>
              <a:t>yaşamda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frekansta</a:t>
            </a:r>
            <a:r>
              <a:rPr lang="en-US" sz="2400" dirty="0"/>
              <a:t> </a:t>
            </a:r>
            <a:r>
              <a:rPr lang="en-US" sz="2400" dirty="0" err="1"/>
              <a:t>ara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bin </a:t>
            </a:r>
            <a:r>
              <a:rPr lang="en-US" sz="2400" dirty="0" err="1"/>
              <a:t>yıl</a:t>
            </a:r>
            <a:r>
              <a:rPr lang="en-US" sz="2400" dirty="0"/>
              <a:t> </a:t>
            </a:r>
            <a:r>
              <a:rPr lang="en-US" sz="2400" dirty="0" err="1"/>
              <a:t>süren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karanlık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anlık</a:t>
            </a:r>
            <a:r>
              <a:rPr lang="en-US" sz="2400" dirty="0"/>
              <a:t> </a:t>
            </a:r>
            <a:r>
              <a:rPr lang="en-US" sz="2400" dirty="0" err="1"/>
              <a:t>ışıktan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azdır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son </a:t>
            </a:r>
            <a:r>
              <a:rPr lang="en-US" sz="2400" dirty="0" err="1"/>
              <a:t>cümle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</a:t>
            </a:r>
          </a:p>
          <a:p>
            <a:r>
              <a:rPr lang="en-US" sz="2400" dirty="0"/>
              <a:t>“Allah, ne </a:t>
            </a:r>
            <a:r>
              <a:rPr lang="en-US" sz="2400" dirty="0" err="1"/>
              <a:t>yaptığını</a:t>
            </a:r>
            <a:r>
              <a:rPr lang="en-US" sz="2400" dirty="0"/>
              <a:t> </a:t>
            </a:r>
            <a:r>
              <a:rPr lang="en-US" sz="2400" dirty="0" err="1"/>
              <a:t>görür</a:t>
            </a:r>
            <a:r>
              <a:rPr lang="en-US" sz="2400" dirty="0"/>
              <a:t>.” Yani: Senin </a:t>
            </a:r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seçimlerin</a:t>
            </a:r>
            <a:r>
              <a:rPr lang="en-US" sz="2400" dirty="0"/>
              <a:t>, </a:t>
            </a:r>
            <a:r>
              <a:rPr lang="en-US" sz="2400" dirty="0" err="1"/>
              <a:t>evrenin</a:t>
            </a:r>
            <a:r>
              <a:rPr lang="en-US" sz="2400" dirty="0"/>
              <a:t> </a:t>
            </a:r>
            <a:r>
              <a:rPr lang="en-US" sz="2400" dirty="0" err="1"/>
              <a:t>kaydındadır</a:t>
            </a:r>
            <a:r>
              <a:rPr lang="en-US" sz="2400" dirty="0"/>
              <a:t>. </a:t>
            </a:r>
            <a:endParaRPr lang="en-TR" sz="2400" dirty="0"/>
          </a:p>
          <a:p>
            <a:br>
              <a:rPr lang="en-US" sz="2400" dirty="0"/>
            </a:br>
            <a:endParaRPr lang="en-US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775331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B81E423-D8FD-6BCE-E2B5-FCC1EF80F4A9}"/>
              </a:ext>
            </a:extLst>
          </p:cNvPr>
          <p:cNvSpPr txBox="1"/>
          <p:nvPr/>
        </p:nvSpPr>
        <p:spPr>
          <a:xfrm>
            <a:off x="0" y="0"/>
            <a:ext cx="6858000" cy="1181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ayette</a:t>
            </a:r>
            <a:r>
              <a:rPr lang="en-US" sz="2400" dirty="0"/>
              <a:t>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 </a:t>
            </a:r>
            <a:r>
              <a:rPr lang="en-US" sz="2400" dirty="0" err="1"/>
              <a:t>Sonsuzluğa</a:t>
            </a:r>
            <a:r>
              <a:rPr lang="en-US" sz="2400" dirty="0"/>
              <a:t> </a:t>
            </a:r>
            <a:r>
              <a:rPr lang="en-US" sz="2400" dirty="0" err="1"/>
              <a:t>güveniyor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yaşamı</a:t>
            </a:r>
            <a:r>
              <a:rPr lang="en-US" sz="2400" dirty="0"/>
              <a:t> </a:t>
            </a:r>
            <a:r>
              <a:rPr lang="en-US" sz="2400" dirty="0" err="1"/>
              <a:t>uzatmak</a:t>
            </a:r>
            <a:r>
              <a:rPr lang="en-US" sz="2400" dirty="0"/>
              <a:t> </a:t>
            </a:r>
            <a:r>
              <a:rPr lang="en-US" sz="2400" dirty="0" err="1"/>
              <a:t>mı</a:t>
            </a:r>
            <a:r>
              <a:rPr lang="en-US" sz="2400" dirty="0"/>
              <a:t> </a:t>
            </a:r>
            <a:r>
              <a:rPr lang="en-US" sz="2400" dirty="0" err="1"/>
              <a:t>istiyorsun</a:t>
            </a:r>
            <a:r>
              <a:rPr lang="en-US" sz="2400" dirty="0"/>
              <a:t>? </a:t>
            </a:r>
            <a:r>
              <a:rPr lang="en-US" sz="2400" dirty="0" err="1"/>
              <a:t>Ölüm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bitiş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geçiş</a:t>
            </a:r>
            <a:r>
              <a:rPr lang="en-US" sz="2400" dirty="0"/>
              <a:t> mi?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Gerçekten</a:t>
            </a:r>
            <a:r>
              <a:rPr lang="en-US" sz="2400" dirty="0"/>
              <a:t> </a:t>
            </a:r>
            <a:r>
              <a:rPr lang="en-US" sz="2400" dirty="0" err="1"/>
              <a:t>inanan</a:t>
            </a:r>
            <a:r>
              <a:rPr lang="en-US" sz="2400" dirty="0"/>
              <a:t>, </a:t>
            </a:r>
            <a:r>
              <a:rPr lang="en-US" sz="2400" dirty="0" err="1"/>
              <a:t>ölmekten</a:t>
            </a:r>
            <a:r>
              <a:rPr lang="en-US" sz="2400" dirty="0"/>
              <a:t> </a:t>
            </a:r>
            <a:r>
              <a:rPr lang="en-US" sz="2400" dirty="0" err="1"/>
              <a:t>korkmaz</a:t>
            </a:r>
            <a:r>
              <a:rPr lang="en-US" sz="2400" dirty="0"/>
              <a:t>…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bilir</a:t>
            </a:r>
            <a:r>
              <a:rPr lang="en-US" sz="2400" dirty="0"/>
              <a:t> ki, </a:t>
            </a:r>
            <a:r>
              <a:rPr lang="en-US" sz="2400" dirty="0" err="1"/>
              <a:t>ölüm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eşiğin</a:t>
            </a:r>
            <a:r>
              <a:rPr lang="en-US" sz="2400" dirty="0"/>
              <a:t> </a:t>
            </a:r>
            <a:r>
              <a:rPr lang="en-US" sz="2400" dirty="0" err="1"/>
              <a:t>adıdır</a:t>
            </a:r>
            <a:r>
              <a:rPr lang="en-US" sz="2400" dirty="0"/>
              <a:t>. Ve o </a:t>
            </a:r>
            <a:r>
              <a:rPr lang="en-US" sz="2400" dirty="0" err="1"/>
              <a:t>eşikte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yine</a:t>
            </a:r>
            <a:r>
              <a:rPr lang="en-US" sz="2400" dirty="0"/>
              <a:t> BEN </a:t>
            </a:r>
            <a:r>
              <a:rPr lang="en-US" sz="2400" dirty="0" err="1"/>
              <a:t>karşılarım</a:t>
            </a:r>
            <a:r>
              <a:rPr lang="en-US" sz="2400" dirty="0"/>
              <a:t>.”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97–98</a:t>
            </a:r>
            <a:endParaRPr lang="tr-TR" sz="2400" b="1" dirty="0"/>
          </a:p>
          <a:p>
            <a:pPr marL="0" indent="0">
              <a:buNone/>
            </a:pP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Cebrail’i</a:t>
            </a:r>
            <a:r>
              <a:rPr lang="en-US" sz="2400" dirty="0"/>
              <a:t> </a:t>
            </a:r>
            <a:r>
              <a:rPr lang="en-US" sz="2400" dirty="0" err="1"/>
              <a:t>Reddetmek</a:t>
            </a:r>
            <a:r>
              <a:rPr lang="en-US" sz="2400" dirty="0"/>
              <a:t>, </a:t>
            </a:r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Rehberini</a:t>
            </a:r>
            <a:r>
              <a:rPr lang="en-US" sz="2400" dirty="0"/>
              <a:t> </a:t>
            </a:r>
            <a:r>
              <a:rPr lang="en-US" sz="2400" dirty="0" err="1"/>
              <a:t>Susturmaktır</a:t>
            </a:r>
            <a:r>
              <a:rPr lang="en-US" sz="2400" dirty="0"/>
              <a:t>” Işık Sana </a:t>
            </a:r>
            <a:r>
              <a:rPr lang="en-US" sz="2400" dirty="0" err="1"/>
              <a:t>Geliyorsa</a:t>
            </a:r>
            <a:r>
              <a:rPr lang="en-US" sz="2400" dirty="0"/>
              <a:t>, Onu </a:t>
            </a:r>
            <a:r>
              <a:rPr lang="en-US" sz="2400" dirty="0" err="1"/>
              <a:t>Taşıyanla</a:t>
            </a:r>
            <a:r>
              <a:rPr lang="en-US" sz="2400" dirty="0"/>
              <a:t> </a:t>
            </a:r>
            <a:r>
              <a:rPr lang="en-US" sz="2400" dirty="0" err="1"/>
              <a:t>Savaşma</a:t>
            </a:r>
            <a:r>
              <a:rPr lang="en-US" sz="2400" dirty="0"/>
              <a:t>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97.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“De ki: </a:t>
            </a:r>
            <a:r>
              <a:rPr lang="en-US" sz="2400" dirty="0" err="1"/>
              <a:t>Cebrail’e</a:t>
            </a:r>
            <a:r>
              <a:rPr lang="en-US" sz="2400" dirty="0"/>
              <a:t>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düşmansa</a:t>
            </a:r>
            <a:r>
              <a:rPr lang="en-US" sz="2400" dirty="0"/>
              <a:t>, </a:t>
            </a:r>
            <a:r>
              <a:rPr lang="en-US" sz="2400" dirty="0" err="1"/>
              <a:t>bilsin</a:t>
            </a:r>
            <a:r>
              <a:rPr lang="en-US" sz="2400" dirty="0"/>
              <a:t> ki o,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izniyle</a:t>
            </a:r>
            <a:r>
              <a:rPr lang="en-US" sz="2400" dirty="0"/>
              <a:t> </a:t>
            </a:r>
            <a:r>
              <a:rPr lang="en-US" sz="2400" dirty="0" err="1"/>
              <a:t>Kur’an’ı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kalbine</a:t>
            </a:r>
            <a:r>
              <a:rPr lang="en-US" sz="2400" dirty="0"/>
              <a:t> </a:t>
            </a:r>
            <a:r>
              <a:rPr lang="en-US" sz="2400" dirty="0" err="1"/>
              <a:t>indirmiştir</a:t>
            </a:r>
            <a:r>
              <a:rPr lang="en-US" sz="2400" dirty="0"/>
              <a:t>. </a:t>
            </a:r>
            <a:r>
              <a:rPr lang="en-US" sz="2400" dirty="0" err="1"/>
              <a:t>Önceki</a:t>
            </a:r>
            <a:r>
              <a:rPr lang="en-US" sz="2400" dirty="0"/>
              <a:t> </a:t>
            </a:r>
            <a:r>
              <a:rPr lang="en-US" sz="2400" dirty="0" err="1"/>
              <a:t>kitapları</a:t>
            </a:r>
            <a:r>
              <a:rPr lang="en-US" sz="2400" dirty="0"/>
              <a:t> </a:t>
            </a:r>
            <a:r>
              <a:rPr lang="en-US" sz="2400" dirty="0" err="1"/>
              <a:t>doğrulayıcı</a:t>
            </a:r>
            <a:r>
              <a:rPr lang="en-US" sz="2400" dirty="0"/>
              <a:t>, </a:t>
            </a:r>
            <a:r>
              <a:rPr lang="en-US" sz="2400" dirty="0" err="1"/>
              <a:t>inananlara</a:t>
            </a:r>
            <a:r>
              <a:rPr lang="en-US" sz="2400" dirty="0"/>
              <a:t> </a:t>
            </a:r>
            <a:r>
              <a:rPr lang="en-US" sz="2400" dirty="0" err="1"/>
              <a:t>rehber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müjde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.”</a:t>
            </a:r>
            <a:endParaRPr lang="tr-TR" sz="2400" b="1" dirty="0"/>
          </a:p>
          <a:p>
            <a:endParaRPr lang="tr-TR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 </a:t>
            </a:r>
            <a:endParaRPr lang="tr-TR" sz="2400" b="1" dirty="0"/>
          </a:p>
          <a:p>
            <a:r>
              <a:rPr lang="en-US" sz="2400" dirty="0"/>
              <a:t>Cebrail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melek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bilgiyi</a:t>
            </a:r>
            <a:r>
              <a:rPr lang="en-US" sz="2400" dirty="0"/>
              <a:t> </a:t>
            </a:r>
            <a:r>
              <a:rPr lang="en-US" sz="2400" dirty="0" err="1"/>
              <a:t>taşıyan</a:t>
            </a:r>
            <a:r>
              <a:rPr lang="en-US" sz="2400" dirty="0"/>
              <a:t>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frekansı”dır</a:t>
            </a:r>
            <a:r>
              <a:rPr lang="en-US" sz="2400" dirty="0"/>
              <a:t>.</a:t>
            </a:r>
          </a:p>
          <a:p>
            <a:r>
              <a:rPr lang="en-US" sz="2400" dirty="0"/>
              <a:t>Kalbe </a:t>
            </a:r>
            <a:r>
              <a:rPr lang="en-US" sz="2400" dirty="0" err="1"/>
              <a:t>indirilen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 = İlahi </a:t>
            </a:r>
            <a:r>
              <a:rPr lang="en-US" sz="2400" dirty="0" err="1"/>
              <a:t>sezgi</a:t>
            </a:r>
            <a:endParaRPr lang="en-US" sz="2400" dirty="0"/>
          </a:p>
          <a:p>
            <a:r>
              <a:rPr lang="en-US" sz="2400" dirty="0" err="1"/>
              <a:t>Kur’an</a:t>
            </a:r>
            <a:r>
              <a:rPr lang="en-US" sz="2400" dirty="0"/>
              <a:t> = </a:t>
            </a:r>
            <a:r>
              <a:rPr lang="en-US" sz="2400" dirty="0" err="1"/>
              <a:t>İçindeki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kodları</a:t>
            </a:r>
            <a:endParaRPr lang="en-US" sz="2400" dirty="0"/>
          </a:p>
          <a:p>
            <a:r>
              <a:rPr lang="en-US" sz="2400" dirty="0" err="1"/>
              <a:t>Rehberlik</a:t>
            </a:r>
            <a:r>
              <a:rPr lang="en-US" sz="2400" dirty="0"/>
              <a:t> = </a:t>
            </a:r>
            <a:r>
              <a:rPr lang="en-US" sz="2400" dirty="0" err="1"/>
              <a:t>İç</a:t>
            </a:r>
            <a:r>
              <a:rPr lang="en-US" sz="2400" dirty="0"/>
              <a:t> </a:t>
            </a:r>
            <a:r>
              <a:rPr lang="en-US" sz="2400" dirty="0" err="1"/>
              <a:t>ses</a:t>
            </a:r>
            <a:r>
              <a:rPr lang="en-US" sz="2400" dirty="0"/>
              <a:t>,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pusula</a:t>
            </a:r>
            <a:endParaRPr lang="en-US" sz="2400" dirty="0"/>
          </a:p>
          <a:p>
            <a:r>
              <a:rPr lang="en-US" sz="2400" dirty="0"/>
              <a:t>Yani </a:t>
            </a:r>
            <a:r>
              <a:rPr lang="en-US" sz="2400" dirty="0" err="1"/>
              <a:t>Cebrail:Seninle</a:t>
            </a:r>
            <a:r>
              <a:rPr lang="en-US" sz="2400" dirty="0"/>
              <a:t> </a:t>
            </a:r>
            <a:r>
              <a:rPr lang="en-US" sz="2400" dirty="0" err="1"/>
              <a:t>Yaradan</a:t>
            </a:r>
            <a:r>
              <a:rPr lang="en-US" sz="2400" dirty="0"/>
              <a:t> </a:t>
            </a:r>
            <a:r>
              <a:rPr lang="en-US" sz="2400" dirty="0" err="1"/>
              <a:t>arasında</a:t>
            </a:r>
            <a:r>
              <a:rPr lang="en-US" sz="2400" dirty="0"/>
              <a:t> </a:t>
            </a:r>
            <a:r>
              <a:rPr lang="en-US" sz="2400" dirty="0" err="1"/>
              <a:t>titreşimsel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köprüdür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der </a:t>
            </a:r>
            <a:r>
              <a:rPr lang="en-US" sz="2400" dirty="0" err="1"/>
              <a:t>ki:“Bu</a:t>
            </a:r>
            <a:r>
              <a:rPr lang="en-US" sz="2400" dirty="0"/>
              <a:t> </a:t>
            </a:r>
            <a:r>
              <a:rPr lang="en-US" sz="2400" dirty="0" err="1"/>
              <a:t>köprüye</a:t>
            </a:r>
            <a:r>
              <a:rPr lang="en-US" sz="2400" dirty="0"/>
              <a:t> </a:t>
            </a:r>
            <a:r>
              <a:rPr lang="en-US" sz="2400" dirty="0" err="1"/>
              <a:t>düşman</a:t>
            </a:r>
            <a:r>
              <a:rPr lang="en-US" sz="2400" dirty="0"/>
              <a:t> </a:t>
            </a:r>
            <a:r>
              <a:rPr lang="en-US" sz="2400" dirty="0" err="1"/>
              <a:t>olursan</a:t>
            </a:r>
            <a:r>
              <a:rPr lang="en-US" sz="2400" dirty="0"/>
              <a:t>, </a:t>
            </a:r>
            <a:r>
              <a:rPr lang="en-US" sz="2400" dirty="0" err="1"/>
              <a:t>mesajı</a:t>
            </a:r>
            <a:r>
              <a:rPr lang="en-US" sz="2400" dirty="0"/>
              <a:t> da </a:t>
            </a:r>
            <a:r>
              <a:rPr lang="en-US" sz="2400" dirty="0" err="1"/>
              <a:t>kaçırırsın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taşıyanı</a:t>
            </a:r>
            <a:r>
              <a:rPr lang="en-US" sz="2400" dirty="0"/>
              <a:t> </a:t>
            </a:r>
            <a:r>
              <a:rPr lang="en-US" sz="2400" dirty="0" err="1"/>
              <a:t>reddettin</a:t>
            </a:r>
            <a:r>
              <a:rPr lang="en-US" sz="2400" dirty="0"/>
              <a:t>.” Bu, </a:t>
            </a:r>
            <a:r>
              <a:rPr lang="en-US" sz="2400" dirty="0" err="1"/>
              <a:t>dışsal</a:t>
            </a:r>
            <a:r>
              <a:rPr lang="en-US" sz="2400" dirty="0"/>
              <a:t> </a:t>
            </a:r>
            <a:r>
              <a:rPr lang="en-US" sz="2400" dirty="0" err="1"/>
              <a:t>değil,içsel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direniştir</a:t>
            </a:r>
            <a:r>
              <a:rPr lang="en-US" sz="2400" dirty="0"/>
              <a:t>.</a:t>
            </a:r>
          </a:p>
          <a:p>
            <a:endParaRPr lang="en-TR" b="1" dirty="0"/>
          </a:p>
        </p:txBody>
      </p:sp>
    </p:spTree>
    <p:extLst>
      <p:ext uri="{BB962C8B-B14F-4D97-AF65-F5344CB8AC3E}">
        <p14:creationId xmlns:p14="http://schemas.microsoft.com/office/powerpoint/2010/main" val="28164488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B482C34-0ECA-FB5F-3311-2381407601D0}"/>
              </a:ext>
            </a:extLst>
          </p:cNvPr>
          <p:cNvSpPr txBox="1"/>
          <p:nvPr/>
        </p:nvSpPr>
        <p:spPr>
          <a:xfrm>
            <a:off x="0" y="-207818"/>
            <a:ext cx="6858000" cy="991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98. </a:t>
            </a:r>
            <a:r>
              <a:rPr lang="en-US" sz="2000" b="1" dirty="0" err="1"/>
              <a:t>Ayet</a:t>
            </a:r>
            <a:endParaRPr lang="en-US" sz="2000" b="1" dirty="0"/>
          </a:p>
          <a:p>
            <a:r>
              <a:rPr lang="en-US" sz="2000" dirty="0"/>
              <a:t>“Kim </a:t>
            </a:r>
            <a:r>
              <a:rPr lang="en-US" sz="2000" dirty="0" err="1"/>
              <a:t>Allah’a</a:t>
            </a:r>
            <a:r>
              <a:rPr lang="en-US" sz="2000" dirty="0"/>
              <a:t>, </a:t>
            </a:r>
            <a:r>
              <a:rPr lang="en-US" sz="2000" dirty="0" err="1"/>
              <a:t>meleklerine</a:t>
            </a:r>
            <a:r>
              <a:rPr lang="en-US" sz="2000" dirty="0"/>
              <a:t>, </a:t>
            </a:r>
            <a:r>
              <a:rPr lang="en-US" sz="2000" dirty="0" err="1"/>
              <a:t>peygamberlerine</a:t>
            </a:r>
            <a:r>
              <a:rPr lang="en-US" sz="2000" dirty="0"/>
              <a:t>, </a:t>
            </a:r>
            <a:r>
              <a:rPr lang="en-US" sz="2000" dirty="0" err="1"/>
              <a:t>Cebrail’e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Mikail’e</a:t>
            </a:r>
            <a:r>
              <a:rPr lang="en-US" sz="2000" dirty="0"/>
              <a:t> </a:t>
            </a:r>
            <a:r>
              <a:rPr lang="en-US" sz="2000" dirty="0" err="1"/>
              <a:t>düşman</a:t>
            </a:r>
            <a:r>
              <a:rPr lang="en-US" sz="2000" dirty="0"/>
              <a:t> </a:t>
            </a:r>
            <a:r>
              <a:rPr lang="en-US" sz="2000" dirty="0" err="1"/>
              <a:t>olursa</a:t>
            </a:r>
            <a:r>
              <a:rPr lang="en-US" sz="2000" dirty="0"/>
              <a:t> </a:t>
            </a:r>
            <a:r>
              <a:rPr lang="en-US" sz="2000" dirty="0" err="1"/>
              <a:t>bilsin</a:t>
            </a:r>
            <a:r>
              <a:rPr lang="en-US" sz="2000" dirty="0"/>
              <a:t> ki, Allah da </a:t>
            </a:r>
            <a:r>
              <a:rPr lang="en-US" sz="2000" dirty="0" err="1"/>
              <a:t>inkârcıların</a:t>
            </a:r>
            <a:r>
              <a:rPr lang="en-US" sz="2000" dirty="0"/>
              <a:t> </a:t>
            </a:r>
            <a:r>
              <a:rPr lang="en-US" sz="2000" dirty="0" err="1"/>
              <a:t>düşmanıdır</a:t>
            </a:r>
            <a:r>
              <a:rPr lang="en-US" sz="2000" dirty="0"/>
              <a:t>.”</a:t>
            </a:r>
          </a:p>
          <a:p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dengesi</a:t>
            </a:r>
            <a:r>
              <a:rPr lang="en-US" sz="2000" dirty="0"/>
              <a:t> </a:t>
            </a:r>
            <a:r>
              <a:rPr lang="en-US" sz="2000" dirty="0" err="1"/>
              <a:t>yasasını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en-US" sz="2000" dirty="0"/>
              <a:t>:</a:t>
            </a:r>
          </a:p>
          <a:p>
            <a:r>
              <a:rPr lang="en-US" sz="2000" dirty="0"/>
              <a:t>Sen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düşmanlık</a:t>
            </a:r>
            <a:r>
              <a:rPr lang="en-US" sz="2000" dirty="0"/>
              <a:t> </a:t>
            </a:r>
            <a:r>
              <a:rPr lang="en-US" sz="2000" dirty="0" err="1"/>
              <a:t>duyarsan</a:t>
            </a:r>
            <a:r>
              <a:rPr lang="en-US" sz="2000" dirty="0"/>
              <a:t> — </a:t>
            </a:r>
            <a:r>
              <a:rPr lang="en-US" sz="2000" dirty="0" err="1"/>
              <a:t>sistem</a:t>
            </a:r>
            <a:r>
              <a:rPr lang="en-US" sz="2000" dirty="0"/>
              <a:t> de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frekansını</a:t>
            </a:r>
            <a:r>
              <a:rPr lang="en-US" sz="2000" dirty="0"/>
              <a:t> </a:t>
            </a:r>
            <a:r>
              <a:rPr lang="en-US" sz="2000" dirty="0" err="1"/>
              <a:t>taşımayı</a:t>
            </a:r>
            <a:r>
              <a:rPr lang="en-US" sz="2000" dirty="0"/>
              <a:t> </a:t>
            </a:r>
            <a:r>
              <a:rPr lang="en-US" sz="2000" dirty="0" err="1"/>
              <a:t>durdurur</a:t>
            </a:r>
            <a:r>
              <a:rPr lang="en-US" sz="2000" dirty="0"/>
              <a:t>.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geçen</a:t>
            </a:r>
            <a:r>
              <a:rPr lang="en-US" sz="2000" dirty="0"/>
              <a:t> </a:t>
            </a:r>
            <a:r>
              <a:rPr lang="en-US" sz="2000" dirty="0" err="1"/>
              <a:t>semboller</a:t>
            </a:r>
            <a:r>
              <a:rPr lang="en-US" sz="2000" dirty="0"/>
              <a:t>:</a:t>
            </a:r>
          </a:p>
          <a:p>
            <a:r>
              <a:rPr lang="en-US" sz="2000" dirty="0"/>
              <a:t>Allah = Kaynak</a:t>
            </a:r>
          </a:p>
          <a:p>
            <a:r>
              <a:rPr lang="en-US" sz="2000" dirty="0" err="1"/>
              <a:t>Melekler</a:t>
            </a:r>
            <a:r>
              <a:rPr lang="en-US" sz="2000" dirty="0"/>
              <a:t> = Enerji </a:t>
            </a:r>
            <a:r>
              <a:rPr lang="en-US" sz="2000" dirty="0" err="1"/>
              <a:t>taşıyıcılar</a:t>
            </a:r>
            <a:endParaRPr lang="en-US" sz="2000" dirty="0"/>
          </a:p>
          <a:p>
            <a:r>
              <a:rPr lang="en-US" sz="2000" dirty="0" err="1"/>
              <a:t>Peygamberler</a:t>
            </a:r>
            <a:r>
              <a:rPr lang="en-US" sz="2000" dirty="0"/>
              <a:t> = </a:t>
            </a:r>
            <a:r>
              <a:rPr lang="en-US" sz="2000" dirty="0" err="1"/>
              <a:t>Gerçekliği</a:t>
            </a:r>
            <a:r>
              <a:rPr lang="en-US" sz="2000" dirty="0"/>
              <a:t> </a:t>
            </a:r>
            <a:r>
              <a:rPr lang="en-US" sz="2000" dirty="0" err="1"/>
              <a:t>ifade</a:t>
            </a:r>
            <a:r>
              <a:rPr lang="en-US" sz="2000" dirty="0"/>
              <a:t>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endParaRPr lang="en-US" sz="2000" dirty="0"/>
          </a:p>
          <a:p>
            <a:r>
              <a:rPr lang="en-US" sz="2000" dirty="0"/>
              <a:t>Cebrail = Kalbe </a:t>
            </a:r>
            <a:r>
              <a:rPr lang="en-US" sz="2000" dirty="0" err="1"/>
              <a:t>inen</a:t>
            </a:r>
            <a:r>
              <a:rPr lang="en-US" sz="2000" dirty="0"/>
              <a:t> </a:t>
            </a:r>
            <a:r>
              <a:rPr lang="en-US" sz="2000" dirty="0" err="1"/>
              <a:t>hakikat</a:t>
            </a:r>
            <a:endParaRPr lang="en-US" sz="2000" dirty="0"/>
          </a:p>
          <a:p>
            <a:r>
              <a:rPr lang="en-US" sz="2000" dirty="0"/>
              <a:t>Mikail = </a:t>
            </a:r>
            <a:r>
              <a:rPr lang="en-US" sz="2000" dirty="0" err="1"/>
              <a:t>Koruyucu</a:t>
            </a:r>
            <a:r>
              <a:rPr lang="en-US" sz="2000" dirty="0"/>
              <a:t> </a:t>
            </a:r>
            <a:r>
              <a:rPr lang="en-US" sz="2000" dirty="0" err="1"/>
              <a:t>güç</a:t>
            </a:r>
            <a:r>
              <a:rPr lang="en-US" sz="2000" dirty="0"/>
              <a:t>, </a:t>
            </a:r>
            <a:r>
              <a:rPr lang="en-US" sz="2000" dirty="0" err="1"/>
              <a:t>düzenleyici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aslında</a:t>
            </a:r>
            <a:r>
              <a:rPr lang="en-US" sz="2000" dirty="0"/>
              <a:t> der ki:“</a:t>
            </a:r>
            <a:r>
              <a:rPr lang="en-US" sz="2000" dirty="0" err="1"/>
              <a:t>Sistemi</a:t>
            </a:r>
            <a:r>
              <a:rPr lang="en-US" sz="2000" dirty="0"/>
              <a:t> </a:t>
            </a:r>
            <a:r>
              <a:rPr lang="en-US" sz="2000" dirty="0" err="1"/>
              <a:t>reddedersen</a:t>
            </a:r>
            <a:r>
              <a:rPr lang="en-US" sz="2000" dirty="0"/>
              <a:t>,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taşımaz</a:t>
            </a:r>
            <a:r>
              <a:rPr lang="en-US" sz="2000" dirty="0"/>
              <a:t>.” Ve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ceza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uyumsuzluğudur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önemli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şeyi</a:t>
            </a:r>
            <a:r>
              <a:rPr lang="en-US" sz="2000" dirty="0"/>
              <a:t> </a:t>
            </a:r>
            <a:r>
              <a:rPr lang="en-US" sz="2000" dirty="0" err="1"/>
              <a:t>hatırlatır</a:t>
            </a:r>
            <a:r>
              <a:rPr lang="en-US" sz="2000" dirty="0"/>
              <a:t>: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bazen</a:t>
            </a:r>
            <a:r>
              <a:rPr lang="en-US" sz="2000" dirty="0"/>
              <a:t> sana </a:t>
            </a:r>
            <a:r>
              <a:rPr lang="en-US" sz="2000" dirty="0" err="1"/>
              <a:t>dışarıdan</a:t>
            </a:r>
            <a:r>
              <a:rPr lang="en-US" sz="2000" dirty="0"/>
              <a:t> </a:t>
            </a:r>
            <a:r>
              <a:rPr lang="en-US" sz="2000" dirty="0" err="1"/>
              <a:t>gelir</a:t>
            </a:r>
            <a:r>
              <a:rPr lang="en-US" sz="2000" dirty="0"/>
              <a:t>, Ama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taşıyanla</a:t>
            </a:r>
            <a:r>
              <a:rPr lang="en-US" sz="2000" dirty="0"/>
              <a:t> </a:t>
            </a:r>
            <a:r>
              <a:rPr lang="en-US" sz="2000" dirty="0" err="1"/>
              <a:t>savaşır</a:t>
            </a:r>
            <a:r>
              <a:rPr lang="en-US" sz="2000" dirty="0"/>
              <a:t>, </a:t>
            </a:r>
            <a:r>
              <a:rPr lang="en-US" sz="2000" dirty="0" err="1"/>
              <a:t>Onun</a:t>
            </a:r>
            <a:r>
              <a:rPr lang="en-US" sz="2000" dirty="0"/>
              <a:t> </a:t>
            </a:r>
            <a:r>
              <a:rPr lang="en-US" sz="2000" dirty="0" err="1"/>
              <a:t>frekansına</a:t>
            </a:r>
            <a:r>
              <a:rPr lang="en-US" sz="2000" dirty="0"/>
              <a:t> </a:t>
            </a:r>
            <a:r>
              <a:rPr lang="en-US" sz="2000" dirty="0" err="1"/>
              <a:t>düşman</a:t>
            </a:r>
            <a:r>
              <a:rPr lang="en-US" sz="2000" dirty="0"/>
              <a:t> </a:t>
            </a:r>
            <a:r>
              <a:rPr lang="en-US" sz="2000" dirty="0" err="1"/>
              <a:t>olursan</a:t>
            </a:r>
            <a:r>
              <a:rPr lang="en-US" sz="2000" dirty="0"/>
              <a:t>… “</a:t>
            </a:r>
            <a:r>
              <a:rPr lang="en-US" sz="2000" dirty="0" err="1"/>
              <a:t>Gerçeğin</a:t>
            </a:r>
            <a:r>
              <a:rPr lang="en-US" sz="2000" dirty="0"/>
              <a:t> </a:t>
            </a:r>
            <a:r>
              <a:rPr lang="en-US" sz="2000" dirty="0" err="1"/>
              <a:t>kendisiyle</a:t>
            </a:r>
            <a:r>
              <a:rPr lang="en-US" sz="2000" dirty="0"/>
              <a:t> de </a:t>
            </a:r>
            <a:r>
              <a:rPr lang="en-US" sz="2000" dirty="0" err="1"/>
              <a:t>bağını</a:t>
            </a:r>
            <a:r>
              <a:rPr lang="en-US" sz="2000" dirty="0"/>
              <a:t> </a:t>
            </a:r>
            <a:r>
              <a:rPr lang="en-US" sz="2000" dirty="0" err="1"/>
              <a:t>kaybedersin</a:t>
            </a:r>
            <a:r>
              <a:rPr lang="en-US" sz="2000" dirty="0"/>
              <a:t>.” </a:t>
            </a:r>
            <a:r>
              <a:rPr lang="en-US" sz="2000" dirty="0" err="1"/>
              <a:t>Çünkü</a:t>
            </a:r>
            <a:r>
              <a:rPr lang="en-US" sz="2000" dirty="0"/>
              <a:t> her </a:t>
            </a:r>
            <a:r>
              <a:rPr lang="en-US" sz="2000" dirty="0" err="1"/>
              <a:t>hakikat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kanal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ses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taşıyıcı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gelir</a:t>
            </a:r>
            <a:r>
              <a:rPr lang="en-US" sz="2000" dirty="0"/>
              <a:t>. Ve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taşıyıcıyı</a:t>
            </a:r>
            <a:r>
              <a:rPr lang="en-US" sz="2000" dirty="0"/>
              <a:t> </a:t>
            </a:r>
            <a:r>
              <a:rPr lang="en-US" sz="2000" dirty="0" err="1"/>
              <a:t>küçümsediğinde</a:t>
            </a:r>
            <a:r>
              <a:rPr lang="en-US" sz="2000" dirty="0"/>
              <a:t>, </a:t>
            </a:r>
            <a:r>
              <a:rPr lang="en-US" sz="2000" dirty="0" err="1"/>
              <a:t>aslında</a:t>
            </a:r>
            <a:r>
              <a:rPr lang="en-US" sz="2000" dirty="0"/>
              <a:t> </a:t>
            </a:r>
            <a:r>
              <a:rPr lang="en-US" sz="2000" dirty="0" err="1"/>
              <a:t>gönderilenin</a:t>
            </a:r>
            <a:r>
              <a:rPr lang="en-US" sz="2000" dirty="0"/>
              <a:t> </a:t>
            </a:r>
            <a:r>
              <a:rPr lang="en-US" sz="2000" dirty="0" err="1"/>
              <a:t>kendisine</a:t>
            </a:r>
            <a:r>
              <a:rPr lang="en-US" sz="2000" dirty="0"/>
              <a:t> </a:t>
            </a:r>
            <a:r>
              <a:rPr lang="en-US" sz="2000" dirty="0" err="1"/>
              <a:t>sırtını</a:t>
            </a:r>
            <a:r>
              <a:rPr lang="en-US" sz="2000" dirty="0"/>
              <a:t> </a:t>
            </a:r>
            <a:r>
              <a:rPr lang="en-US" sz="2000" dirty="0" err="1"/>
              <a:t>dönmüşsündür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Suresi’nin</a:t>
            </a:r>
            <a:r>
              <a:rPr lang="en-US" sz="2000" b="1" dirty="0"/>
              <a:t> 99–101. </a:t>
            </a:r>
            <a:r>
              <a:rPr lang="en-US" sz="2000" b="1" dirty="0" err="1"/>
              <a:t>ayetlerine</a:t>
            </a:r>
            <a:r>
              <a:rPr lang="en-US" sz="2000" b="1" dirty="0"/>
              <a:t> </a:t>
            </a:r>
            <a:r>
              <a:rPr lang="en-US" sz="2000" b="1" dirty="0" err="1"/>
              <a:t>geliyoruz</a:t>
            </a:r>
            <a:r>
              <a:rPr lang="en-US" sz="2000" b="1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bölümde,ayetlerin</a:t>
            </a:r>
            <a:r>
              <a:rPr lang="en-US" sz="2000" dirty="0"/>
              <a:t> </a:t>
            </a:r>
            <a:r>
              <a:rPr lang="en-US" sz="2000" dirty="0" err="1"/>
              <a:t>apaçık</a:t>
            </a:r>
            <a:r>
              <a:rPr lang="en-US" sz="2000" dirty="0"/>
              <a:t> </a:t>
            </a:r>
            <a:r>
              <a:rPr lang="en-US" sz="2000" dirty="0" err="1"/>
              <a:t>olduğu</a:t>
            </a:r>
            <a:r>
              <a:rPr lang="en-US" sz="2000" dirty="0"/>
              <a:t> </a:t>
            </a:r>
            <a:r>
              <a:rPr lang="en-US" sz="2000" dirty="0" err="1"/>
              <a:t>hâlde</a:t>
            </a:r>
            <a:r>
              <a:rPr lang="en-US" sz="2000" dirty="0"/>
              <a:t> </a:t>
            </a:r>
            <a:r>
              <a:rPr lang="en-US" sz="2000" dirty="0" err="1"/>
              <a:t>inkâr</a:t>
            </a:r>
            <a:r>
              <a:rPr lang="en-US" sz="2000" dirty="0"/>
              <a:t> </a:t>
            </a:r>
            <a:r>
              <a:rPr lang="en-US" sz="2000" dirty="0" err="1"/>
              <a:t>edilmesi,bilgiye</a:t>
            </a:r>
            <a:r>
              <a:rPr lang="en-US" sz="2000" dirty="0"/>
              <a:t> </a:t>
            </a:r>
            <a:r>
              <a:rPr lang="en-US" sz="2000" dirty="0" err="1"/>
              <a:t>sahip</a:t>
            </a:r>
            <a:r>
              <a:rPr lang="en-US" sz="2000" dirty="0"/>
              <a:t> </a:t>
            </a:r>
            <a:r>
              <a:rPr lang="en-US" sz="2000" dirty="0" err="1"/>
              <a:t>olup</a:t>
            </a:r>
            <a:r>
              <a:rPr lang="en-US" sz="2000" dirty="0"/>
              <a:t>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yaşamayanların</a:t>
            </a:r>
            <a:r>
              <a:rPr lang="en-US" sz="2000" dirty="0"/>
              <a:t> </a:t>
            </a:r>
            <a:r>
              <a:rPr lang="en-US" sz="2000" dirty="0" err="1"/>
              <a:t>hâli,vekitabı</a:t>
            </a:r>
            <a:r>
              <a:rPr lang="en-US" sz="2000" dirty="0"/>
              <a:t> </a:t>
            </a:r>
            <a:r>
              <a:rPr lang="en-US" sz="2000" dirty="0" err="1"/>
              <a:t>taşıyan</a:t>
            </a:r>
            <a:r>
              <a:rPr lang="en-US" sz="2000" dirty="0"/>
              <a:t> ama </a:t>
            </a:r>
            <a:r>
              <a:rPr lang="en-US" sz="2000" dirty="0" err="1"/>
              <a:t>ruhunu</a:t>
            </a:r>
            <a:r>
              <a:rPr lang="en-US" sz="2000" dirty="0"/>
              <a:t> </a:t>
            </a:r>
            <a:r>
              <a:rPr lang="en-US" sz="2000" dirty="0" err="1"/>
              <a:t>kaybetmiş</a:t>
            </a:r>
            <a:r>
              <a:rPr lang="en-US" sz="2000" dirty="0"/>
              <a:t> </a:t>
            </a:r>
            <a:r>
              <a:rPr lang="en-US" sz="2000" dirty="0" err="1"/>
              <a:t>zihinlerin</a:t>
            </a:r>
            <a:r>
              <a:rPr lang="en-US" sz="2000" dirty="0"/>
              <a:t> </a:t>
            </a:r>
            <a:r>
              <a:rPr lang="en-US" sz="2000" dirty="0" err="1"/>
              <a:t>sembolik</a:t>
            </a:r>
            <a:r>
              <a:rPr lang="en-US" sz="2000" dirty="0"/>
              <a:t> </a:t>
            </a:r>
            <a:r>
              <a:rPr lang="en-US" sz="2000" dirty="0" err="1"/>
              <a:t>ifşası</a:t>
            </a:r>
            <a:r>
              <a:rPr lang="en-US" sz="2000" dirty="0"/>
              <a:t> </a:t>
            </a:r>
            <a:r>
              <a:rPr lang="en-US" sz="2000" dirty="0" err="1"/>
              <a:t>yer</a:t>
            </a:r>
            <a:r>
              <a:rPr lang="en-US" sz="2000" dirty="0"/>
              <a:t> </a:t>
            </a:r>
            <a:r>
              <a:rPr lang="en-US" sz="2000" dirty="0" err="1"/>
              <a:t>alıyor.Yani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ayetler</a:t>
            </a:r>
            <a:r>
              <a:rPr lang="en-US" sz="2000" dirty="0"/>
              <a:t> sana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sorar</a:t>
            </a:r>
            <a:r>
              <a:rPr lang="en-US" sz="2000" dirty="0"/>
              <a:t>:“Sen </a:t>
            </a:r>
            <a:r>
              <a:rPr lang="en-US" sz="2000" dirty="0" err="1"/>
              <a:t>bilgiyi</a:t>
            </a:r>
            <a:r>
              <a:rPr lang="en-US" sz="2000" dirty="0"/>
              <a:t> </a:t>
            </a:r>
            <a:r>
              <a:rPr lang="en-US" sz="2000" dirty="0" err="1"/>
              <a:t>topluyor</a:t>
            </a:r>
            <a:r>
              <a:rPr lang="en-US" sz="2000" dirty="0"/>
              <a:t> </a:t>
            </a:r>
            <a:r>
              <a:rPr lang="en-US" sz="2000" dirty="0" err="1"/>
              <a:t>musun</a:t>
            </a:r>
            <a:r>
              <a:rPr lang="en-US" sz="2000" dirty="0"/>
              <a:t>…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onunla</a:t>
            </a:r>
            <a:r>
              <a:rPr lang="en-US" sz="2000" dirty="0"/>
              <a:t> </a:t>
            </a:r>
            <a:r>
              <a:rPr lang="en-US" sz="2000" dirty="0" err="1"/>
              <a:t>dönüşüyor</a:t>
            </a:r>
            <a:r>
              <a:rPr lang="en-US" sz="2000" dirty="0"/>
              <a:t> </a:t>
            </a:r>
            <a:r>
              <a:rPr lang="en-US" sz="2000" dirty="0" err="1"/>
              <a:t>musun</a:t>
            </a:r>
            <a:r>
              <a:rPr lang="en-US" sz="2000" dirty="0"/>
              <a:t>?” </a:t>
            </a:r>
            <a:endParaRPr lang="tr-TR" sz="2000" dirty="0"/>
          </a:p>
          <a:p>
            <a:endParaRPr lang="tr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352546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D27B7D6-A985-D521-F3C8-22C628FE9F63}"/>
              </a:ext>
            </a:extLst>
          </p:cNvPr>
          <p:cNvSpPr txBox="1"/>
          <p:nvPr/>
        </p:nvSpPr>
        <p:spPr>
          <a:xfrm>
            <a:off x="0" y="96982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99–101</a:t>
            </a:r>
            <a:endParaRPr lang="tr-TR" sz="2400" b="1" dirty="0"/>
          </a:p>
          <a:p>
            <a:pPr marL="0" indent="0">
              <a:buNone/>
            </a:pPr>
            <a:r>
              <a:rPr lang="en-US" sz="2400" b="1" dirty="0" err="1"/>
              <a:t>Bölüm</a:t>
            </a:r>
            <a:r>
              <a:rPr lang="en-US" sz="2400" b="1" dirty="0"/>
              <a:t>: </a:t>
            </a:r>
            <a:r>
              <a:rPr lang="en-US" sz="2400" dirty="0"/>
              <a:t>“Kitap Sende Ama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Nerede</a:t>
            </a:r>
            <a:r>
              <a:rPr lang="en-US" sz="2400" dirty="0"/>
              <a:t>?”</a:t>
            </a:r>
          </a:p>
          <a:p>
            <a:pPr marL="0" indent="0">
              <a:buNone/>
            </a:pPr>
            <a:r>
              <a:rPr lang="en-US" sz="2400" dirty="0" err="1"/>
              <a:t>Gerçek</a:t>
            </a:r>
            <a:r>
              <a:rPr lang="en-US" sz="2400" dirty="0"/>
              <a:t>,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Dönüşümle</a:t>
            </a:r>
            <a:r>
              <a:rPr lang="en-US" sz="2400" dirty="0"/>
              <a:t> </a:t>
            </a:r>
            <a:r>
              <a:rPr lang="en-US" sz="2400" dirty="0" err="1"/>
              <a:t>Taşınır</a:t>
            </a:r>
            <a:r>
              <a:rPr lang="en-US" sz="2400" dirty="0"/>
              <a:t> </a:t>
            </a:r>
            <a:endParaRPr lang="tr-TR" sz="2400" dirty="0"/>
          </a:p>
          <a:p>
            <a:endParaRPr lang="tr-TR" sz="2400" b="1" dirty="0"/>
          </a:p>
          <a:p>
            <a:r>
              <a:rPr lang="en-US" sz="2400" b="1" dirty="0"/>
              <a:t>99.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Andolsun</a:t>
            </a:r>
            <a:r>
              <a:rPr lang="en-US" sz="2400" dirty="0"/>
              <a:t> ki sana </a:t>
            </a:r>
            <a:r>
              <a:rPr lang="en-US" sz="2400" dirty="0" err="1"/>
              <a:t>apaçık</a:t>
            </a:r>
            <a:r>
              <a:rPr lang="en-US" sz="2400" dirty="0"/>
              <a:t> </a:t>
            </a:r>
            <a:r>
              <a:rPr lang="en-US" sz="2400" dirty="0" err="1"/>
              <a:t>ayetler</a:t>
            </a:r>
            <a:r>
              <a:rPr lang="en-US" sz="2400" dirty="0"/>
              <a:t> </a:t>
            </a:r>
            <a:r>
              <a:rPr lang="en-US" sz="2400" dirty="0" err="1"/>
              <a:t>indirdik</a:t>
            </a:r>
            <a:r>
              <a:rPr lang="en-US" sz="2400" dirty="0"/>
              <a:t>; </a:t>
            </a:r>
            <a:r>
              <a:rPr lang="en-US" sz="2400" dirty="0" err="1"/>
              <a:t>onları</a:t>
            </a:r>
            <a:r>
              <a:rPr lang="en-US" sz="2400" dirty="0"/>
              <a:t>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fâsıklar</a:t>
            </a:r>
            <a:r>
              <a:rPr lang="en-US" sz="2400" dirty="0"/>
              <a:t> </a:t>
            </a:r>
            <a:r>
              <a:rPr lang="en-US" sz="2400" dirty="0" err="1"/>
              <a:t>inkâr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 err="1"/>
              <a:t>Apaçık</a:t>
            </a:r>
            <a:r>
              <a:rPr lang="en-US" sz="2400" dirty="0"/>
              <a:t> </a:t>
            </a:r>
            <a:r>
              <a:rPr lang="en-US" sz="2400" dirty="0" err="1"/>
              <a:t>ayetler</a:t>
            </a:r>
            <a:r>
              <a:rPr lang="en-US" sz="2400" dirty="0"/>
              <a:t> =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hissedebildiği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endParaRPr lang="en-US" sz="2400" dirty="0"/>
          </a:p>
          <a:p>
            <a:r>
              <a:rPr lang="en-US" sz="2400" dirty="0" err="1"/>
              <a:t>Fâsık</a:t>
            </a:r>
            <a:r>
              <a:rPr lang="en-US" sz="2400" dirty="0"/>
              <a:t> = </a:t>
            </a:r>
            <a:r>
              <a:rPr lang="en-US" sz="2400" dirty="0" err="1"/>
              <a:t>İçsel</a:t>
            </a:r>
            <a:r>
              <a:rPr lang="en-US" sz="2400" dirty="0"/>
              <a:t> </a:t>
            </a:r>
            <a:r>
              <a:rPr lang="en-US" sz="2400" dirty="0" err="1"/>
              <a:t>sözleşmeyi</a:t>
            </a:r>
            <a:r>
              <a:rPr lang="en-US" sz="2400" dirty="0"/>
              <a:t> </a:t>
            </a:r>
            <a:r>
              <a:rPr lang="en-US" sz="2400" dirty="0" err="1"/>
              <a:t>bozan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dışına</a:t>
            </a:r>
            <a:r>
              <a:rPr lang="en-US" sz="2400" dirty="0"/>
              <a:t> </a:t>
            </a:r>
            <a:r>
              <a:rPr lang="en-US" sz="2400" dirty="0" err="1"/>
              <a:t>çıkan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der ki:“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gözünün</a:t>
            </a:r>
            <a:r>
              <a:rPr lang="en-US" sz="2400" dirty="0"/>
              <a:t> </a:t>
            </a:r>
            <a:r>
              <a:rPr lang="en-US" sz="2400" dirty="0" err="1"/>
              <a:t>önünde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…Ama </a:t>
            </a:r>
            <a:r>
              <a:rPr lang="en-US" sz="2400" dirty="0" err="1"/>
              <a:t>görmek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bilgi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niyet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.”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:“</a:t>
            </a:r>
            <a:r>
              <a:rPr lang="en-US" sz="2400" dirty="0" err="1"/>
              <a:t>Görmemek</a:t>
            </a:r>
            <a:r>
              <a:rPr lang="en-US" sz="2400" dirty="0"/>
              <a:t> </a:t>
            </a:r>
            <a:r>
              <a:rPr lang="en-US" sz="2400" dirty="0" err="1"/>
              <a:t>istemeyen</a:t>
            </a:r>
            <a:r>
              <a:rPr lang="en-US" sz="2400" dirty="0"/>
              <a:t>, </a:t>
            </a:r>
            <a:r>
              <a:rPr lang="en-US" sz="2400" dirty="0" err="1"/>
              <a:t>göremez</a:t>
            </a:r>
            <a:r>
              <a:rPr lang="en-US" sz="2400" dirty="0"/>
              <a:t>.” </a:t>
            </a:r>
            <a:endParaRPr lang="tr-TR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ayetlerin</a:t>
            </a:r>
            <a:r>
              <a:rPr lang="en-US" sz="2400" dirty="0"/>
              <a:t> </a:t>
            </a:r>
            <a:r>
              <a:rPr lang="en-US" sz="2400" dirty="0" err="1"/>
              <a:t>açıklığı</a:t>
            </a:r>
            <a:r>
              <a:rPr lang="en-US" sz="2400" dirty="0"/>
              <a:t>,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açıklığına</a:t>
            </a:r>
            <a:r>
              <a:rPr lang="en-US" sz="2400" dirty="0"/>
              <a:t> </a:t>
            </a:r>
            <a:r>
              <a:rPr lang="en-US" sz="2400" dirty="0" err="1"/>
              <a:t>bağlıdır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100.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“Ne zaman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peygamber</a:t>
            </a:r>
            <a:r>
              <a:rPr lang="en-US" sz="2400" dirty="0"/>
              <a:t>,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hoşlanmadığı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getirse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yalanladılar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kısmı</a:t>
            </a:r>
            <a:r>
              <a:rPr lang="en-US" sz="2400" dirty="0"/>
              <a:t> da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öldürdüler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tekrar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kalıp:Gerçek</a:t>
            </a:r>
            <a:r>
              <a:rPr lang="en-US" sz="2400" dirty="0"/>
              <a:t> </a:t>
            </a:r>
            <a:r>
              <a:rPr lang="en-US" sz="2400" dirty="0" err="1"/>
              <a:t>hoşuna</a:t>
            </a:r>
            <a:r>
              <a:rPr lang="en-US" sz="2400" dirty="0"/>
              <a:t> </a:t>
            </a:r>
            <a:r>
              <a:rPr lang="en-US" sz="2400" dirty="0" err="1"/>
              <a:t>gitmeyince</a:t>
            </a:r>
            <a:r>
              <a:rPr lang="en-US" sz="2400" dirty="0"/>
              <a:t>, “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” </a:t>
            </a:r>
            <a:r>
              <a:rPr lang="en-US" sz="2400" dirty="0" err="1"/>
              <a:t>dersin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Peygamber</a:t>
            </a:r>
            <a:r>
              <a:rPr lang="en-US" sz="2400" dirty="0"/>
              <a:t> = </a:t>
            </a:r>
            <a:r>
              <a:rPr lang="en-US" sz="2400" dirty="0" err="1"/>
              <a:t>Bilincin</a:t>
            </a:r>
            <a:r>
              <a:rPr lang="en-US" sz="2400" dirty="0"/>
              <a:t> </a:t>
            </a:r>
            <a:r>
              <a:rPr lang="en-US" sz="2400" dirty="0" err="1"/>
              <a:t>uyarıcısı</a:t>
            </a:r>
            <a:endParaRPr lang="en-US" sz="2400" dirty="0"/>
          </a:p>
          <a:p>
            <a:r>
              <a:rPr lang="en-US" sz="2400" dirty="0"/>
              <a:t>Hoşlanmamak = </a:t>
            </a:r>
            <a:r>
              <a:rPr lang="en-US" sz="2400" dirty="0" err="1"/>
              <a:t>Ego’nun</a:t>
            </a:r>
            <a:r>
              <a:rPr lang="en-US" sz="2400" dirty="0"/>
              <a:t> </a:t>
            </a:r>
            <a:r>
              <a:rPr lang="en-US" sz="2400" dirty="0" err="1"/>
              <a:t>rahatsızlığı</a:t>
            </a:r>
            <a:endParaRPr lang="en-US" sz="2400" dirty="0"/>
          </a:p>
          <a:p>
            <a:r>
              <a:rPr lang="en-US" sz="2400" dirty="0" err="1"/>
              <a:t>Yalanlamak</a:t>
            </a:r>
            <a:r>
              <a:rPr lang="en-US" sz="2400" dirty="0"/>
              <a:t> / </a:t>
            </a:r>
            <a:r>
              <a:rPr lang="en-US" sz="2400" dirty="0" err="1"/>
              <a:t>öldürmek</a:t>
            </a:r>
            <a:r>
              <a:rPr lang="en-US" sz="2400" dirty="0"/>
              <a:t> = Kalbi </a:t>
            </a:r>
            <a:r>
              <a:rPr lang="en-US" sz="2400" dirty="0" err="1"/>
              <a:t>karartmak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,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sesi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Hakikat</a:t>
            </a:r>
            <a:r>
              <a:rPr lang="en-US" sz="2400" dirty="0"/>
              <a:t> </a:t>
            </a:r>
            <a:r>
              <a:rPr lang="en-US" sz="2400" dirty="0" err="1"/>
              <a:t>daima</a:t>
            </a:r>
            <a:r>
              <a:rPr lang="en-US" sz="2400" dirty="0"/>
              <a:t> </a:t>
            </a:r>
            <a:r>
              <a:rPr lang="en-US" sz="2400" dirty="0" err="1"/>
              <a:t>hoşuna</a:t>
            </a:r>
            <a:r>
              <a:rPr lang="en-US" sz="2400" dirty="0"/>
              <a:t> </a:t>
            </a:r>
            <a:r>
              <a:rPr lang="en-US" sz="2400" dirty="0" err="1"/>
              <a:t>gitmez</a:t>
            </a:r>
            <a:r>
              <a:rPr lang="en-US" sz="2400" dirty="0"/>
              <a:t>… ama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hakiki</a:t>
            </a:r>
            <a:r>
              <a:rPr lang="en-US" sz="2400" dirty="0"/>
              <a:t> </a:t>
            </a:r>
            <a:r>
              <a:rPr lang="en-US" sz="2400" dirty="0" err="1"/>
              <a:t>yapar</a:t>
            </a:r>
            <a:r>
              <a:rPr lang="en-US" sz="2400" dirty="0"/>
              <a:t>.” </a:t>
            </a:r>
            <a:endParaRPr lang="en-TR" sz="2400" dirty="0"/>
          </a:p>
          <a:p>
            <a:endParaRPr lang="en-US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78594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61BF488-A4FA-DA3B-218B-DFBB9AEF4D93}"/>
              </a:ext>
            </a:extLst>
          </p:cNvPr>
          <p:cNvSpPr txBox="1"/>
          <p:nvPr/>
        </p:nvSpPr>
        <p:spPr>
          <a:xfrm>
            <a:off x="96981" y="244929"/>
            <a:ext cx="6761019" cy="1071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101.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Onlara</a:t>
            </a:r>
            <a:r>
              <a:rPr lang="en-US" sz="2400" dirty="0"/>
              <a:t> Allah </a:t>
            </a:r>
            <a:r>
              <a:rPr lang="en-US" sz="2400" dirty="0" err="1"/>
              <a:t>katından</a:t>
            </a:r>
            <a:r>
              <a:rPr lang="en-US" sz="2400" dirty="0"/>
              <a:t>, </a:t>
            </a:r>
            <a:r>
              <a:rPr lang="en-US" sz="2400" dirty="0" err="1"/>
              <a:t>ellerindekini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geldiğinde</a:t>
            </a:r>
            <a:r>
              <a:rPr lang="en-US" sz="2400" dirty="0"/>
              <a:t> </a:t>
            </a:r>
            <a:endParaRPr lang="tr-TR" sz="2400" dirty="0"/>
          </a:p>
          <a:p>
            <a:r>
              <a:rPr lang="en-US" sz="2400" dirty="0"/>
              <a:t>— </a:t>
            </a:r>
            <a:r>
              <a:rPr lang="en-US" sz="2400" dirty="0" err="1"/>
              <a:t>sanki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hiç</a:t>
            </a:r>
            <a:r>
              <a:rPr lang="en-US" sz="2400" dirty="0"/>
              <a:t> </a:t>
            </a:r>
            <a:r>
              <a:rPr lang="en-US" sz="2400" dirty="0" err="1"/>
              <a:t>bilmiyorlarmış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—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kitabını</a:t>
            </a:r>
            <a:r>
              <a:rPr lang="en-US" sz="2400" dirty="0"/>
              <a:t> </a:t>
            </a:r>
            <a:r>
              <a:rPr lang="en-US" sz="2400" dirty="0" err="1"/>
              <a:t>arkalarına</a:t>
            </a:r>
            <a:r>
              <a:rPr lang="en-US" sz="2400" dirty="0"/>
              <a:t> </a:t>
            </a:r>
            <a:r>
              <a:rPr lang="en-US" sz="2400" dirty="0" err="1"/>
              <a:t>attılar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güçlü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semboldür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Ellerindekini</a:t>
            </a:r>
            <a:r>
              <a:rPr lang="en-US" sz="2400" dirty="0"/>
              <a:t> </a:t>
            </a:r>
            <a:r>
              <a:rPr lang="en-US" sz="2400" dirty="0" err="1"/>
              <a:t>tasdik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” =</a:t>
            </a:r>
          </a:p>
          <a:p>
            <a:r>
              <a:rPr lang="en-US" sz="2400" dirty="0"/>
              <a:t>Zaten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bilgine</a:t>
            </a:r>
            <a:r>
              <a:rPr lang="en-US" sz="2400" dirty="0"/>
              <a:t> </a:t>
            </a:r>
            <a:r>
              <a:rPr lang="en-US" sz="2400" dirty="0" err="1"/>
              <a:t>hitap</a:t>
            </a:r>
            <a:r>
              <a:rPr lang="en-US" sz="2400" dirty="0"/>
              <a:t> </a:t>
            </a:r>
            <a:r>
              <a:rPr lang="en-US" sz="2400" dirty="0" err="1"/>
              <a:t>eden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endParaRPr lang="en-US" sz="2400" dirty="0"/>
          </a:p>
          <a:p>
            <a:r>
              <a:rPr lang="en-US" sz="2400" dirty="0"/>
              <a:t>Ama ne </a:t>
            </a:r>
            <a:r>
              <a:rPr lang="en-US" sz="2400" dirty="0" err="1"/>
              <a:t>yapıldı</a:t>
            </a:r>
            <a:r>
              <a:rPr lang="en-US" sz="2400" dirty="0"/>
              <a:t>?“</a:t>
            </a:r>
            <a:r>
              <a:rPr lang="en-US" sz="2400" dirty="0" err="1"/>
              <a:t>Arkasına</a:t>
            </a:r>
            <a:r>
              <a:rPr lang="en-US" sz="2400" dirty="0"/>
              <a:t> </a:t>
            </a:r>
            <a:r>
              <a:rPr lang="en-US" sz="2400" dirty="0" err="1"/>
              <a:t>atıldı</a:t>
            </a:r>
            <a:r>
              <a:rPr lang="en-US" sz="2400" dirty="0"/>
              <a:t>.” Yani: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tanıdı</a:t>
            </a:r>
            <a:r>
              <a:rPr lang="en-US" sz="2400" dirty="0"/>
              <a:t> ama </a:t>
            </a:r>
            <a:r>
              <a:rPr lang="en-US" sz="2400" dirty="0" err="1"/>
              <a:t>reddetti</a:t>
            </a:r>
            <a:r>
              <a:rPr lang="en-US" sz="2400" dirty="0"/>
              <a:t>. Bu,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anlatır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“Bilgi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içindeydi</a:t>
            </a:r>
            <a:r>
              <a:rPr lang="en-US" sz="2400" dirty="0"/>
              <a:t>.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tanıdı</a:t>
            </a:r>
            <a:r>
              <a:rPr lang="en-US" sz="2400" dirty="0"/>
              <a:t>. Ama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egoya</a:t>
            </a:r>
            <a:r>
              <a:rPr lang="en-US" sz="2400" dirty="0"/>
              <a:t> </a:t>
            </a:r>
            <a:r>
              <a:rPr lang="en-US" sz="2400" dirty="0" err="1"/>
              <a:t>uymayı</a:t>
            </a:r>
            <a:r>
              <a:rPr lang="en-US" sz="2400" dirty="0"/>
              <a:t> </a:t>
            </a:r>
            <a:r>
              <a:rPr lang="en-US" sz="2400" dirty="0" err="1"/>
              <a:t>seçti.Ve</a:t>
            </a:r>
            <a:r>
              <a:rPr lang="en-US" sz="2400" dirty="0"/>
              <a:t> o </a:t>
            </a:r>
            <a:r>
              <a:rPr lang="en-US" sz="2400" dirty="0" err="1"/>
              <a:t>yüzden</a:t>
            </a: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sırtının</a:t>
            </a:r>
            <a:r>
              <a:rPr lang="en-US" sz="2400" dirty="0"/>
              <a:t> </a:t>
            </a:r>
            <a:r>
              <a:rPr lang="en-US" sz="2400" dirty="0" err="1"/>
              <a:t>arkasına</a:t>
            </a:r>
            <a:r>
              <a:rPr lang="en-US" sz="2400" dirty="0"/>
              <a:t> </a:t>
            </a:r>
            <a:r>
              <a:rPr lang="en-US" sz="2400" dirty="0" err="1"/>
              <a:t>attın</a:t>
            </a:r>
            <a:r>
              <a:rPr lang="en-US" sz="2400" dirty="0"/>
              <a:t>.” 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dürter</a:t>
            </a:r>
            <a:r>
              <a:rPr lang="en-US" sz="2400" dirty="0"/>
              <a:t>:</a:t>
            </a:r>
          </a:p>
          <a:p>
            <a:r>
              <a:rPr lang="en-US" sz="2400" dirty="0"/>
              <a:t>“Sen </a:t>
            </a:r>
            <a:r>
              <a:rPr lang="en-US" sz="2400" dirty="0" err="1"/>
              <a:t>içinden</a:t>
            </a:r>
            <a:r>
              <a:rPr lang="en-US" sz="2400" dirty="0"/>
              <a:t> </a:t>
            </a:r>
            <a:r>
              <a:rPr lang="en-US" sz="2400" dirty="0" err="1"/>
              <a:t>geleni</a:t>
            </a:r>
            <a:r>
              <a:rPr lang="en-US" sz="2400" dirty="0"/>
              <a:t> </a:t>
            </a:r>
            <a:r>
              <a:rPr lang="en-US" sz="2400" dirty="0" err="1"/>
              <a:t>tanıyor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dışarıdan</a:t>
            </a:r>
            <a:r>
              <a:rPr lang="en-US" sz="2400" dirty="0"/>
              <a:t> </a:t>
            </a:r>
            <a:r>
              <a:rPr lang="en-US" sz="2400" dirty="0" err="1"/>
              <a:t>gelen</a:t>
            </a:r>
            <a:r>
              <a:rPr lang="en-US" sz="2400" dirty="0"/>
              <a:t> </a:t>
            </a:r>
            <a:r>
              <a:rPr lang="en-US" sz="2400" dirty="0" err="1"/>
              <a:t>bilgiye</a:t>
            </a:r>
            <a:r>
              <a:rPr lang="en-US" sz="2400" dirty="0"/>
              <a:t> mi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yaşıyorsun</a:t>
            </a:r>
            <a:r>
              <a:rPr lang="en-US" sz="2400" dirty="0"/>
              <a:t>?”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: </a:t>
            </a:r>
            <a:r>
              <a:rPr lang="en-US" sz="2400" dirty="0" err="1"/>
              <a:t>Gerçek</a:t>
            </a:r>
            <a:r>
              <a:rPr lang="en-US" sz="2400" dirty="0"/>
              <a:t>, </a:t>
            </a:r>
            <a:r>
              <a:rPr lang="en-US" sz="2400" dirty="0" err="1"/>
              <a:t>bilgiye</a:t>
            </a:r>
            <a:r>
              <a:rPr lang="en-US" sz="2400" dirty="0"/>
              <a:t> </a:t>
            </a:r>
            <a:r>
              <a:rPr lang="en-US" sz="2400" dirty="0" err="1"/>
              <a:t>sahip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hizalanmaktır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 err="1"/>
              <a:t>Ayetler</a:t>
            </a:r>
            <a:r>
              <a:rPr lang="en-US" sz="2400" dirty="0"/>
              <a:t> sana </a:t>
            </a:r>
            <a:r>
              <a:rPr lang="en-US" sz="2400" dirty="0" err="1"/>
              <a:t>açıksa</a:t>
            </a:r>
            <a:r>
              <a:rPr lang="en-US" sz="2400" dirty="0"/>
              <a:t>, ama </a:t>
            </a:r>
            <a:r>
              <a:rPr lang="en-US" sz="2400" dirty="0" err="1"/>
              <a:t>sen</a:t>
            </a:r>
            <a:r>
              <a:rPr lang="en-US" sz="2400" dirty="0"/>
              <a:t> </a:t>
            </a:r>
            <a:r>
              <a:rPr lang="en-US" sz="2400" dirty="0" err="1"/>
              <a:t>hâlâ</a:t>
            </a:r>
            <a:r>
              <a:rPr lang="en-US" sz="2400" dirty="0"/>
              <a:t> </a:t>
            </a:r>
            <a:r>
              <a:rPr lang="en-US" sz="2400" dirty="0" err="1"/>
              <a:t>direniyorsan</a:t>
            </a:r>
            <a:r>
              <a:rPr lang="en-US" sz="2400" dirty="0"/>
              <a:t>… </a:t>
            </a:r>
            <a:br>
              <a:rPr lang="en-US" sz="2400" dirty="0"/>
            </a:br>
            <a:r>
              <a:rPr lang="en-US" sz="2400" dirty="0"/>
              <a:t>Bu,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göz</a:t>
            </a:r>
            <a:r>
              <a:rPr lang="en-US" sz="2400" dirty="0"/>
              <a:t> </a:t>
            </a:r>
            <a:r>
              <a:rPr lang="en-US" sz="2400" dirty="0" err="1"/>
              <a:t>sorunu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gönül</a:t>
            </a:r>
            <a:r>
              <a:rPr lang="en-US" sz="2400" dirty="0"/>
              <a:t> </a:t>
            </a:r>
            <a:r>
              <a:rPr lang="en-US" sz="2400" dirty="0" err="1"/>
              <a:t>sorunudur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/>
              <a:t>Ve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“Kitap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elinde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… ama </a:t>
            </a:r>
            <a:r>
              <a:rPr lang="en-US" sz="2400" dirty="0" err="1"/>
              <a:t>ruhun</a:t>
            </a:r>
            <a:r>
              <a:rPr lang="en-US" sz="2400" dirty="0"/>
              <a:t> </a:t>
            </a:r>
            <a:r>
              <a:rPr lang="en-US" sz="2400" dirty="0" err="1"/>
              <a:t>arkadaysa</a:t>
            </a:r>
            <a:r>
              <a:rPr lang="en-US" sz="2400" dirty="0"/>
              <a:t>, o </a:t>
            </a:r>
            <a:r>
              <a:rPr lang="en-US" sz="2400" dirty="0" err="1"/>
              <a:t>kitap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şekildir</a:t>
            </a:r>
            <a:r>
              <a:rPr lang="en-US" sz="2400" dirty="0"/>
              <a:t>.” </a:t>
            </a:r>
            <a:endParaRPr lang="tr-TR" sz="2400" dirty="0"/>
          </a:p>
          <a:p>
            <a:pPr marL="0" indent="0">
              <a:buNone/>
            </a:pPr>
            <a:r>
              <a:rPr lang="en-US" sz="2400" dirty="0"/>
              <a:t>“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kitap</a:t>
            </a:r>
            <a:r>
              <a:rPr lang="en-US" sz="2400" dirty="0"/>
              <a:t>, </a:t>
            </a:r>
            <a:r>
              <a:rPr lang="en-US" sz="2400" dirty="0" err="1"/>
              <a:t>kalpte</a:t>
            </a:r>
            <a:r>
              <a:rPr lang="en-US" sz="2400" dirty="0"/>
              <a:t> </a:t>
            </a:r>
            <a:r>
              <a:rPr lang="en-US" sz="2400" dirty="0" err="1"/>
              <a:t>yazılıdır</a:t>
            </a:r>
            <a:r>
              <a:rPr lang="en-US" sz="2400" dirty="0"/>
              <a:t>.” </a:t>
            </a:r>
            <a:endParaRPr lang="tr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971355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CA4A5C7-3F69-27F6-5980-6BF12CB0B0A5}"/>
              </a:ext>
            </a:extLst>
          </p:cNvPr>
          <p:cNvSpPr txBox="1"/>
          <p:nvPr/>
        </p:nvSpPr>
        <p:spPr>
          <a:xfrm>
            <a:off x="1" y="0"/>
            <a:ext cx="6743700" cy="1237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Bakara </a:t>
            </a:r>
            <a:r>
              <a:rPr lang="en-US" sz="2000" b="1" dirty="0" err="1"/>
              <a:t>Suresi’nin</a:t>
            </a:r>
            <a:r>
              <a:rPr lang="en-US" sz="2000" b="1" dirty="0"/>
              <a:t> 102–103. </a:t>
            </a:r>
            <a:r>
              <a:rPr lang="en-US" sz="2000" b="1" dirty="0" err="1"/>
              <a:t>ayetlerine</a:t>
            </a:r>
            <a:r>
              <a:rPr lang="en-US" sz="2000" b="1" dirty="0"/>
              <a:t> </a:t>
            </a:r>
            <a:r>
              <a:rPr lang="en-US" sz="2000" b="1" dirty="0" err="1"/>
              <a:t>giriyoruz</a:t>
            </a:r>
            <a:r>
              <a:rPr lang="en-US" sz="2000" b="1" dirty="0"/>
              <a:t>.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bölümde</a:t>
            </a:r>
            <a:r>
              <a:rPr lang="en-US" sz="2000" dirty="0"/>
              <a:t> </a:t>
            </a:r>
            <a:r>
              <a:rPr lang="en-US" sz="2000" dirty="0" err="1"/>
              <a:t>Kur’an’ın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yanlış</a:t>
            </a:r>
            <a:r>
              <a:rPr lang="en-US" sz="2000" dirty="0"/>
              <a:t> </a:t>
            </a:r>
            <a:r>
              <a:rPr lang="en-US" sz="2000" dirty="0" err="1"/>
              <a:t>anlaşılan</a:t>
            </a:r>
            <a:r>
              <a:rPr lang="en-US" sz="2000" dirty="0"/>
              <a:t> </a:t>
            </a:r>
            <a:r>
              <a:rPr lang="en-US" sz="2000" dirty="0" err="1"/>
              <a:t>kavramlarından</a:t>
            </a:r>
            <a:r>
              <a:rPr lang="en-US" sz="2000" dirty="0"/>
              <a:t> </a:t>
            </a:r>
            <a:r>
              <a:rPr lang="en-US" sz="2000" dirty="0" err="1"/>
              <a:t>biri</a:t>
            </a:r>
            <a:r>
              <a:rPr lang="en-US" sz="2000" dirty="0"/>
              <a:t> </a:t>
            </a:r>
            <a:r>
              <a:rPr lang="en-US" sz="2000" dirty="0" err="1"/>
              <a:t>geçiyor</a:t>
            </a:r>
            <a:r>
              <a:rPr lang="en-US" sz="2000" dirty="0"/>
              <a:t>:“</a:t>
            </a:r>
            <a:r>
              <a:rPr lang="en-US" sz="2000" dirty="0" err="1"/>
              <a:t>Büyü</a:t>
            </a:r>
            <a:r>
              <a:rPr lang="en-US" sz="2000" dirty="0"/>
              <a:t>.”Ama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anlatılan</a:t>
            </a:r>
            <a:r>
              <a:rPr lang="en-US" sz="2000" dirty="0"/>
              <a:t>, </a:t>
            </a:r>
            <a:r>
              <a:rPr lang="en-US" sz="2000" dirty="0" err="1"/>
              <a:t>sihirli</a:t>
            </a:r>
            <a:r>
              <a:rPr lang="en-US" sz="2000" dirty="0"/>
              <a:t> </a:t>
            </a:r>
            <a:r>
              <a:rPr lang="en-US" sz="2000" dirty="0" err="1"/>
              <a:t>sözler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</a:t>
            </a:r>
            <a:r>
              <a:rPr lang="en-US" sz="2000" dirty="0" err="1"/>
              <a:t>enerjiyi</a:t>
            </a:r>
            <a:r>
              <a:rPr lang="en-US" sz="2000" dirty="0"/>
              <a:t> </a:t>
            </a:r>
            <a:r>
              <a:rPr lang="en-US" sz="2000" dirty="0" err="1"/>
              <a:t>çarpıtan</a:t>
            </a:r>
            <a:r>
              <a:rPr lang="en-US" sz="2000" dirty="0"/>
              <a:t> </a:t>
            </a:r>
            <a:r>
              <a:rPr lang="en-US" sz="2000" dirty="0" err="1"/>
              <a:t>zihin,gerçeği</a:t>
            </a:r>
            <a:r>
              <a:rPr lang="en-US" sz="2000" dirty="0"/>
              <a:t> </a:t>
            </a:r>
            <a:r>
              <a:rPr lang="en-US" sz="2000" dirty="0" err="1"/>
              <a:t>manipüle</a:t>
            </a:r>
            <a:r>
              <a:rPr lang="en-US" sz="2000" dirty="0"/>
              <a:t>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bilgi,ve</a:t>
            </a:r>
            <a:r>
              <a:rPr lang="tr-TR" sz="2000" dirty="0"/>
              <a:t> </a:t>
            </a:r>
            <a:r>
              <a:rPr lang="en-US" sz="2000" dirty="0" err="1"/>
              <a:t>aşkı</a:t>
            </a:r>
            <a:r>
              <a:rPr lang="en-US" sz="2000" dirty="0"/>
              <a:t> </a:t>
            </a:r>
            <a:r>
              <a:rPr lang="en-US" sz="2000" dirty="0" err="1"/>
              <a:t>illüzyona</a:t>
            </a:r>
            <a:r>
              <a:rPr lang="en-US" sz="2000" dirty="0"/>
              <a:t> </a:t>
            </a:r>
            <a:r>
              <a:rPr lang="en-US" sz="2000" dirty="0" err="1"/>
              <a:t>dönüştüren</a:t>
            </a:r>
            <a:r>
              <a:rPr lang="en-US" sz="2000" dirty="0"/>
              <a:t> </a:t>
            </a:r>
            <a:r>
              <a:rPr lang="en-US" sz="2000" dirty="0" err="1"/>
              <a:t>bilinçtir</a:t>
            </a:r>
            <a:r>
              <a:rPr lang="en-US" sz="2000" dirty="0"/>
              <a:t>.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102–103</a:t>
            </a:r>
            <a:endParaRPr lang="tr-TR" sz="2000" b="1" dirty="0"/>
          </a:p>
          <a:p>
            <a:pPr marL="0" indent="0">
              <a:buNone/>
            </a:pPr>
            <a:r>
              <a:rPr lang="en-US" sz="2000" b="1" dirty="0" err="1"/>
              <a:t>Bölüm</a:t>
            </a:r>
            <a:r>
              <a:rPr lang="en-US" sz="2000" b="1" dirty="0"/>
              <a:t>: </a:t>
            </a:r>
            <a:r>
              <a:rPr lang="en-US" sz="2000" dirty="0"/>
              <a:t>“</a:t>
            </a:r>
            <a:r>
              <a:rPr lang="en-US" sz="2000" dirty="0" err="1"/>
              <a:t>Enerjiyle</a:t>
            </a:r>
            <a:r>
              <a:rPr lang="en-US" sz="2000" dirty="0"/>
              <a:t> </a:t>
            </a:r>
            <a:r>
              <a:rPr lang="en-US" sz="2000" dirty="0" err="1"/>
              <a:t>Oynamak</a:t>
            </a:r>
            <a:r>
              <a:rPr lang="en-US" sz="2000" dirty="0"/>
              <a:t>, </a:t>
            </a:r>
            <a:r>
              <a:rPr lang="en-US" sz="2000" dirty="0" err="1"/>
              <a:t>Aşkı</a:t>
            </a:r>
            <a:r>
              <a:rPr lang="en-US" sz="2000" dirty="0"/>
              <a:t> </a:t>
            </a:r>
            <a:r>
              <a:rPr lang="en-US" sz="2000" dirty="0" err="1"/>
              <a:t>İllüzyona</a:t>
            </a:r>
            <a:r>
              <a:rPr lang="en-US" sz="2000" dirty="0"/>
              <a:t> </a:t>
            </a:r>
            <a:r>
              <a:rPr lang="en-US" sz="2000" dirty="0" err="1"/>
              <a:t>Dönüştürmek”Hakikat</a:t>
            </a:r>
            <a:r>
              <a:rPr lang="en-US" sz="2000" dirty="0"/>
              <a:t> </a:t>
            </a:r>
            <a:r>
              <a:rPr lang="en-US" sz="2000" dirty="0" err="1"/>
              <a:t>Frekansı</a:t>
            </a:r>
            <a:r>
              <a:rPr lang="en-US" sz="2000" dirty="0"/>
              <a:t>, Oyuna </a:t>
            </a:r>
            <a:r>
              <a:rPr lang="en-US" sz="2000" dirty="0" err="1"/>
              <a:t>Gelmez</a:t>
            </a:r>
            <a:r>
              <a:rPr lang="en-US" sz="2000" dirty="0"/>
              <a:t>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102.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Süleyman’ın</a:t>
            </a:r>
            <a:r>
              <a:rPr lang="en-US" sz="2000" dirty="0"/>
              <a:t> </a:t>
            </a:r>
            <a:r>
              <a:rPr lang="en-US" sz="2000" dirty="0" err="1"/>
              <a:t>mülkü</a:t>
            </a:r>
            <a:r>
              <a:rPr lang="en-US" sz="2000" dirty="0"/>
              <a:t> </a:t>
            </a:r>
            <a:r>
              <a:rPr lang="en-US" sz="2000" dirty="0" err="1"/>
              <a:t>hakkında</a:t>
            </a:r>
            <a:r>
              <a:rPr lang="en-US" sz="2000" dirty="0"/>
              <a:t> </a:t>
            </a:r>
            <a:r>
              <a:rPr lang="en-US" sz="2000" dirty="0" err="1"/>
              <a:t>şeytanlar</a:t>
            </a:r>
            <a:r>
              <a:rPr lang="en-US" sz="2000" dirty="0"/>
              <a:t> </a:t>
            </a:r>
            <a:r>
              <a:rPr lang="en-US" sz="2000" dirty="0" err="1"/>
              <a:t>inkâr</a:t>
            </a:r>
            <a:r>
              <a:rPr lang="en-US" sz="2000" dirty="0"/>
              <a:t> </a:t>
            </a:r>
            <a:r>
              <a:rPr lang="en-US" sz="2000" dirty="0" err="1"/>
              <a:t>etti</a:t>
            </a:r>
            <a:r>
              <a:rPr lang="en-US" sz="2000" dirty="0"/>
              <a:t>; </a:t>
            </a:r>
            <a:r>
              <a:rPr lang="en-US" sz="2000" dirty="0" err="1"/>
              <a:t>insanlara</a:t>
            </a:r>
            <a:r>
              <a:rPr lang="en-US" sz="2000" dirty="0"/>
              <a:t> </a:t>
            </a:r>
            <a:r>
              <a:rPr lang="en-US" sz="2000" dirty="0" err="1"/>
              <a:t>büyüyü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Babil’deki</a:t>
            </a:r>
            <a:r>
              <a:rPr lang="en-US" sz="2000" dirty="0"/>
              <a:t> Harut </a:t>
            </a:r>
            <a:r>
              <a:rPr lang="en-US" sz="2000" dirty="0" err="1"/>
              <a:t>ve</a:t>
            </a:r>
            <a:r>
              <a:rPr lang="en-US" sz="2000" dirty="0"/>
              <a:t> Marut </a:t>
            </a:r>
            <a:r>
              <a:rPr lang="en-US" sz="2000" dirty="0" err="1"/>
              <a:t>adlı</a:t>
            </a:r>
            <a:r>
              <a:rPr lang="en-US" sz="2000" dirty="0"/>
              <a:t>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meleğe</a:t>
            </a:r>
            <a:r>
              <a:rPr lang="en-US" sz="2000" dirty="0"/>
              <a:t> </a:t>
            </a:r>
            <a:r>
              <a:rPr lang="en-US" sz="2000" dirty="0" err="1"/>
              <a:t>indirilen</a:t>
            </a:r>
            <a:r>
              <a:rPr lang="en-US" sz="2000" dirty="0"/>
              <a:t> </a:t>
            </a:r>
            <a:r>
              <a:rPr lang="en-US" sz="2000" dirty="0" err="1"/>
              <a:t>bilgiyi</a:t>
            </a:r>
            <a:r>
              <a:rPr lang="en-US" sz="2000" dirty="0"/>
              <a:t> </a:t>
            </a:r>
            <a:r>
              <a:rPr lang="en-US" sz="2000" dirty="0" err="1"/>
              <a:t>öğretiyorlardı</a:t>
            </a:r>
            <a:r>
              <a:rPr lang="en-US" sz="2000" dirty="0"/>
              <a:t>. </a:t>
            </a:r>
            <a:r>
              <a:rPr lang="en-US" sz="2000" dirty="0" err="1"/>
              <a:t>Oysa</a:t>
            </a:r>
            <a:r>
              <a:rPr lang="en-US" sz="2000" dirty="0"/>
              <a:t> o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melek</a:t>
            </a:r>
            <a:r>
              <a:rPr lang="en-US" sz="2000" dirty="0"/>
              <a:t>, ‘Biz </a:t>
            </a:r>
            <a:r>
              <a:rPr lang="en-US" sz="2000" dirty="0" err="1"/>
              <a:t>ancak</a:t>
            </a:r>
            <a:r>
              <a:rPr lang="en-US" sz="2000" dirty="0"/>
              <a:t> </a:t>
            </a:r>
            <a:r>
              <a:rPr lang="en-US" sz="2000" dirty="0" err="1"/>
              <a:t>imtihan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gönderildik</a:t>
            </a:r>
            <a:r>
              <a:rPr lang="en-US" sz="2000" dirty="0"/>
              <a:t>, </a:t>
            </a:r>
            <a:r>
              <a:rPr lang="en-US" sz="2000" dirty="0" err="1"/>
              <a:t>sakın</a:t>
            </a:r>
            <a:r>
              <a:rPr lang="en-US" sz="2000" dirty="0"/>
              <a:t> </a:t>
            </a:r>
            <a:r>
              <a:rPr lang="en-US" sz="2000" dirty="0" err="1"/>
              <a:t>inkâr</a:t>
            </a:r>
            <a:r>
              <a:rPr lang="en-US" sz="2000" dirty="0"/>
              <a:t> </a:t>
            </a:r>
            <a:r>
              <a:rPr lang="en-US" sz="2000" dirty="0" err="1"/>
              <a:t>etme</a:t>
            </a:r>
            <a:r>
              <a:rPr lang="en-US" sz="2000" dirty="0"/>
              <a:t>’ </a:t>
            </a:r>
            <a:r>
              <a:rPr lang="en-US" sz="2000" dirty="0" err="1"/>
              <a:t>demedikçe</a:t>
            </a:r>
            <a:r>
              <a:rPr lang="en-US" sz="2000" dirty="0"/>
              <a:t> </a:t>
            </a:r>
            <a:r>
              <a:rPr lang="en-US" sz="2000" dirty="0" err="1"/>
              <a:t>kimseye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şey</a:t>
            </a:r>
            <a:r>
              <a:rPr lang="en-US" sz="2000" dirty="0"/>
              <a:t> </a:t>
            </a:r>
            <a:r>
              <a:rPr lang="en-US" sz="2000" dirty="0" err="1"/>
              <a:t>öğretmezdi</a:t>
            </a:r>
            <a:r>
              <a:rPr lang="en-US" sz="2000" dirty="0"/>
              <a:t>. </a:t>
            </a:r>
            <a:r>
              <a:rPr lang="en-US" sz="2000" dirty="0" err="1"/>
              <a:t>İnsanlar</a:t>
            </a:r>
            <a:r>
              <a:rPr lang="en-US" sz="2000" dirty="0"/>
              <a:t>, </a:t>
            </a:r>
            <a:r>
              <a:rPr lang="en-US" sz="2000" dirty="0" err="1"/>
              <a:t>koca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karısının</a:t>
            </a:r>
            <a:r>
              <a:rPr lang="en-US" sz="2000" dirty="0"/>
              <a:t> </a:t>
            </a:r>
            <a:r>
              <a:rPr lang="en-US" sz="2000" dirty="0" err="1"/>
              <a:t>arasını</a:t>
            </a:r>
            <a:r>
              <a:rPr lang="en-US" sz="2000" dirty="0"/>
              <a:t> </a:t>
            </a:r>
            <a:r>
              <a:rPr lang="en-US" sz="2000" dirty="0" err="1"/>
              <a:t>açacak</a:t>
            </a:r>
            <a:r>
              <a:rPr lang="en-US" sz="2000" dirty="0"/>
              <a:t> </a:t>
            </a:r>
            <a:r>
              <a:rPr lang="en-US" sz="2000" dirty="0" err="1"/>
              <a:t>şeyleri</a:t>
            </a:r>
            <a:r>
              <a:rPr lang="en-US" sz="2000" dirty="0"/>
              <a:t> </a:t>
            </a:r>
            <a:r>
              <a:rPr lang="en-US" sz="2000" dirty="0" err="1"/>
              <a:t>öğreniyorlardı</a:t>
            </a:r>
            <a:r>
              <a:rPr lang="en-US" sz="2000" dirty="0"/>
              <a:t>. </a:t>
            </a:r>
            <a:r>
              <a:rPr lang="en-US" sz="2000" dirty="0" err="1"/>
              <a:t>Hâlbuki</a:t>
            </a:r>
            <a:r>
              <a:rPr lang="en-US" sz="2000" dirty="0"/>
              <a:t> </a:t>
            </a:r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izni</a:t>
            </a:r>
            <a:r>
              <a:rPr lang="en-US" sz="2000" dirty="0"/>
              <a:t> </a:t>
            </a:r>
            <a:r>
              <a:rPr lang="en-US" sz="2000" dirty="0" err="1"/>
              <a:t>olmadan</a:t>
            </a:r>
            <a:r>
              <a:rPr lang="en-US" sz="2000" dirty="0"/>
              <a:t> </a:t>
            </a:r>
            <a:r>
              <a:rPr lang="en-US" sz="2000" dirty="0" err="1"/>
              <a:t>kimseye</a:t>
            </a:r>
            <a:r>
              <a:rPr lang="en-US" sz="2000" dirty="0"/>
              <a:t> </a:t>
            </a:r>
            <a:r>
              <a:rPr lang="en-US" sz="2000" dirty="0" err="1"/>
              <a:t>zarar</a:t>
            </a:r>
            <a:r>
              <a:rPr lang="en-US" sz="2000" dirty="0"/>
              <a:t> </a:t>
            </a:r>
            <a:r>
              <a:rPr lang="en-US" sz="2000" dirty="0" err="1"/>
              <a:t>veremezlerdi</a:t>
            </a:r>
            <a:r>
              <a:rPr lang="en-US" sz="2000" dirty="0"/>
              <a:t>. </a:t>
            </a:r>
            <a:r>
              <a:rPr lang="en-US" sz="2000" dirty="0" err="1"/>
              <a:t>Böylece</a:t>
            </a:r>
            <a:r>
              <a:rPr lang="en-US" sz="2000" dirty="0"/>
              <a:t> </a:t>
            </a:r>
            <a:r>
              <a:rPr lang="en-US" sz="2000" dirty="0" err="1"/>
              <a:t>kendilerine</a:t>
            </a:r>
            <a:r>
              <a:rPr lang="en-US" sz="2000" dirty="0"/>
              <a:t> </a:t>
            </a:r>
            <a:r>
              <a:rPr lang="en-US" sz="2000" dirty="0" err="1"/>
              <a:t>zarar</a:t>
            </a:r>
            <a:r>
              <a:rPr lang="en-US" sz="2000" dirty="0"/>
              <a:t> </a:t>
            </a:r>
            <a:r>
              <a:rPr lang="en-US" sz="2000" dirty="0" err="1"/>
              <a:t>verecek</a:t>
            </a:r>
            <a:r>
              <a:rPr lang="en-US" sz="2000" dirty="0"/>
              <a:t> </a:t>
            </a:r>
            <a:r>
              <a:rPr lang="en-US" sz="2000" dirty="0" err="1"/>
              <a:t>şeyi</a:t>
            </a:r>
            <a:r>
              <a:rPr lang="en-US" sz="2000" dirty="0"/>
              <a:t> </a:t>
            </a:r>
            <a:r>
              <a:rPr lang="en-US" sz="2000" dirty="0" err="1"/>
              <a:t>öğreniyorlardı</a:t>
            </a:r>
            <a:r>
              <a:rPr lang="en-US" sz="2000" dirty="0"/>
              <a:t>; </a:t>
            </a:r>
            <a:r>
              <a:rPr lang="en-US" sz="2000" dirty="0" err="1"/>
              <a:t>fayda</a:t>
            </a:r>
            <a:r>
              <a:rPr lang="en-US" sz="2000" dirty="0"/>
              <a:t> </a:t>
            </a:r>
            <a:r>
              <a:rPr lang="en-US" sz="2000" dirty="0" err="1"/>
              <a:t>sağlayacak</a:t>
            </a:r>
            <a:r>
              <a:rPr lang="en-US" sz="2000" dirty="0"/>
              <a:t> </a:t>
            </a:r>
            <a:r>
              <a:rPr lang="en-US" sz="2000" dirty="0" err="1"/>
              <a:t>şeyi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. </a:t>
            </a:r>
            <a:r>
              <a:rPr lang="en-US" sz="2000" dirty="0" err="1"/>
              <a:t>Onların</a:t>
            </a:r>
            <a:r>
              <a:rPr lang="en-US" sz="2000" dirty="0"/>
              <a:t> </a:t>
            </a:r>
            <a:r>
              <a:rPr lang="en-US" sz="2000" dirty="0" err="1"/>
              <a:t>bunu</a:t>
            </a:r>
            <a:r>
              <a:rPr lang="en-US" sz="2000" dirty="0"/>
              <a:t> </a:t>
            </a:r>
            <a:r>
              <a:rPr lang="en-US" sz="2000" dirty="0" err="1"/>
              <a:t>satın</a:t>
            </a:r>
            <a:r>
              <a:rPr lang="en-US" sz="2000" dirty="0"/>
              <a:t> </a:t>
            </a:r>
            <a:r>
              <a:rPr lang="en-US" sz="2000" dirty="0" err="1"/>
              <a:t>alanların</a:t>
            </a:r>
            <a:r>
              <a:rPr lang="en-US" sz="2000" dirty="0"/>
              <a:t>, </a:t>
            </a:r>
            <a:r>
              <a:rPr lang="en-US" sz="2000" dirty="0" err="1"/>
              <a:t>âhirette</a:t>
            </a:r>
            <a:r>
              <a:rPr lang="en-US" sz="2000" dirty="0"/>
              <a:t> </a:t>
            </a:r>
            <a:r>
              <a:rPr lang="en-US" sz="2000" dirty="0" err="1"/>
              <a:t>hiçbir</a:t>
            </a:r>
            <a:r>
              <a:rPr lang="en-US" sz="2000" dirty="0"/>
              <a:t> </a:t>
            </a:r>
            <a:r>
              <a:rPr lang="en-US" sz="2000" dirty="0" err="1"/>
              <a:t>nasibi</a:t>
            </a:r>
            <a:r>
              <a:rPr lang="en-US" sz="2000" dirty="0"/>
              <a:t> </a:t>
            </a:r>
            <a:r>
              <a:rPr lang="en-US" sz="2000" dirty="0" err="1"/>
              <a:t>olmadığını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iyi </a:t>
            </a:r>
            <a:r>
              <a:rPr lang="en-US" sz="2000" dirty="0" err="1"/>
              <a:t>bildiklerini</a:t>
            </a:r>
            <a:r>
              <a:rPr lang="en-US" sz="2000" dirty="0"/>
              <a:t> </a:t>
            </a:r>
            <a:r>
              <a:rPr lang="en-US" sz="2000" dirty="0" err="1"/>
              <a:t>andolsun</a:t>
            </a:r>
            <a:r>
              <a:rPr lang="en-US" sz="2000" dirty="0"/>
              <a:t> </a:t>
            </a:r>
            <a:r>
              <a:rPr lang="en-US" sz="2000" dirty="0" err="1"/>
              <a:t>görmüşsün</a:t>
            </a:r>
            <a:r>
              <a:rPr lang="en-US" sz="2000" dirty="0"/>
              <a:t>. </a:t>
            </a:r>
            <a:r>
              <a:rPr lang="en-US" sz="2000" dirty="0" err="1"/>
              <a:t>Karşılığında</a:t>
            </a:r>
            <a:r>
              <a:rPr lang="en-US" sz="2000" dirty="0"/>
              <a:t> </a:t>
            </a:r>
            <a:r>
              <a:rPr lang="en-US" sz="2000" dirty="0" err="1"/>
              <a:t>kendilerini</a:t>
            </a:r>
            <a:r>
              <a:rPr lang="en-US" sz="2000" dirty="0"/>
              <a:t> </a:t>
            </a:r>
            <a:r>
              <a:rPr lang="en-US" sz="2000" dirty="0" err="1"/>
              <a:t>sattıkları</a:t>
            </a:r>
            <a:r>
              <a:rPr lang="en-US" sz="2000" dirty="0"/>
              <a:t> </a:t>
            </a:r>
            <a:r>
              <a:rPr lang="en-US" sz="2000" dirty="0" err="1"/>
              <a:t>şey</a:t>
            </a:r>
            <a:r>
              <a:rPr lang="en-US" sz="2000" dirty="0"/>
              <a:t> ne </a:t>
            </a:r>
            <a:r>
              <a:rPr lang="en-US" sz="2000" dirty="0" err="1"/>
              <a:t>kötüdür</a:t>
            </a:r>
            <a:r>
              <a:rPr lang="en-US" sz="2000" dirty="0"/>
              <a:t>. Bir </a:t>
            </a:r>
            <a:r>
              <a:rPr lang="en-US" sz="2000" dirty="0" err="1"/>
              <a:t>bilselerdi</a:t>
            </a:r>
            <a:r>
              <a:rPr lang="en-US" sz="2000" dirty="0"/>
              <a:t>!”</a:t>
            </a:r>
          </a:p>
          <a:p>
            <a:endParaRPr lang="tr-TR" sz="2000" b="1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tr-TR" sz="2000" b="1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katmanlı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semboliktir.Buradaki</a:t>
            </a:r>
            <a:r>
              <a:rPr lang="en-US" sz="2000" dirty="0"/>
              <a:t> “</a:t>
            </a:r>
            <a:r>
              <a:rPr lang="en-US" sz="2000" dirty="0" err="1"/>
              <a:t>büyü</a:t>
            </a:r>
            <a:r>
              <a:rPr lang="en-US" sz="2000" dirty="0"/>
              <a:t>”,</a:t>
            </a:r>
            <a:r>
              <a:rPr lang="en-US" sz="2000" dirty="0" err="1"/>
              <a:t>bilgiyle</a:t>
            </a:r>
            <a:r>
              <a:rPr lang="en-US" sz="2000" dirty="0"/>
              <a:t> </a:t>
            </a:r>
            <a:r>
              <a:rPr lang="en-US" sz="2000" dirty="0" err="1"/>
              <a:t>oynayan</a:t>
            </a:r>
            <a:r>
              <a:rPr lang="en-US" sz="2000" dirty="0"/>
              <a:t> </a:t>
            </a:r>
            <a:r>
              <a:rPr lang="en-US" sz="2000" dirty="0" err="1"/>
              <a:t>zihni</a:t>
            </a:r>
            <a:r>
              <a:rPr lang="en-US" sz="2000" dirty="0"/>
              <a:t> </a:t>
            </a:r>
            <a:r>
              <a:rPr lang="en-US" sz="2000" dirty="0" err="1"/>
              <a:t>temsil</a:t>
            </a:r>
            <a:r>
              <a:rPr lang="en-US" sz="2000" dirty="0"/>
              <a:t> </a:t>
            </a:r>
            <a:r>
              <a:rPr lang="en-US" sz="2000" dirty="0" err="1"/>
              <a:t>eder</a:t>
            </a:r>
            <a:r>
              <a:rPr lang="en-US" sz="2000" dirty="0"/>
              <a:t>.</a:t>
            </a:r>
          </a:p>
          <a:p>
            <a:r>
              <a:rPr lang="en-US" sz="2000" b="1" dirty="0" err="1"/>
              <a:t>Semboller</a:t>
            </a:r>
            <a:r>
              <a:rPr lang="en-US" sz="2000" b="1" dirty="0"/>
              <a:t>:</a:t>
            </a:r>
          </a:p>
          <a:p>
            <a:r>
              <a:rPr lang="en-US" sz="2000" dirty="0"/>
              <a:t>Süleyman = </a:t>
            </a:r>
            <a:r>
              <a:rPr lang="en-US" sz="2000" dirty="0" err="1"/>
              <a:t>Bilgelik</a:t>
            </a:r>
            <a:r>
              <a:rPr lang="en-US" sz="2000" dirty="0"/>
              <a:t>,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yönetim</a:t>
            </a:r>
            <a:r>
              <a:rPr lang="en-US" sz="2000" dirty="0"/>
              <a:t>, </a:t>
            </a:r>
            <a:r>
              <a:rPr lang="en-US" sz="2000" dirty="0" err="1"/>
              <a:t>kalp</a:t>
            </a:r>
            <a:r>
              <a:rPr lang="en-US" sz="2000" dirty="0"/>
              <a:t> </a:t>
            </a:r>
            <a:r>
              <a:rPr lang="en-US" sz="2000" dirty="0" err="1"/>
              <a:t>rehberliği</a:t>
            </a:r>
            <a:endParaRPr lang="en-US" sz="2000" dirty="0"/>
          </a:p>
          <a:p>
            <a:r>
              <a:rPr lang="en-US" sz="2000" dirty="0" err="1"/>
              <a:t>Şeytanlar</a:t>
            </a:r>
            <a:r>
              <a:rPr lang="en-US" sz="2000" dirty="0"/>
              <a:t> = 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çarpıtan</a:t>
            </a:r>
            <a:r>
              <a:rPr lang="en-US" sz="2000" dirty="0"/>
              <a:t> </a:t>
            </a:r>
            <a:r>
              <a:rPr lang="en-US" sz="2000" dirty="0" err="1"/>
              <a:t>frekanslar</a:t>
            </a:r>
            <a:endParaRPr lang="en-US" sz="2000" dirty="0"/>
          </a:p>
          <a:p>
            <a:r>
              <a:rPr lang="en-US" sz="2000" dirty="0"/>
              <a:t>Harut </a:t>
            </a:r>
            <a:r>
              <a:rPr lang="en-US" sz="2000" dirty="0" err="1"/>
              <a:t>ve</a:t>
            </a:r>
            <a:r>
              <a:rPr lang="en-US" sz="2000" dirty="0"/>
              <a:t> Marut = Bilgi </a:t>
            </a:r>
            <a:r>
              <a:rPr lang="en-US" sz="2000" dirty="0" err="1"/>
              <a:t>taşıyan</a:t>
            </a:r>
            <a:r>
              <a:rPr lang="en-US" sz="2000" dirty="0"/>
              <a:t> </a:t>
            </a:r>
            <a:r>
              <a:rPr lang="en-US" sz="2000" dirty="0" err="1"/>
              <a:t>nötr</a:t>
            </a:r>
            <a:r>
              <a:rPr lang="en-US" sz="2000" dirty="0"/>
              <a:t> </a:t>
            </a:r>
            <a:r>
              <a:rPr lang="en-US" sz="2000" dirty="0" err="1"/>
              <a:t>enerjiler</a:t>
            </a:r>
            <a:r>
              <a:rPr lang="en-US" sz="2000" dirty="0"/>
              <a:t> (</a:t>
            </a:r>
            <a:r>
              <a:rPr lang="en-US" sz="2000" dirty="0" err="1"/>
              <a:t>melekler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Büyü</a:t>
            </a:r>
            <a:r>
              <a:rPr lang="en-US" sz="2000" dirty="0"/>
              <a:t> = </a:t>
            </a:r>
            <a:r>
              <a:rPr lang="en-US" sz="2000" dirty="0" err="1"/>
              <a:t>Bilgiyi</a:t>
            </a:r>
            <a:r>
              <a:rPr lang="en-US" sz="2000" dirty="0"/>
              <a:t> ego </a:t>
            </a:r>
            <a:r>
              <a:rPr lang="en-US" sz="2000" dirty="0" err="1"/>
              <a:t>amaçlı</a:t>
            </a:r>
            <a:r>
              <a:rPr lang="en-US" sz="2000" dirty="0"/>
              <a:t> </a:t>
            </a:r>
            <a:r>
              <a:rPr lang="en-US" sz="2000" dirty="0" err="1"/>
              <a:t>kullanmak</a:t>
            </a:r>
            <a:endParaRPr lang="en-US" sz="2000" dirty="0"/>
          </a:p>
          <a:p>
            <a:r>
              <a:rPr lang="en-US" sz="2000" dirty="0" err="1"/>
              <a:t>Kadın</a:t>
            </a:r>
            <a:r>
              <a:rPr lang="en-US" sz="2000" dirty="0"/>
              <a:t>–</a:t>
            </a:r>
            <a:r>
              <a:rPr lang="en-US" sz="2000" dirty="0" err="1"/>
              <a:t>erkek</a:t>
            </a:r>
            <a:r>
              <a:rPr lang="en-US" sz="2000" dirty="0"/>
              <a:t> </a:t>
            </a:r>
            <a:r>
              <a:rPr lang="en-US" sz="2000" dirty="0" err="1"/>
              <a:t>arası</a:t>
            </a:r>
            <a:r>
              <a:rPr lang="en-US" sz="2000" dirty="0"/>
              <a:t> </a:t>
            </a:r>
            <a:r>
              <a:rPr lang="en-US" sz="2000" dirty="0" err="1"/>
              <a:t>ayrılık</a:t>
            </a:r>
            <a:r>
              <a:rPr lang="en-US" sz="2000" dirty="0"/>
              <a:t> = </a:t>
            </a:r>
            <a:r>
              <a:rPr lang="en-US" sz="2000" dirty="0" err="1"/>
              <a:t>Kutbun</a:t>
            </a:r>
            <a:r>
              <a:rPr lang="en-US" sz="2000" dirty="0"/>
              <a:t>, </a:t>
            </a:r>
            <a:r>
              <a:rPr lang="en-US" sz="2000" dirty="0" err="1"/>
              <a:t>aşkın</a:t>
            </a:r>
            <a:r>
              <a:rPr lang="en-US" sz="2000" dirty="0"/>
              <a:t>, </a:t>
            </a:r>
            <a:r>
              <a:rPr lang="en-US" sz="2000" dirty="0" err="1"/>
              <a:t>bütünlüğün</a:t>
            </a:r>
            <a:r>
              <a:rPr lang="en-US" sz="2000" dirty="0"/>
              <a:t> </a:t>
            </a:r>
            <a:r>
              <a:rPr lang="en-US" sz="2000" dirty="0" err="1"/>
              <a:t>bozulması</a:t>
            </a:r>
            <a:endParaRPr lang="en-US" sz="2000" dirty="0"/>
          </a:p>
          <a:p>
            <a:r>
              <a:rPr lang="en-US" sz="2000" dirty="0"/>
              <a:t>Zarar–</a:t>
            </a:r>
            <a:r>
              <a:rPr lang="en-US" sz="2000" dirty="0" err="1"/>
              <a:t>fayda</a:t>
            </a:r>
            <a:r>
              <a:rPr lang="en-US" sz="2000" dirty="0"/>
              <a:t> = </a:t>
            </a:r>
            <a:r>
              <a:rPr lang="en-US" sz="2000" dirty="0" err="1"/>
              <a:t>Frekansın</a:t>
            </a:r>
            <a:r>
              <a:rPr lang="en-US" sz="2000" dirty="0"/>
              <a:t> </a:t>
            </a:r>
            <a:r>
              <a:rPr lang="en-US" sz="2000" dirty="0" err="1"/>
              <a:t>yönü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söyler</a:t>
            </a:r>
            <a:r>
              <a:rPr lang="en-US" sz="2000" dirty="0"/>
              <a:t>: “Enerji </a:t>
            </a:r>
            <a:r>
              <a:rPr lang="en-US" sz="2000" dirty="0" err="1"/>
              <a:t>nötrdür</a:t>
            </a:r>
            <a:r>
              <a:rPr lang="en-US" sz="2000" dirty="0"/>
              <a:t>. Ama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nasıl</a:t>
            </a:r>
            <a:r>
              <a:rPr lang="en-US" sz="2000" dirty="0"/>
              <a:t> </a:t>
            </a:r>
            <a:r>
              <a:rPr lang="en-US" sz="2000" dirty="0" err="1"/>
              <a:t>kullandığınla</a:t>
            </a:r>
            <a:r>
              <a:rPr lang="en-US" sz="2000" dirty="0"/>
              <a:t> </a:t>
            </a:r>
            <a:r>
              <a:rPr lang="en-US" sz="2000" dirty="0" err="1"/>
              <a:t>kaderini</a:t>
            </a:r>
            <a:r>
              <a:rPr lang="en-US" sz="2000" dirty="0"/>
              <a:t> </a:t>
            </a:r>
            <a:r>
              <a:rPr lang="en-US" sz="2000" dirty="0" err="1"/>
              <a:t>yazarsın</a:t>
            </a:r>
            <a:r>
              <a:rPr lang="en-US" sz="2000" dirty="0"/>
              <a:t>.” Ve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hassas</a:t>
            </a:r>
            <a:r>
              <a:rPr lang="en-US" sz="2000" dirty="0"/>
              <a:t> </a:t>
            </a:r>
            <a:r>
              <a:rPr lang="en-US" sz="2000" dirty="0" err="1"/>
              <a:t>yer</a:t>
            </a:r>
            <a:r>
              <a:rPr lang="en-US" sz="2000" dirty="0"/>
              <a:t>: </a:t>
            </a:r>
            <a:endParaRPr lang="tr-TR" sz="2000" dirty="0"/>
          </a:p>
          <a:p>
            <a:r>
              <a:rPr lang="en-US" sz="2000" dirty="0" err="1"/>
              <a:t>Aşk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anlatılan</a:t>
            </a:r>
            <a:r>
              <a:rPr lang="en-US" sz="2000" dirty="0"/>
              <a:t>, </a:t>
            </a:r>
            <a:r>
              <a:rPr lang="en-US" sz="2000" dirty="0" err="1"/>
              <a:t>birbirine</a:t>
            </a:r>
            <a:r>
              <a:rPr lang="en-US" sz="2000" dirty="0"/>
              <a:t> </a:t>
            </a:r>
            <a:r>
              <a:rPr lang="en-US" sz="2000" dirty="0" err="1"/>
              <a:t>ait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kutbun</a:t>
            </a:r>
            <a:r>
              <a:rPr lang="en-US" sz="2000" dirty="0"/>
              <a:t> </a:t>
            </a:r>
            <a:r>
              <a:rPr lang="en-US" sz="2000" dirty="0" err="1"/>
              <a:t>arasına</a:t>
            </a:r>
            <a:r>
              <a:rPr lang="en-US" sz="2000" dirty="0"/>
              <a:t> “</a:t>
            </a:r>
            <a:r>
              <a:rPr lang="en-US" sz="2000" dirty="0" err="1"/>
              <a:t>bilgi</a:t>
            </a:r>
            <a:r>
              <a:rPr lang="en-US" sz="2000" dirty="0"/>
              <a:t>” </a:t>
            </a:r>
            <a:r>
              <a:rPr lang="en-US" sz="2000" dirty="0" err="1"/>
              <a:t>aracılığıyla</a:t>
            </a:r>
            <a:r>
              <a:rPr lang="en-US" sz="2000" dirty="0"/>
              <a:t> </a:t>
            </a:r>
            <a:r>
              <a:rPr lang="en-US" sz="2000" dirty="0" err="1"/>
              <a:t>girilmesi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Yani:Gerçek</a:t>
            </a:r>
            <a:r>
              <a:rPr lang="en-US" sz="2000" dirty="0"/>
              <a:t> </a:t>
            </a:r>
            <a:r>
              <a:rPr lang="en-US" sz="2000" dirty="0" err="1"/>
              <a:t>aşkı</a:t>
            </a:r>
            <a:r>
              <a:rPr lang="en-US" sz="2000" dirty="0"/>
              <a:t> </a:t>
            </a:r>
            <a:r>
              <a:rPr lang="en-US" sz="2000" dirty="0" err="1"/>
              <a:t>parçalamak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,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oyunlaştırılır</a:t>
            </a:r>
            <a:r>
              <a:rPr lang="en-US" sz="2000" dirty="0"/>
              <a:t>. Enerji </a:t>
            </a:r>
            <a:r>
              <a:rPr lang="en-US" sz="2000" dirty="0" err="1"/>
              <a:t>çarpıtılır</a:t>
            </a:r>
            <a:r>
              <a:rPr lang="en-US" sz="2000" dirty="0"/>
              <a:t>. Ve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karanlık</a:t>
            </a:r>
            <a:r>
              <a:rPr lang="en-US" sz="2000" dirty="0"/>
              <a:t> </a:t>
            </a:r>
            <a:r>
              <a:rPr lang="en-US" sz="2000" dirty="0" err="1"/>
              <a:t>büyüye</a:t>
            </a:r>
            <a:r>
              <a:rPr lang="en-US" sz="2000" dirty="0"/>
              <a:t> </a:t>
            </a:r>
            <a:r>
              <a:rPr lang="en-US" sz="2000" dirty="0" err="1"/>
              <a:t>dönüşür</a:t>
            </a:r>
            <a:r>
              <a:rPr lang="en-US" sz="2000" dirty="0"/>
              <a:t>. </a:t>
            </a:r>
            <a:endParaRPr lang="en-TR" sz="2000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57834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789055D-B005-B1EC-B6CC-4E98F5A94E8B}"/>
              </a:ext>
            </a:extLst>
          </p:cNvPr>
          <p:cNvSpPr txBox="1"/>
          <p:nvPr/>
        </p:nvSpPr>
        <p:spPr>
          <a:xfrm>
            <a:off x="0" y="152400"/>
            <a:ext cx="6857999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103.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iman</a:t>
            </a:r>
            <a:r>
              <a:rPr lang="en-US" sz="2400" dirty="0"/>
              <a:t> </a:t>
            </a:r>
            <a:r>
              <a:rPr lang="en-US" sz="2400" dirty="0" err="1"/>
              <a:t>edip</a:t>
            </a:r>
            <a:r>
              <a:rPr lang="en-US" sz="2400" dirty="0"/>
              <a:t> </a:t>
            </a:r>
            <a:r>
              <a:rPr lang="en-US" sz="2400" dirty="0" err="1"/>
              <a:t>takvaya</a:t>
            </a:r>
            <a:r>
              <a:rPr lang="en-US" sz="2400" dirty="0"/>
              <a:t> </a:t>
            </a:r>
            <a:r>
              <a:rPr lang="en-US" sz="2400" dirty="0" err="1"/>
              <a:t>ermiş</a:t>
            </a:r>
            <a:r>
              <a:rPr lang="en-US" sz="2400" dirty="0"/>
              <a:t> </a:t>
            </a:r>
            <a:r>
              <a:rPr lang="en-US" sz="2400" dirty="0" err="1"/>
              <a:t>olsalardı</a:t>
            </a:r>
            <a:r>
              <a:rPr lang="en-US" sz="2400" dirty="0"/>
              <a:t>, Allah </a:t>
            </a:r>
            <a:r>
              <a:rPr lang="en-US" sz="2400" dirty="0" err="1"/>
              <a:t>katından</a:t>
            </a:r>
            <a:r>
              <a:rPr lang="en-US" sz="2400" dirty="0"/>
              <a:t> </a:t>
            </a:r>
            <a:r>
              <a:rPr lang="en-US" sz="2400" dirty="0" err="1"/>
              <a:t>alacakları</a:t>
            </a:r>
            <a:r>
              <a:rPr lang="en-US" sz="2400" dirty="0"/>
              <a:t> </a:t>
            </a:r>
            <a:r>
              <a:rPr lang="en-US" sz="2400" dirty="0" err="1"/>
              <a:t>mükâfat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hayırlı</a:t>
            </a:r>
            <a:r>
              <a:rPr lang="en-US" sz="2400" dirty="0"/>
              <a:t> </a:t>
            </a:r>
            <a:r>
              <a:rPr lang="en-US" sz="2400" dirty="0" err="1"/>
              <a:t>olurdu</a:t>
            </a:r>
            <a:r>
              <a:rPr lang="en-US" sz="2400" dirty="0"/>
              <a:t>. Bir </a:t>
            </a:r>
            <a:r>
              <a:rPr lang="en-US" sz="2400" dirty="0" err="1"/>
              <a:t>bilselerdi</a:t>
            </a:r>
            <a:r>
              <a:rPr lang="en-US" sz="2400" dirty="0"/>
              <a:t>!”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cevabı</a:t>
            </a:r>
            <a:r>
              <a:rPr lang="en-US" sz="2400" dirty="0"/>
              <a:t> </a:t>
            </a:r>
            <a:r>
              <a:rPr lang="en-US" sz="2400" dirty="0" err="1"/>
              <a:t>gelir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Gerçek</a:t>
            </a:r>
            <a:r>
              <a:rPr lang="en-US" sz="2400" dirty="0"/>
              <a:t> </a:t>
            </a:r>
            <a:r>
              <a:rPr lang="en-US" sz="2400" dirty="0" err="1"/>
              <a:t>korunma</a:t>
            </a:r>
            <a:r>
              <a:rPr lang="en-US" sz="2400" dirty="0"/>
              <a:t>, </a:t>
            </a:r>
            <a:r>
              <a:rPr lang="en-US" sz="2400" dirty="0" err="1"/>
              <a:t>bilgiyle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 </a:t>
            </a:r>
            <a:r>
              <a:rPr lang="en-US" sz="2400" dirty="0" err="1"/>
              <a:t>kalple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.” </a:t>
            </a:r>
          </a:p>
          <a:p>
            <a:r>
              <a:rPr lang="en-US" sz="2400" dirty="0"/>
              <a:t>İman = Kalbe </a:t>
            </a:r>
            <a:r>
              <a:rPr lang="en-US" sz="2400" dirty="0" err="1"/>
              <a:t>yerleşmiş</a:t>
            </a:r>
            <a:r>
              <a:rPr lang="en-US" sz="2400" dirty="0"/>
              <a:t> </a:t>
            </a:r>
            <a:r>
              <a:rPr lang="en-US" sz="2400" dirty="0" err="1"/>
              <a:t>hakikat</a:t>
            </a:r>
            <a:endParaRPr lang="en-US" sz="2400" dirty="0"/>
          </a:p>
          <a:p>
            <a:r>
              <a:rPr lang="en-US" sz="2400" dirty="0" err="1"/>
              <a:t>Takva</a:t>
            </a:r>
            <a:r>
              <a:rPr lang="en-US" sz="2400" dirty="0"/>
              <a:t> = </a:t>
            </a:r>
            <a:r>
              <a:rPr lang="en-US" sz="2400" dirty="0" err="1"/>
              <a:t>Duruş</a:t>
            </a:r>
            <a:r>
              <a:rPr lang="en-US" sz="2400" dirty="0"/>
              <a:t>,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koruması</a:t>
            </a:r>
            <a:endParaRPr lang="en-US" sz="2400" dirty="0"/>
          </a:p>
          <a:p>
            <a:r>
              <a:rPr lang="en-US" sz="2400" dirty="0" err="1"/>
              <a:t>Mükâfat</a:t>
            </a:r>
            <a:r>
              <a:rPr lang="en-US" sz="2400" dirty="0"/>
              <a:t> = </a:t>
            </a:r>
            <a:r>
              <a:rPr lang="en-US" sz="2400" dirty="0" err="1"/>
              <a:t>İç</a:t>
            </a:r>
            <a:r>
              <a:rPr lang="en-US" sz="2400" dirty="0"/>
              <a:t> </a:t>
            </a:r>
            <a:r>
              <a:rPr lang="en-US" sz="2400" dirty="0" err="1"/>
              <a:t>huzur</a:t>
            </a:r>
            <a:r>
              <a:rPr lang="en-US" sz="2400" dirty="0"/>
              <a:t>, </a:t>
            </a:r>
            <a:r>
              <a:rPr lang="en-US" sz="2400" dirty="0" err="1"/>
              <a:t>ilahi</a:t>
            </a:r>
            <a:r>
              <a:rPr lang="en-US" sz="2400" dirty="0"/>
              <a:t> </a:t>
            </a:r>
            <a:r>
              <a:rPr lang="en-US" sz="2400" dirty="0" err="1"/>
              <a:t>destek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der ki: “Sen </a:t>
            </a:r>
            <a:r>
              <a:rPr lang="en-US" sz="2400" dirty="0" err="1"/>
              <a:t>enerjiyi</a:t>
            </a:r>
            <a:r>
              <a:rPr lang="en-US" sz="2400" dirty="0"/>
              <a:t> </a:t>
            </a:r>
            <a:r>
              <a:rPr lang="en-US" sz="2400" dirty="0" err="1"/>
              <a:t>kontrol</a:t>
            </a:r>
            <a:r>
              <a:rPr lang="en-US" sz="2400" dirty="0"/>
              <a:t> </a:t>
            </a:r>
            <a:r>
              <a:rPr lang="en-US" sz="2400" dirty="0" err="1"/>
              <a:t>etmeye</a:t>
            </a:r>
            <a:r>
              <a:rPr lang="en-US" sz="2400" dirty="0"/>
              <a:t> </a:t>
            </a:r>
            <a:r>
              <a:rPr lang="en-US" sz="2400" dirty="0" err="1"/>
              <a:t>çalışırsan</a:t>
            </a:r>
            <a:r>
              <a:rPr lang="en-US" sz="2400" dirty="0"/>
              <a:t>…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</a:t>
            </a:r>
            <a:r>
              <a:rPr lang="en-US" sz="2400" dirty="0" err="1"/>
              <a:t>boğulursun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Ama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kalbini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r>
              <a:rPr lang="en-US" sz="2400" dirty="0"/>
              <a:t> </a:t>
            </a:r>
            <a:r>
              <a:rPr lang="en-US" sz="2400" dirty="0" err="1"/>
              <a:t>edersen</a:t>
            </a:r>
            <a:r>
              <a:rPr lang="en-US" sz="2400" dirty="0"/>
              <a:t>, </a:t>
            </a:r>
            <a:br>
              <a:rPr lang="en-US" sz="2400" dirty="0"/>
            </a:b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bütün</a:t>
            </a:r>
            <a:r>
              <a:rPr lang="en-US" sz="2400" dirty="0"/>
              <a:t> </a:t>
            </a:r>
            <a:r>
              <a:rPr lang="en-US" sz="2400" dirty="0" err="1"/>
              <a:t>frekanslar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taşır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bölüm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özel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uyarıyla</a:t>
            </a:r>
            <a:r>
              <a:rPr lang="en-US" sz="2400" dirty="0"/>
              <a:t> </a:t>
            </a:r>
            <a:r>
              <a:rPr lang="en-US" sz="2400" dirty="0" err="1"/>
              <a:t>buluşturur</a:t>
            </a:r>
            <a:r>
              <a:rPr lang="en-US" sz="2400" dirty="0"/>
              <a:t>: Bilgi </a:t>
            </a:r>
            <a:r>
              <a:rPr lang="en-US" sz="2400" dirty="0" err="1"/>
              <a:t>nötrdür</a:t>
            </a:r>
            <a:r>
              <a:rPr lang="en-US" sz="2400" dirty="0"/>
              <a:t>, ama </a:t>
            </a:r>
            <a:r>
              <a:rPr lang="en-US" sz="2400" dirty="0" err="1"/>
              <a:t>niyet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ışığa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gölgeye</a:t>
            </a:r>
            <a:r>
              <a:rPr lang="en-US" sz="2400" dirty="0"/>
              <a:t> </a:t>
            </a:r>
            <a:r>
              <a:rPr lang="en-US" sz="2400" dirty="0" err="1"/>
              <a:t>dönüştürür</a:t>
            </a:r>
            <a:r>
              <a:rPr lang="en-US" sz="2400" dirty="0"/>
              <a:t>. </a:t>
            </a:r>
            <a:r>
              <a:rPr lang="en-US" sz="2400" dirty="0" err="1"/>
              <a:t>Aşk</a:t>
            </a:r>
            <a:r>
              <a:rPr lang="en-US" sz="2400" dirty="0"/>
              <a:t>,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kutsal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.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içine</a:t>
            </a:r>
            <a:r>
              <a:rPr lang="en-US" sz="2400" dirty="0"/>
              <a:t> </a:t>
            </a:r>
            <a:r>
              <a:rPr lang="en-US" sz="2400" dirty="0" err="1"/>
              <a:t>giren</a:t>
            </a:r>
            <a:r>
              <a:rPr lang="en-US" sz="2400" dirty="0"/>
              <a:t> </a:t>
            </a:r>
            <a:r>
              <a:rPr lang="en-US" sz="2400" dirty="0" err="1"/>
              <a:t>çarpık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, </a:t>
            </a:r>
            <a:r>
              <a:rPr lang="en-US" sz="2400" dirty="0" err="1"/>
              <a:t>sistemi</a:t>
            </a:r>
            <a:r>
              <a:rPr lang="en-US" sz="2400" dirty="0"/>
              <a:t> </a:t>
            </a:r>
            <a:r>
              <a:rPr lang="en-US" sz="2400" dirty="0" err="1"/>
              <a:t>bozar</a:t>
            </a:r>
            <a:r>
              <a:rPr lang="en-US" sz="2400" dirty="0"/>
              <a:t>. Ve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önemlisi</a:t>
            </a:r>
            <a:r>
              <a:rPr lang="en-US" sz="2400" dirty="0"/>
              <a:t>: 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Korunmak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bilgiye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takvaya</a:t>
            </a:r>
            <a:r>
              <a:rPr lang="en-US" sz="2400" dirty="0"/>
              <a:t>, </a:t>
            </a:r>
            <a:r>
              <a:rPr lang="en-US" sz="2400" dirty="0" err="1"/>
              <a:t>yani</a:t>
            </a:r>
            <a:r>
              <a:rPr lang="en-US" sz="2400" dirty="0"/>
              <a:t>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frekansına</a:t>
            </a:r>
            <a:r>
              <a:rPr lang="en-US" sz="2400" dirty="0"/>
              <a:t> </a:t>
            </a:r>
            <a:r>
              <a:rPr lang="en-US" sz="2400" dirty="0" err="1"/>
              <a:t>ihtiyacın</a:t>
            </a:r>
            <a:r>
              <a:rPr lang="en-US" sz="2400" dirty="0"/>
              <a:t> var.”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104–105. </a:t>
            </a:r>
            <a:r>
              <a:rPr lang="en-US" sz="2400" dirty="0" err="1"/>
              <a:t>ayetlerine</a:t>
            </a:r>
            <a:r>
              <a:rPr lang="en-US" sz="2400" dirty="0"/>
              <a:t> </a:t>
            </a:r>
            <a:r>
              <a:rPr lang="en-US" sz="2400" dirty="0" err="1"/>
              <a:t>giriyoruz</a:t>
            </a:r>
            <a:r>
              <a:rPr lang="en-US" sz="2400" dirty="0"/>
              <a:t>.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bölüm,sözlerin</a:t>
            </a:r>
            <a:r>
              <a:rPr lang="en-US" sz="2400" dirty="0"/>
              <a:t> </a:t>
            </a:r>
            <a:r>
              <a:rPr lang="en-US" sz="2400" dirty="0" err="1"/>
              <a:t>enerjisini,kelimelerin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oyunlarını,ve</a:t>
            </a:r>
            <a:r>
              <a:rPr lang="tr-TR" sz="2400" dirty="0"/>
              <a:t> </a:t>
            </a:r>
            <a:r>
              <a:rPr lang="en-US" sz="2400" dirty="0" err="1"/>
              <a:t>hakikatin</a:t>
            </a:r>
            <a:r>
              <a:rPr lang="en-US" sz="2400" dirty="0"/>
              <a:t> </a:t>
            </a:r>
            <a:r>
              <a:rPr lang="en-US" sz="2400" dirty="0" err="1"/>
              <a:t>ışığına</a:t>
            </a:r>
            <a:r>
              <a:rPr lang="en-US" sz="2400" dirty="0"/>
              <a:t> </a:t>
            </a:r>
            <a:r>
              <a:rPr lang="en-US" sz="2400" dirty="0" err="1"/>
              <a:t>tahammül</a:t>
            </a:r>
            <a:r>
              <a:rPr lang="en-US" sz="2400" dirty="0"/>
              <a:t> </a:t>
            </a:r>
            <a:r>
              <a:rPr lang="en-US" sz="2400" dirty="0" err="1"/>
              <a:t>edemeyen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savunmalarını</a:t>
            </a:r>
            <a:r>
              <a:rPr lang="en-US" sz="2400" dirty="0"/>
              <a:t> </a:t>
            </a:r>
            <a:r>
              <a:rPr lang="en-US" sz="2400" dirty="0" err="1"/>
              <a:t>açığa</a:t>
            </a:r>
            <a:r>
              <a:rPr lang="en-US" sz="2400" dirty="0"/>
              <a:t> </a:t>
            </a:r>
            <a:r>
              <a:rPr lang="en-US" sz="2400" dirty="0" err="1"/>
              <a:t>çıkarır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artık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sana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Konuştuğun</a:t>
            </a:r>
            <a:r>
              <a:rPr lang="en-US" sz="2400" dirty="0"/>
              <a:t> </a:t>
            </a:r>
            <a:r>
              <a:rPr lang="en-US" sz="2400" dirty="0" err="1"/>
              <a:t>söz</a:t>
            </a:r>
            <a:r>
              <a:rPr lang="en-US" sz="2400" dirty="0"/>
              <a:t>… </a:t>
            </a:r>
            <a:r>
              <a:rPr lang="en-US" sz="2400" dirty="0" err="1"/>
              <a:t>kalbinden</a:t>
            </a:r>
            <a:r>
              <a:rPr lang="en-US" sz="2400" dirty="0"/>
              <a:t> mi </a:t>
            </a:r>
            <a:r>
              <a:rPr lang="en-US" sz="2400" dirty="0" err="1"/>
              <a:t>geliyor</a:t>
            </a:r>
            <a:r>
              <a:rPr lang="en-US" sz="2400" dirty="0"/>
              <a:t>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zihnin</a:t>
            </a:r>
            <a:r>
              <a:rPr lang="en-US" sz="2400" dirty="0"/>
              <a:t> </a:t>
            </a:r>
            <a:r>
              <a:rPr lang="en-US" sz="2400" dirty="0" err="1"/>
              <a:t>maskesinden</a:t>
            </a:r>
            <a:r>
              <a:rPr lang="en-US" sz="2400" dirty="0"/>
              <a:t> mi?” </a:t>
            </a:r>
            <a:endParaRPr lang="en-TR" sz="2400" dirty="0"/>
          </a:p>
          <a:p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914304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3B509B9-0596-CF7E-11F7-32A82D633A4B}"/>
              </a:ext>
            </a:extLst>
          </p:cNvPr>
          <p:cNvSpPr txBox="1"/>
          <p:nvPr/>
        </p:nvSpPr>
        <p:spPr>
          <a:xfrm>
            <a:off x="0" y="0"/>
            <a:ext cx="6858000" cy="1083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104–105</a:t>
            </a:r>
            <a:endParaRPr lang="tr-TR" sz="2400" b="1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</a:t>
            </a:r>
            <a:r>
              <a:rPr lang="en-US" sz="2000" dirty="0" err="1"/>
              <a:t>Sözlerin</a:t>
            </a:r>
            <a:r>
              <a:rPr lang="en-US" sz="2000" dirty="0"/>
              <a:t> </a:t>
            </a:r>
            <a:r>
              <a:rPr lang="en-US" sz="2000" dirty="0" err="1"/>
              <a:t>Frekansı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Işıktan</a:t>
            </a:r>
            <a:r>
              <a:rPr lang="en-US" sz="2000" dirty="0"/>
              <a:t> </a:t>
            </a:r>
            <a:r>
              <a:rPr lang="en-US" sz="2000" dirty="0" err="1"/>
              <a:t>Rahatsız</a:t>
            </a:r>
            <a:r>
              <a:rPr lang="en-US" sz="2000" dirty="0"/>
              <a:t> Olan </a:t>
            </a:r>
            <a:r>
              <a:rPr lang="en-US" sz="2000" dirty="0" err="1"/>
              <a:t>Zihin</a:t>
            </a:r>
            <a:r>
              <a:rPr lang="en-US" sz="2000" dirty="0"/>
              <a:t>”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Kelimelerde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Niyetin</a:t>
            </a:r>
            <a:r>
              <a:rPr lang="en-US" sz="2000" dirty="0"/>
              <a:t> </a:t>
            </a:r>
            <a:r>
              <a:rPr lang="en-US" sz="2000" dirty="0" err="1"/>
              <a:t>Enerjisindedir</a:t>
            </a:r>
            <a:r>
              <a:rPr lang="en-US" sz="2000" dirty="0"/>
              <a:t>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104. </a:t>
            </a:r>
            <a:r>
              <a:rPr lang="en-US" sz="2000" b="1" dirty="0" err="1"/>
              <a:t>Ayet</a:t>
            </a:r>
            <a:endParaRPr lang="tr-TR" sz="2000" dirty="0"/>
          </a:p>
          <a:p>
            <a:r>
              <a:rPr lang="en-US" sz="2000" dirty="0"/>
              <a:t>“Ey </a:t>
            </a:r>
            <a:r>
              <a:rPr lang="en-US" sz="2000" dirty="0" err="1"/>
              <a:t>iman</a:t>
            </a:r>
            <a:r>
              <a:rPr lang="en-US" sz="2000" dirty="0"/>
              <a:t> </a:t>
            </a:r>
            <a:r>
              <a:rPr lang="en-US" sz="2000" dirty="0" err="1"/>
              <a:t>edenler</a:t>
            </a:r>
            <a:r>
              <a:rPr lang="en-US" sz="2000" dirty="0"/>
              <a:t>! ‘</a:t>
            </a:r>
            <a:r>
              <a:rPr lang="en-US" sz="2000" dirty="0" err="1"/>
              <a:t>Râinâ</a:t>
            </a:r>
            <a:r>
              <a:rPr lang="en-US" sz="2000" dirty="0"/>
              <a:t>’ </a:t>
            </a:r>
            <a:r>
              <a:rPr lang="en-US" sz="2000" dirty="0" err="1"/>
              <a:t>demeyin</a:t>
            </a:r>
            <a:r>
              <a:rPr lang="en-US" sz="2000" dirty="0"/>
              <a:t>, ‘</a:t>
            </a:r>
            <a:r>
              <a:rPr lang="en-US" sz="2000" dirty="0" err="1"/>
              <a:t>Unzurnâ</a:t>
            </a:r>
            <a:r>
              <a:rPr lang="en-US" sz="2000" dirty="0"/>
              <a:t>’ </a:t>
            </a:r>
            <a:r>
              <a:rPr lang="en-US" sz="2000" dirty="0" err="1"/>
              <a:t>deyin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dinleyin.Kâfirler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elem</a:t>
            </a:r>
            <a:r>
              <a:rPr lang="en-US" sz="2000" dirty="0"/>
              <a:t> </a:t>
            </a:r>
            <a:r>
              <a:rPr lang="en-US" sz="2000" dirty="0" err="1"/>
              <a:t>dolu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azap</a:t>
            </a:r>
            <a:r>
              <a:rPr lang="en-US" sz="2000" dirty="0"/>
              <a:t> </a:t>
            </a:r>
            <a:r>
              <a:rPr lang="en-US" sz="2000" dirty="0" err="1"/>
              <a:t>vardır</a:t>
            </a:r>
            <a:r>
              <a:rPr lang="en-US" sz="2000" dirty="0"/>
              <a:t>.”</a:t>
            </a:r>
          </a:p>
          <a:p>
            <a:endParaRPr lang="tr-TR" sz="2000" b="1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sözlerin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kodlarına</a:t>
            </a:r>
            <a:r>
              <a:rPr lang="en-US" sz="2000" dirty="0"/>
              <a:t> </a:t>
            </a:r>
            <a:r>
              <a:rPr lang="en-US" sz="2000" dirty="0" err="1"/>
              <a:t>dikkat</a:t>
            </a:r>
            <a:r>
              <a:rPr lang="en-US" sz="2000" dirty="0"/>
              <a:t> </a:t>
            </a:r>
            <a:r>
              <a:rPr lang="en-US" sz="2000" dirty="0" err="1"/>
              <a:t>çeker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kelime</a:t>
            </a:r>
            <a:r>
              <a:rPr lang="en-US" sz="2000" dirty="0"/>
              <a:t> </a:t>
            </a:r>
            <a:r>
              <a:rPr lang="en-US" sz="2000" dirty="0" err="1"/>
              <a:t>oyunu</a:t>
            </a:r>
            <a:r>
              <a:rPr lang="en-US" sz="2000" dirty="0"/>
              <a:t> </a:t>
            </a:r>
            <a:r>
              <a:rPr lang="en-US" sz="2000" dirty="0" err="1"/>
              <a:t>yapılmıştır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Râinâ</a:t>
            </a:r>
            <a:r>
              <a:rPr lang="en-US" sz="2000" dirty="0"/>
              <a:t>” = </a:t>
            </a:r>
            <a:r>
              <a:rPr lang="en-US" sz="2000" dirty="0" err="1"/>
              <a:t>Görünüşte</a:t>
            </a:r>
            <a:r>
              <a:rPr lang="en-US" sz="2000" dirty="0"/>
              <a:t> “</a:t>
            </a:r>
            <a:r>
              <a:rPr lang="en-US" sz="2000" dirty="0" err="1"/>
              <a:t>bizi</a:t>
            </a:r>
            <a:r>
              <a:rPr lang="en-US" sz="2000" dirty="0"/>
              <a:t> </a:t>
            </a:r>
            <a:r>
              <a:rPr lang="en-US" sz="2000" dirty="0" err="1"/>
              <a:t>gözet</a:t>
            </a:r>
            <a:r>
              <a:rPr lang="en-US" sz="2000" dirty="0"/>
              <a:t>” </a:t>
            </a:r>
            <a:r>
              <a:rPr lang="en-US" sz="2000" dirty="0" err="1"/>
              <a:t>anlamında</a:t>
            </a:r>
            <a:r>
              <a:rPr lang="en-US" sz="2000" dirty="0"/>
              <a:t>,</a:t>
            </a:r>
          </a:p>
          <a:p>
            <a:r>
              <a:rPr lang="en-US" sz="2000" dirty="0"/>
              <a:t>ama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zamanda</a:t>
            </a:r>
            <a:r>
              <a:rPr lang="en-US" sz="2000" dirty="0"/>
              <a:t> </a:t>
            </a:r>
            <a:r>
              <a:rPr lang="en-US" sz="2000" dirty="0" err="1"/>
              <a:t>alaycı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çarpık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ifade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Unzurnâ</a:t>
            </a:r>
            <a:r>
              <a:rPr lang="en-US" sz="2000" dirty="0"/>
              <a:t>” = “Bize </a:t>
            </a:r>
            <a:r>
              <a:rPr lang="en-US" sz="2000" dirty="0" err="1"/>
              <a:t>bak</a:t>
            </a:r>
            <a:r>
              <a:rPr lang="en-US" sz="2000" dirty="0"/>
              <a:t>” </a:t>
            </a:r>
            <a:r>
              <a:rPr lang="en-US" sz="2000" dirty="0" err="1"/>
              <a:t>anlamında</a:t>
            </a:r>
            <a:r>
              <a:rPr lang="en-US" sz="2000" dirty="0"/>
              <a:t>,</a:t>
            </a:r>
          </a:p>
          <a:p>
            <a:r>
              <a:rPr lang="en-US" sz="2000" dirty="0" err="1"/>
              <a:t>saf</a:t>
            </a:r>
            <a:r>
              <a:rPr lang="en-US" sz="2000" dirty="0"/>
              <a:t> </a:t>
            </a:r>
            <a:r>
              <a:rPr lang="en-US" sz="2000" dirty="0" err="1"/>
              <a:t>niyetli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çağrıdır</a:t>
            </a:r>
            <a:r>
              <a:rPr lang="tr-TR" sz="2000" dirty="0"/>
              <a:t>.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şuna</a:t>
            </a:r>
            <a:r>
              <a:rPr lang="en-US" sz="2000" dirty="0"/>
              <a:t> </a:t>
            </a:r>
            <a:r>
              <a:rPr lang="en-US" sz="2000" dirty="0" err="1"/>
              <a:t>davet</a:t>
            </a:r>
            <a:r>
              <a:rPr lang="en-US" sz="2000" dirty="0"/>
              <a:t> </a:t>
            </a:r>
            <a:r>
              <a:rPr lang="en-US" sz="2000" dirty="0" err="1"/>
              <a:t>eder</a:t>
            </a:r>
            <a:r>
              <a:rPr lang="en-US" sz="2000" dirty="0"/>
              <a:t>: “</a:t>
            </a:r>
            <a:r>
              <a:rPr lang="en-US" sz="2000" dirty="0" err="1"/>
              <a:t>Ağzından</a:t>
            </a:r>
            <a:r>
              <a:rPr lang="en-US" sz="2000" dirty="0"/>
              <a:t> </a:t>
            </a:r>
            <a:r>
              <a:rPr lang="en-US" sz="2000" dirty="0" err="1"/>
              <a:t>çıkan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kelime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enerjidir</a:t>
            </a:r>
            <a:r>
              <a:rPr lang="en-US" sz="2000" dirty="0"/>
              <a:t>. Ve </a:t>
            </a:r>
            <a:r>
              <a:rPr lang="en-US" sz="2000" dirty="0" err="1"/>
              <a:t>kelimenin</a:t>
            </a:r>
            <a:r>
              <a:rPr lang="en-US" sz="2000" dirty="0"/>
              <a:t> </a:t>
            </a:r>
            <a:r>
              <a:rPr lang="en-US" sz="2000" dirty="0" err="1"/>
              <a:t>kökü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niyeti</a:t>
            </a:r>
            <a:r>
              <a:rPr lang="en-US" sz="2000" dirty="0"/>
              <a:t> </a:t>
            </a:r>
            <a:r>
              <a:rPr lang="en-US" sz="2000" dirty="0" err="1"/>
              <a:t>belirleyicidir</a:t>
            </a:r>
            <a:r>
              <a:rPr lang="en-US" sz="2000" dirty="0"/>
              <a:t>.”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uyarır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“</a:t>
            </a:r>
            <a:r>
              <a:rPr lang="en-US" sz="2000" dirty="0" err="1"/>
              <a:t>Kelimeleri</a:t>
            </a:r>
            <a:r>
              <a:rPr lang="en-US" sz="2000" dirty="0"/>
              <a:t>, </a:t>
            </a:r>
            <a:r>
              <a:rPr lang="en-US" sz="2000" dirty="0" err="1"/>
              <a:t>zihinsel</a:t>
            </a:r>
            <a:r>
              <a:rPr lang="en-US" sz="2000" dirty="0"/>
              <a:t> </a:t>
            </a:r>
            <a:r>
              <a:rPr lang="en-US" sz="2000" dirty="0" err="1"/>
              <a:t>oyunlarla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kalpten</a:t>
            </a:r>
            <a:r>
              <a:rPr lang="en-US" sz="2000" dirty="0"/>
              <a:t>, </a:t>
            </a:r>
            <a:r>
              <a:rPr lang="en-US" sz="2000" dirty="0" err="1"/>
              <a:t>safiyetle</a:t>
            </a:r>
            <a:r>
              <a:rPr lang="en-US" sz="2000" dirty="0"/>
              <a:t> </a:t>
            </a:r>
            <a:r>
              <a:rPr lang="en-US" sz="2000" dirty="0" err="1"/>
              <a:t>kullan</a:t>
            </a:r>
            <a:r>
              <a:rPr lang="en-US" sz="2000" dirty="0"/>
              <a:t>.”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şekilden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özden</a:t>
            </a:r>
            <a:r>
              <a:rPr lang="en-US" sz="2000" dirty="0"/>
              <a:t> </a:t>
            </a:r>
            <a:r>
              <a:rPr lang="en-US" sz="2000" dirty="0" err="1"/>
              <a:t>okunur</a:t>
            </a:r>
            <a:r>
              <a:rPr lang="en-US" sz="2000" dirty="0"/>
              <a:t>. 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105.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“Kitap </a:t>
            </a:r>
            <a:r>
              <a:rPr lang="en-US" sz="2000" dirty="0" err="1"/>
              <a:t>ehlinden</a:t>
            </a:r>
            <a:r>
              <a:rPr lang="en-US" sz="2000" dirty="0"/>
              <a:t> </a:t>
            </a:r>
            <a:r>
              <a:rPr lang="en-US" sz="2000" dirty="0" err="1"/>
              <a:t>inkâr</a:t>
            </a:r>
            <a:r>
              <a:rPr lang="en-US" sz="2000" dirty="0"/>
              <a:t> </a:t>
            </a:r>
            <a:r>
              <a:rPr lang="en-US" sz="2000" dirty="0" err="1"/>
              <a:t>edenler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müşrikler</a:t>
            </a:r>
            <a:r>
              <a:rPr lang="en-US" sz="2000" dirty="0"/>
              <a:t>, size </a:t>
            </a:r>
            <a:r>
              <a:rPr lang="en-US" sz="2000" dirty="0" err="1"/>
              <a:t>Rabbinizden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hayır</a:t>
            </a:r>
            <a:r>
              <a:rPr lang="en-US" sz="2000" dirty="0"/>
              <a:t> </a:t>
            </a:r>
            <a:r>
              <a:rPr lang="en-US" sz="2000" dirty="0" err="1"/>
              <a:t>indirilmesini</a:t>
            </a:r>
            <a:r>
              <a:rPr lang="en-US" sz="2000" dirty="0"/>
              <a:t> </a:t>
            </a:r>
            <a:r>
              <a:rPr lang="en-US" sz="2000" dirty="0" err="1"/>
              <a:t>istemezler</a:t>
            </a:r>
            <a:r>
              <a:rPr lang="en-US" sz="2000" dirty="0"/>
              <a:t>. Ama Allah, </a:t>
            </a:r>
            <a:r>
              <a:rPr lang="en-US" sz="2000" dirty="0" err="1"/>
              <a:t>rahmetini</a:t>
            </a:r>
            <a:r>
              <a:rPr lang="en-US" sz="2000" dirty="0"/>
              <a:t> </a:t>
            </a:r>
            <a:r>
              <a:rPr lang="en-US" sz="2000" dirty="0" err="1"/>
              <a:t>dilediğine</a:t>
            </a:r>
            <a:r>
              <a:rPr lang="en-US" sz="2000" dirty="0"/>
              <a:t> </a:t>
            </a:r>
            <a:r>
              <a:rPr lang="en-US" sz="2000" dirty="0" err="1"/>
              <a:t>tahsis</a:t>
            </a:r>
            <a:r>
              <a:rPr lang="en-US" sz="2000" dirty="0"/>
              <a:t> </a:t>
            </a:r>
            <a:r>
              <a:rPr lang="en-US" sz="2000" dirty="0" err="1"/>
              <a:t>eder</a:t>
            </a:r>
            <a:r>
              <a:rPr lang="en-US" sz="2000" dirty="0"/>
              <a:t>. Allah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lütuf</a:t>
            </a:r>
            <a:r>
              <a:rPr lang="en-US" sz="2000" dirty="0"/>
              <a:t> </a:t>
            </a:r>
            <a:r>
              <a:rPr lang="en-US" sz="2000" dirty="0" err="1"/>
              <a:t>sahibidir</a:t>
            </a:r>
            <a:r>
              <a:rPr lang="en-US" sz="2000" dirty="0"/>
              <a:t>.”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rahatsız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egoyu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en-US" sz="2000" dirty="0"/>
              <a:t>.</a:t>
            </a:r>
            <a:r>
              <a:rPr lang="tr-TR" sz="2000" dirty="0"/>
              <a:t> </a:t>
            </a:r>
            <a:r>
              <a:rPr lang="en-US" sz="2000" dirty="0"/>
              <a:t>“Size </a:t>
            </a:r>
            <a:r>
              <a:rPr lang="en-US" sz="2000" dirty="0" err="1"/>
              <a:t>hayır</a:t>
            </a:r>
            <a:r>
              <a:rPr lang="en-US" sz="2000" dirty="0"/>
              <a:t> </a:t>
            </a:r>
            <a:r>
              <a:rPr lang="en-US" sz="2000" dirty="0" err="1"/>
              <a:t>inmesini</a:t>
            </a:r>
            <a:r>
              <a:rPr lang="en-US" sz="2000" dirty="0"/>
              <a:t> </a:t>
            </a:r>
            <a:r>
              <a:rPr lang="en-US" sz="2000" dirty="0" err="1"/>
              <a:t>istemeyenler</a:t>
            </a:r>
            <a:r>
              <a:rPr lang="en-US" sz="2000" dirty="0"/>
              <a:t>” =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kabullenmek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kıskanan</a:t>
            </a:r>
            <a:r>
              <a:rPr lang="en-US" sz="2000" dirty="0"/>
              <a:t> </a:t>
            </a:r>
            <a:r>
              <a:rPr lang="en-US" sz="2000" dirty="0" err="1"/>
              <a:t>zihinsel</a:t>
            </a:r>
            <a:r>
              <a:rPr lang="en-US" sz="2000" dirty="0"/>
              <a:t> </a:t>
            </a:r>
            <a:r>
              <a:rPr lang="en-US" sz="2000" dirty="0" err="1"/>
              <a:t>yapılar</a:t>
            </a:r>
            <a:r>
              <a:rPr lang="tr-TR" sz="2000" dirty="0"/>
              <a:t>.</a:t>
            </a:r>
            <a:r>
              <a:rPr lang="en-US" sz="2000" dirty="0"/>
              <a:t> “</a:t>
            </a:r>
            <a:r>
              <a:rPr lang="en-US" sz="2000" dirty="0" err="1"/>
              <a:t>Rahmet</a:t>
            </a:r>
            <a:r>
              <a:rPr lang="en-US" sz="2000" dirty="0"/>
              <a:t> </a:t>
            </a:r>
            <a:r>
              <a:rPr lang="en-US" sz="2000" dirty="0" err="1"/>
              <a:t>dilediğine</a:t>
            </a:r>
            <a:r>
              <a:rPr lang="en-US" sz="2000" dirty="0"/>
              <a:t> </a:t>
            </a:r>
            <a:r>
              <a:rPr lang="en-US" sz="2000" dirty="0" err="1"/>
              <a:t>iner</a:t>
            </a:r>
            <a:r>
              <a:rPr lang="en-US" sz="2000" dirty="0"/>
              <a:t>” =İlahi </a:t>
            </a:r>
            <a:r>
              <a:rPr lang="en-US" sz="2000" dirty="0" err="1"/>
              <a:t>sistem</a:t>
            </a:r>
            <a:r>
              <a:rPr lang="en-US" sz="2000" dirty="0"/>
              <a:t>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bilgiye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</a:t>
            </a:r>
            <a:r>
              <a:rPr lang="en-US" sz="2000" dirty="0" err="1"/>
              <a:t>açık</a:t>
            </a:r>
            <a:r>
              <a:rPr lang="en-US" sz="2000" dirty="0"/>
              <a:t> </a:t>
            </a:r>
            <a:r>
              <a:rPr lang="en-US" sz="2000" dirty="0" err="1"/>
              <a:t>kalbe</a:t>
            </a:r>
            <a:r>
              <a:rPr lang="en-US" sz="2000" dirty="0"/>
              <a:t> </a:t>
            </a:r>
            <a:r>
              <a:rPr lang="en-US" sz="2000" dirty="0" err="1"/>
              <a:t>cevap</a:t>
            </a:r>
            <a:r>
              <a:rPr lang="en-US" sz="2000" dirty="0"/>
              <a:t> </a:t>
            </a:r>
            <a:r>
              <a:rPr lang="en-US" sz="2000" dirty="0" err="1"/>
              <a:t>verir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80982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172DDD5-D6CD-7385-ADC2-933DBA7C2EA9}"/>
              </a:ext>
            </a:extLst>
          </p:cNvPr>
          <p:cNvSpPr txBox="1"/>
          <p:nvPr/>
        </p:nvSpPr>
        <p:spPr>
          <a:xfrm>
            <a:off x="0" y="1"/>
            <a:ext cx="6857999" cy="11831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şunu</a:t>
            </a:r>
            <a:r>
              <a:rPr lang="en-US" sz="2400" dirty="0"/>
              <a:t> </a:t>
            </a:r>
            <a:r>
              <a:rPr lang="en-US" sz="2400" dirty="0" err="1"/>
              <a:t>söyler</a:t>
            </a:r>
            <a:r>
              <a:rPr lang="en-US" sz="2400" dirty="0"/>
              <a:t>: “Senin </a:t>
            </a:r>
            <a:r>
              <a:rPr lang="en-US" sz="2400" dirty="0" err="1"/>
              <a:t>ışığın</a:t>
            </a:r>
            <a:r>
              <a:rPr lang="en-US" sz="2400" dirty="0"/>
              <a:t> </a:t>
            </a:r>
            <a:r>
              <a:rPr lang="en-US" sz="2400" dirty="0" err="1"/>
              <a:t>rahatsız</a:t>
            </a:r>
            <a:r>
              <a:rPr lang="en-US" sz="2400" dirty="0"/>
              <a:t> </a:t>
            </a:r>
            <a:r>
              <a:rPr lang="en-US" sz="2400" dirty="0" err="1"/>
              <a:t>edebilir</a:t>
            </a:r>
            <a:r>
              <a:rPr lang="en-US" sz="2400" dirty="0"/>
              <a:t>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aldığın</a:t>
            </a:r>
            <a:r>
              <a:rPr lang="en-US" sz="2400" dirty="0"/>
              <a:t>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bastırdığı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frekansı</a:t>
            </a:r>
            <a:r>
              <a:rPr lang="en-US" sz="2400" dirty="0"/>
              <a:t> </a:t>
            </a:r>
            <a:r>
              <a:rPr lang="en-US" sz="2400" dirty="0" err="1"/>
              <a:t>hatırlatır</a:t>
            </a:r>
            <a:r>
              <a:rPr lang="en-US" sz="2400" dirty="0"/>
              <a:t>.” Ama </a:t>
            </a:r>
            <a:r>
              <a:rPr lang="en-US" sz="2400" dirty="0" err="1"/>
              <a:t>sistemin</a:t>
            </a:r>
            <a:r>
              <a:rPr lang="en-US" sz="2400" dirty="0"/>
              <a:t> </a:t>
            </a:r>
            <a:r>
              <a:rPr lang="en-US" sz="2400" dirty="0" err="1"/>
              <a:t>cevabı</a:t>
            </a:r>
            <a:r>
              <a:rPr lang="en-US" sz="2400" dirty="0"/>
              <a:t> net: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Rahmet</a:t>
            </a:r>
            <a:r>
              <a:rPr lang="en-US" sz="2400" dirty="0"/>
              <a:t>, </a:t>
            </a:r>
            <a:r>
              <a:rPr lang="en-US" sz="2400" dirty="0" err="1"/>
              <a:t>zihinle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açıklığıyla</a:t>
            </a:r>
            <a:r>
              <a:rPr lang="en-US" sz="2400" dirty="0"/>
              <a:t> </a:t>
            </a:r>
            <a:r>
              <a:rPr lang="en-US" sz="2400" dirty="0" err="1"/>
              <a:t>iner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iki</a:t>
            </a:r>
            <a:r>
              <a:rPr lang="en-US" sz="2400" dirty="0"/>
              <a:t> </a:t>
            </a:r>
            <a:r>
              <a:rPr lang="en-US" sz="2400" dirty="0" err="1"/>
              <a:t>ayette</a:t>
            </a:r>
            <a:r>
              <a:rPr lang="en-US" sz="2400" dirty="0"/>
              <a:t> sana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özel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içsel</a:t>
            </a:r>
            <a:r>
              <a:rPr lang="en-US" sz="2400" dirty="0"/>
              <a:t> </a:t>
            </a:r>
            <a:r>
              <a:rPr lang="en-US" sz="2400" dirty="0" err="1"/>
              <a:t>pusula</a:t>
            </a:r>
            <a:r>
              <a:rPr lang="en-US" sz="2400" dirty="0"/>
              <a:t> </a:t>
            </a:r>
            <a:r>
              <a:rPr lang="en-US" sz="2400" dirty="0" err="1"/>
              <a:t>sunulur</a:t>
            </a:r>
            <a:r>
              <a:rPr lang="en-US" sz="2400" dirty="0"/>
              <a:t>: </a:t>
            </a:r>
            <a:r>
              <a:rPr lang="en-US" sz="2400" dirty="0" err="1"/>
              <a:t>Sözlerin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 </a:t>
            </a:r>
            <a:r>
              <a:rPr lang="en-US" sz="2400" dirty="0" err="1"/>
              <a:t>taşır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enerji</a:t>
            </a:r>
            <a:r>
              <a:rPr lang="en-US" sz="2400" dirty="0"/>
              <a:t>, </a:t>
            </a:r>
            <a:r>
              <a:rPr lang="en-US" sz="2400" dirty="0" err="1"/>
              <a:t>niyetinin</a:t>
            </a:r>
            <a:r>
              <a:rPr lang="en-US" sz="2400" dirty="0"/>
              <a:t> </a:t>
            </a:r>
            <a:r>
              <a:rPr lang="en-US" sz="2400" dirty="0" err="1"/>
              <a:t>kalitesine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okunur</a:t>
            </a:r>
            <a:r>
              <a:rPr lang="en-US" sz="2400" dirty="0"/>
              <a:t>. </a:t>
            </a:r>
          </a:p>
          <a:p>
            <a:r>
              <a:rPr lang="en-US" sz="2400" dirty="0"/>
              <a:t>Senin </a:t>
            </a:r>
            <a:r>
              <a:rPr lang="en-US" sz="2400" dirty="0" err="1"/>
              <a:t>ışığın</a:t>
            </a:r>
            <a:r>
              <a:rPr lang="en-US" sz="2400" dirty="0"/>
              <a:t> </a:t>
            </a:r>
            <a:r>
              <a:rPr lang="en-US" sz="2400" dirty="0" err="1"/>
              <a:t>rahatsız</a:t>
            </a:r>
            <a:r>
              <a:rPr lang="en-US" sz="2400" dirty="0"/>
              <a:t> </a:t>
            </a:r>
            <a:r>
              <a:rPr lang="en-US" sz="2400" dirty="0" err="1"/>
              <a:t>edebilir</a:t>
            </a:r>
            <a:r>
              <a:rPr lang="en-US" sz="2400" dirty="0"/>
              <a:t>. Ama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rahatsızlık</a:t>
            </a:r>
            <a:r>
              <a:rPr lang="en-US" sz="2400" dirty="0"/>
              <a:t>,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; </a:t>
            </a:r>
            <a:r>
              <a:rPr lang="en-US" sz="2400" dirty="0" err="1"/>
              <a:t>bastırılmış</a:t>
            </a:r>
            <a:r>
              <a:rPr lang="en-US" sz="2400" dirty="0"/>
              <a:t> </a:t>
            </a:r>
            <a:r>
              <a:rPr lang="en-US" sz="2400" dirty="0" err="1"/>
              <a:t>benliğin</a:t>
            </a:r>
            <a:r>
              <a:rPr lang="en-US" sz="2400" dirty="0"/>
              <a:t> </a:t>
            </a:r>
            <a:r>
              <a:rPr lang="en-US" sz="2400" dirty="0" err="1"/>
              <a:t>yansımasıdır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sonunda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 </a:t>
            </a:r>
            <a:br>
              <a:rPr lang="en-US" sz="2400" dirty="0"/>
            </a:br>
            <a:r>
              <a:rPr lang="en-US" sz="2400" dirty="0"/>
              <a:t>“Ben </a:t>
            </a:r>
            <a:r>
              <a:rPr lang="en-US" sz="2400" dirty="0" err="1"/>
              <a:t>rahmetimi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olanlara</a:t>
            </a:r>
            <a:r>
              <a:rPr lang="en-US" sz="2400" dirty="0"/>
              <a:t> </a:t>
            </a:r>
            <a:r>
              <a:rPr lang="en-US" sz="2400" dirty="0" err="1"/>
              <a:t>indiririm</a:t>
            </a:r>
            <a:r>
              <a:rPr lang="en-US" sz="2400" dirty="0"/>
              <a:t>. Ve o </a:t>
            </a:r>
            <a:r>
              <a:rPr lang="en-US" sz="2400" dirty="0" err="1"/>
              <a:t>açıklık</a:t>
            </a:r>
            <a:r>
              <a:rPr lang="en-US" sz="2400" dirty="0"/>
              <a:t>, </a:t>
            </a:r>
            <a:r>
              <a:rPr lang="en-US" sz="2400" dirty="0" err="1"/>
              <a:t>kelimede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— </a:t>
            </a:r>
            <a:r>
              <a:rPr lang="en-US" sz="2400" dirty="0" err="1"/>
              <a:t>kalptedir</a:t>
            </a:r>
            <a:r>
              <a:rPr lang="en-US" sz="2400" dirty="0"/>
              <a:t>.” </a:t>
            </a:r>
            <a:endParaRPr lang="en-TR" sz="2400" dirty="0"/>
          </a:p>
          <a:p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Suresi’nin</a:t>
            </a:r>
            <a:r>
              <a:rPr lang="en-US" sz="2400" dirty="0"/>
              <a:t> 106–107. </a:t>
            </a:r>
            <a:r>
              <a:rPr lang="en-US" sz="2400" dirty="0" err="1"/>
              <a:t>ayetlerine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sana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sır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r>
              <a:rPr lang="en-US" sz="2400" dirty="0"/>
              <a:t>“Kodlar </a:t>
            </a:r>
            <a:r>
              <a:rPr lang="en-US" sz="2400" dirty="0" err="1"/>
              <a:t>değişebilir</a:t>
            </a:r>
            <a:r>
              <a:rPr lang="en-US" sz="2400" dirty="0"/>
              <a:t>. </a:t>
            </a:r>
            <a:r>
              <a:rPr lang="en-US" sz="2400" dirty="0" err="1"/>
              <a:t>Ayetler</a:t>
            </a:r>
            <a:r>
              <a:rPr lang="en-US" sz="2400" dirty="0"/>
              <a:t> </a:t>
            </a:r>
            <a:r>
              <a:rPr lang="en-US" sz="2400" dirty="0" err="1"/>
              <a:t>değişebilir</a:t>
            </a:r>
            <a:r>
              <a:rPr lang="en-US" sz="2400" dirty="0"/>
              <a:t>. Ama </a:t>
            </a:r>
            <a:r>
              <a:rPr lang="en-US" sz="2400" dirty="0" err="1"/>
              <a:t>kaynak</a:t>
            </a:r>
            <a:r>
              <a:rPr lang="en-US" sz="2400" dirty="0"/>
              <a:t>… hep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kalır</a:t>
            </a:r>
            <a:r>
              <a:rPr lang="en-US" sz="2400" dirty="0"/>
              <a:t>.”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bölümde,ayetlerin</a:t>
            </a:r>
            <a:r>
              <a:rPr lang="en-US" sz="2400" dirty="0"/>
              <a:t> </a:t>
            </a:r>
            <a:r>
              <a:rPr lang="en-US" sz="2400" dirty="0" err="1"/>
              <a:t>değişimi,bilginin</a:t>
            </a:r>
            <a:r>
              <a:rPr lang="en-US" sz="2400" dirty="0"/>
              <a:t> </a:t>
            </a:r>
            <a:r>
              <a:rPr lang="en-US" sz="2400" dirty="0" err="1"/>
              <a:t>dönüşmesi,ve</a:t>
            </a:r>
            <a:r>
              <a:rPr lang="tr-TR" sz="2400" dirty="0"/>
              <a:t> </a:t>
            </a:r>
            <a:r>
              <a:rPr lang="en-US" sz="2400" dirty="0"/>
              <a:t>her </a:t>
            </a:r>
            <a:r>
              <a:rPr lang="en-US" sz="2400" dirty="0" err="1"/>
              <a:t>şeyin</a:t>
            </a:r>
            <a:r>
              <a:rPr lang="en-US" sz="2400" dirty="0"/>
              <a:t> </a:t>
            </a:r>
            <a:r>
              <a:rPr lang="en-US" sz="2400" dirty="0" err="1"/>
              <a:t>sahibinin</a:t>
            </a:r>
            <a:r>
              <a:rPr lang="en-US" sz="2400" dirty="0"/>
              <a:t> </a:t>
            </a:r>
            <a:r>
              <a:rPr lang="en-US" sz="2400" dirty="0" err="1"/>
              <a:t>tek</a:t>
            </a:r>
            <a:r>
              <a:rPr lang="en-US" sz="2400" dirty="0"/>
              <a:t> </a:t>
            </a:r>
            <a:r>
              <a:rPr lang="en-US" sz="2400" dirty="0" err="1"/>
              <a:t>olmasıderin</a:t>
            </a:r>
            <a:r>
              <a:rPr lang="en-US" sz="2400" dirty="0"/>
              <a:t> </a:t>
            </a:r>
            <a:r>
              <a:rPr lang="en-US" sz="2400" dirty="0" err="1"/>
              <a:t>sembollerle</a:t>
            </a:r>
            <a:r>
              <a:rPr lang="en-US" sz="2400" dirty="0"/>
              <a:t> </a:t>
            </a:r>
            <a:r>
              <a:rPr lang="en-US" sz="2400" dirty="0" err="1"/>
              <a:t>açıklanır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106–107</a:t>
            </a:r>
            <a:endParaRPr lang="tr-TR" sz="2400" b="1" dirty="0"/>
          </a:p>
          <a:p>
            <a:pPr marL="0" indent="0">
              <a:buNone/>
            </a:pP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Kod</a:t>
            </a:r>
            <a:r>
              <a:rPr lang="en-US" sz="2400" dirty="0"/>
              <a:t> </a:t>
            </a:r>
            <a:r>
              <a:rPr lang="en-US" sz="2400" dirty="0" err="1"/>
              <a:t>Değişir</a:t>
            </a:r>
            <a:r>
              <a:rPr lang="en-US" sz="2400" dirty="0"/>
              <a:t>, Kaynak </a:t>
            </a:r>
            <a:r>
              <a:rPr lang="en-US" sz="2400" dirty="0" err="1"/>
              <a:t>Değişmez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 err="1"/>
              <a:t>Hafıza</a:t>
            </a:r>
            <a:r>
              <a:rPr lang="en-US" sz="2400" dirty="0"/>
              <a:t> </a:t>
            </a:r>
            <a:r>
              <a:rPr lang="en-US" sz="2400" dirty="0" err="1"/>
              <a:t>Silinebilir</a:t>
            </a:r>
            <a:r>
              <a:rPr lang="en-US" sz="2400" dirty="0"/>
              <a:t>, Ama </a:t>
            </a:r>
            <a:r>
              <a:rPr lang="en-US" sz="2400" dirty="0" err="1"/>
              <a:t>Hakikat</a:t>
            </a:r>
            <a:r>
              <a:rPr lang="en-US" sz="2400" dirty="0"/>
              <a:t> Asla Yok </a:t>
            </a:r>
            <a:r>
              <a:rPr lang="en-US" sz="2400" dirty="0" err="1"/>
              <a:t>Olmaz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r>
              <a:rPr lang="en-US" sz="2400" b="1" dirty="0"/>
              <a:t>106.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“Biz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ayeti</a:t>
            </a:r>
            <a:r>
              <a:rPr lang="en-US" sz="2400" dirty="0"/>
              <a:t> </a:t>
            </a:r>
            <a:r>
              <a:rPr lang="en-US" sz="2400" dirty="0" err="1"/>
              <a:t>yürürlükten</a:t>
            </a:r>
            <a:r>
              <a:rPr lang="en-US" sz="2400" dirty="0"/>
              <a:t> </a:t>
            </a:r>
            <a:r>
              <a:rPr lang="en-US" sz="2400" dirty="0" err="1"/>
              <a:t>kaldırır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unutturursak</a:t>
            </a:r>
            <a:r>
              <a:rPr lang="en-US" sz="2400" dirty="0"/>
              <a:t>, </a:t>
            </a:r>
            <a:r>
              <a:rPr lang="en-US" sz="2400" dirty="0" err="1"/>
              <a:t>ondan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iyisini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benzerini</a:t>
            </a:r>
            <a:r>
              <a:rPr lang="en-US" sz="2400" dirty="0"/>
              <a:t> </a:t>
            </a:r>
            <a:r>
              <a:rPr lang="en-US" sz="2400" dirty="0" err="1"/>
              <a:t>getiririz</a:t>
            </a:r>
            <a:r>
              <a:rPr lang="en-US" sz="2400" dirty="0"/>
              <a:t>. </a:t>
            </a:r>
            <a:r>
              <a:rPr lang="en-US" sz="2400" dirty="0" err="1"/>
              <a:t>Allah’ın</a:t>
            </a:r>
            <a:r>
              <a:rPr lang="en-US" sz="2400" dirty="0"/>
              <a:t> her </a:t>
            </a:r>
            <a:r>
              <a:rPr lang="en-US" sz="2400" dirty="0" err="1"/>
              <a:t>şeye</a:t>
            </a:r>
            <a:r>
              <a:rPr lang="en-US" sz="2400" dirty="0"/>
              <a:t> </a:t>
            </a:r>
            <a:r>
              <a:rPr lang="en-US" sz="2400" dirty="0" err="1"/>
              <a:t>kadir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bilmiyor</a:t>
            </a:r>
            <a:r>
              <a:rPr lang="en-US" sz="2400" dirty="0"/>
              <a:t> </a:t>
            </a:r>
            <a:r>
              <a:rPr lang="en-US" sz="2400" dirty="0" err="1"/>
              <a:t>musun</a:t>
            </a:r>
            <a:r>
              <a:rPr lang="en-US" sz="2400" dirty="0"/>
              <a:t>?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7320324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B52B212-69AA-FC5D-055D-09591991D274}"/>
              </a:ext>
            </a:extLst>
          </p:cNvPr>
          <p:cNvSpPr txBox="1"/>
          <p:nvPr/>
        </p:nvSpPr>
        <p:spPr>
          <a:xfrm>
            <a:off x="0" y="1"/>
            <a:ext cx="6858000" cy="1175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tr-TR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sır</a:t>
            </a:r>
            <a:r>
              <a:rPr lang="en-US" sz="2000" dirty="0"/>
              <a:t> </a:t>
            </a:r>
            <a:r>
              <a:rPr lang="en-US" sz="2000" dirty="0" err="1"/>
              <a:t>kapısıdır.Buradaki</a:t>
            </a:r>
            <a:r>
              <a:rPr lang="en-US" sz="2000" dirty="0"/>
              <a:t> “</a:t>
            </a:r>
            <a:r>
              <a:rPr lang="en-US" sz="2000" dirty="0" err="1"/>
              <a:t>ayet</a:t>
            </a:r>
            <a:r>
              <a:rPr lang="en-US" sz="2000" dirty="0"/>
              <a:t>” </a:t>
            </a:r>
            <a:r>
              <a:rPr lang="en-US" sz="2000" dirty="0" err="1"/>
              <a:t>yalnızca</a:t>
            </a:r>
            <a:r>
              <a:rPr lang="en-US" sz="2000" dirty="0"/>
              <a:t> </a:t>
            </a:r>
            <a:r>
              <a:rPr lang="en-US" sz="2000" dirty="0" err="1"/>
              <a:t>Kur’an</a:t>
            </a:r>
            <a:r>
              <a:rPr lang="en-US" sz="2000" dirty="0"/>
              <a:t> </a:t>
            </a:r>
            <a:r>
              <a:rPr lang="en-US" sz="2000" dirty="0" err="1"/>
              <a:t>ayetleri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…Senin </a:t>
            </a:r>
            <a:r>
              <a:rPr lang="en-US" sz="2000" dirty="0" err="1"/>
              <a:t>hayatındaki</a:t>
            </a:r>
            <a:r>
              <a:rPr lang="en-US" sz="2000" dirty="0"/>
              <a:t> her “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,” her program, her </a:t>
            </a:r>
            <a:r>
              <a:rPr lang="en-US" sz="2000" dirty="0" err="1"/>
              <a:t>gerçeklik</a:t>
            </a:r>
            <a:r>
              <a:rPr lang="en-US" sz="2000" dirty="0"/>
              <a:t>.</a:t>
            </a:r>
            <a:endParaRPr lang="tr-TR" sz="2000" dirty="0"/>
          </a:p>
          <a:p>
            <a:r>
              <a:rPr lang="en-US" sz="2000" dirty="0" err="1"/>
              <a:t>Yürürlükten</a:t>
            </a:r>
            <a:r>
              <a:rPr lang="en-US" sz="2000" dirty="0"/>
              <a:t> </a:t>
            </a:r>
            <a:r>
              <a:rPr lang="en-US" sz="2000" dirty="0" err="1"/>
              <a:t>kaldırmak</a:t>
            </a:r>
            <a:r>
              <a:rPr lang="en-US" sz="2000" dirty="0"/>
              <a:t> =</a:t>
            </a:r>
            <a:r>
              <a:rPr lang="en-US" sz="2000" dirty="0" err="1"/>
              <a:t>Zihninde</a:t>
            </a:r>
            <a:r>
              <a:rPr lang="en-US" sz="2000" dirty="0"/>
              <a:t>, </a:t>
            </a:r>
            <a:r>
              <a:rPr lang="en-US" sz="2000" dirty="0" err="1"/>
              <a:t>ruhunda</a:t>
            </a:r>
            <a:r>
              <a:rPr lang="en-US" sz="2000" dirty="0"/>
              <a:t> </a:t>
            </a:r>
            <a:r>
              <a:rPr lang="en-US" sz="2000" dirty="0" err="1"/>
              <a:t>eski</a:t>
            </a:r>
            <a:r>
              <a:rPr lang="en-US" sz="2000" dirty="0"/>
              <a:t> </a:t>
            </a:r>
            <a:r>
              <a:rPr lang="en-US" sz="2000" dirty="0" err="1"/>
              <a:t>programı</a:t>
            </a:r>
            <a:r>
              <a:rPr lang="en-US" sz="2000" dirty="0"/>
              <a:t> </a:t>
            </a:r>
            <a:r>
              <a:rPr lang="en-US" sz="2000" dirty="0" err="1"/>
              <a:t>sonlandırmak</a:t>
            </a:r>
            <a:endParaRPr lang="en-US" sz="2000" dirty="0"/>
          </a:p>
          <a:p>
            <a:r>
              <a:rPr lang="en-US" sz="2000" dirty="0" err="1"/>
              <a:t>Unutturmak</a:t>
            </a:r>
            <a:r>
              <a:rPr lang="en-US" sz="2000" dirty="0"/>
              <a:t> =</a:t>
            </a:r>
            <a:r>
              <a:rPr lang="en-US" sz="2000" dirty="0" err="1"/>
              <a:t>Bilinçten</a:t>
            </a:r>
            <a:r>
              <a:rPr lang="en-US" sz="2000" dirty="0"/>
              <a:t> </a:t>
            </a:r>
            <a:r>
              <a:rPr lang="en-US" sz="2000" dirty="0" err="1"/>
              <a:t>silmek</a:t>
            </a:r>
            <a:r>
              <a:rPr lang="en-US" sz="2000" dirty="0"/>
              <a:t>, yeni </a:t>
            </a:r>
            <a:r>
              <a:rPr lang="en-US" sz="2000" dirty="0" err="1"/>
              <a:t>frekansa</a:t>
            </a:r>
            <a:r>
              <a:rPr lang="en-US" sz="2000" dirty="0"/>
              <a:t> </a:t>
            </a:r>
            <a:r>
              <a:rPr lang="en-US" sz="2000" dirty="0" err="1"/>
              <a:t>yer</a:t>
            </a:r>
            <a:r>
              <a:rPr lang="en-US" sz="2000" dirty="0"/>
              <a:t> </a:t>
            </a:r>
            <a:r>
              <a:rPr lang="en-US" sz="2000" dirty="0" err="1"/>
              <a:t>açmak</a:t>
            </a:r>
            <a:endParaRPr lang="en-US" sz="2000" dirty="0"/>
          </a:p>
          <a:p>
            <a:endParaRPr lang="tr-TR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şöyle</a:t>
            </a:r>
            <a:r>
              <a:rPr lang="en-US" sz="2000" dirty="0"/>
              <a:t> der: “</a:t>
            </a:r>
            <a:r>
              <a:rPr lang="en-US" sz="2000" dirty="0" err="1"/>
              <a:t>Hayatında</a:t>
            </a:r>
            <a:r>
              <a:rPr lang="en-US" sz="2000" dirty="0"/>
              <a:t> </a:t>
            </a:r>
            <a:r>
              <a:rPr lang="en-US" sz="2000" dirty="0" err="1"/>
              <a:t>bazı</a:t>
            </a:r>
            <a:r>
              <a:rPr lang="en-US" sz="2000" dirty="0"/>
              <a:t> </a:t>
            </a:r>
            <a:r>
              <a:rPr lang="en-US" sz="2000" dirty="0" err="1"/>
              <a:t>şeyler</a:t>
            </a:r>
            <a:r>
              <a:rPr lang="en-US" sz="2000" dirty="0"/>
              <a:t> </a:t>
            </a:r>
            <a:r>
              <a:rPr lang="en-US" sz="2000" dirty="0" err="1"/>
              <a:t>sona</a:t>
            </a:r>
            <a:r>
              <a:rPr lang="en-US" sz="2000" dirty="0"/>
              <a:t> </a:t>
            </a:r>
            <a:r>
              <a:rPr lang="en-US" sz="2000" dirty="0" err="1"/>
              <a:t>erdiğinde</a:t>
            </a:r>
            <a:r>
              <a:rPr lang="en-US" sz="2000" dirty="0"/>
              <a:t>…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kayıp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 </a:t>
            </a:r>
            <a:r>
              <a:rPr lang="en-US" sz="2000" dirty="0" err="1"/>
              <a:t>değişimidir</a:t>
            </a:r>
            <a:r>
              <a:rPr lang="en-US" sz="2000" dirty="0"/>
              <a:t>.”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,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iyisini</a:t>
            </a:r>
            <a:r>
              <a:rPr lang="en-US" sz="2000" dirty="0"/>
              <a:t> </a:t>
            </a:r>
            <a:r>
              <a:rPr lang="en-US" sz="2000" dirty="0" err="1"/>
              <a:t>getirmek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önce</a:t>
            </a:r>
            <a:r>
              <a:rPr lang="en-US" sz="2000" dirty="0"/>
              <a:t> </a:t>
            </a:r>
            <a:r>
              <a:rPr lang="en-US" sz="2000" dirty="0" err="1"/>
              <a:t>alan</a:t>
            </a:r>
            <a:r>
              <a:rPr lang="en-US" sz="2000" dirty="0"/>
              <a:t> </a:t>
            </a:r>
            <a:r>
              <a:rPr lang="en-US" sz="2000" dirty="0" err="1"/>
              <a:t>açar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cümle</a:t>
            </a:r>
            <a:r>
              <a:rPr lang="en-US" sz="2000" dirty="0"/>
              <a:t>:</a:t>
            </a:r>
          </a:p>
          <a:p>
            <a:r>
              <a:rPr lang="en-US" sz="2000" dirty="0"/>
              <a:t>“Allah her </a:t>
            </a:r>
            <a:r>
              <a:rPr lang="en-US" sz="2000" dirty="0" err="1"/>
              <a:t>şeye</a:t>
            </a:r>
            <a:r>
              <a:rPr lang="en-US" sz="2000" dirty="0"/>
              <a:t> </a:t>
            </a:r>
            <a:r>
              <a:rPr lang="en-US" sz="2000" dirty="0" err="1"/>
              <a:t>kadirdir</a:t>
            </a:r>
            <a:r>
              <a:rPr lang="en-US" sz="2000" dirty="0"/>
              <a:t>.” </a:t>
            </a:r>
            <a:r>
              <a:rPr lang="en-US" sz="2000" dirty="0" err="1"/>
              <a:t>Yani</a:t>
            </a:r>
            <a:r>
              <a:rPr lang="en-US" sz="2000" dirty="0"/>
              <a:t>: Sen </a:t>
            </a:r>
            <a:r>
              <a:rPr lang="en-US" sz="2000" dirty="0" err="1"/>
              <a:t>unutabilirsin</a:t>
            </a:r>
            <a:r>
              <a:rPr lang="en-US" sz="2000" dirty="0"/>
              <a:t>. Ama O </a:t>
            </a:r>
            <a:r>
              <a:rPr lang="en-US" sz="2000" dirty="0" err="1"/>
              <a:t>yeniden</a:t>
            </a:r>
            <a:r>
              <a:rPr lang="en-US" sz="2000" dirty="0"/>
              <a:t> </a:t>
            </a:r>
            <a:r>
              <a:rPr lang="en-US" sz="2000" dirty="0" err="1"/>
              <a:t>yazabilir</a:t>
            </a:r>
            <a:r>
              <a:rPr lang="en-US" sz="2000" dirty="0"/>
              <a:t>. Ve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yeniden</a:t>
            </a:r>
            <a:r>
              <a:rPr lang="en-US" sz="2000" dirty="0"/>
              <a:t> </a:t>
            </a:r>
            <a:r>
              <a:rPr lang="en-US" sz="2000" dirty="0" err="1"/>
              <a:t>hatırlayabilirsin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107.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Bilmezmisin</a:t>
            </a:r>
            <a:r>
              <a:rPr lang="en-US" sz="2000" dirty="0"/>
              <a:t> ki </a:t>
            </a:r>
            <a:r>
              <a:rPr lang="en-US" sz="2000" dirty="0" err="1"/>
              <a:t>göklerin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yerin</a:t>
            </a:r>
            <a:r>
              <a:rPr lang="en-US" sz="2000" dirty="0"/>
              <a:t> </a:t>
            </a:r>
            <a:r>
              <a:rPr lang="en-US" sz="2000" dirty="0" err="1"/>
              <a:t>hükümranlığı</a:t>
            </a:r>
            <a:r>
              <a:rPr lang="en-US" sz="2000" dirty="0"/>
              <a:t> </a:t>
            </a:r>
            <a:r>
              <a:rPr lang="en-US" sz="2000" dirty="0" err="1"/>
              <a:t>Allah’a</a:t>
            </a:r>
            <a:r>
              <a:rPr lang="en-US" sz="2000" dirty="0"/>
              <a:t> </a:t>
            </a:r>
            <a:r>
              <a:rPr lang="en-US" sz="2000" dirty="0" err="1"/>
              <a:t>aittir</a:t>
            </a:r>
            <a:r>
              <a:rPr lang="en-US" sz="2000" dirty="0"/>
              <a:t>? </a:t>
            </a:r>
            <a:endParaRPr lang="tr-TR" sz="2000" dirty="0"/>
          </a:p>
          <a:p>
            <a:r>
              <a:rPr lang="en-US" sz="2000" dirty="0"/>
              <a:t>Sizin </a:t>
            </a:r>
            <a:r>
              <a:rPr lang="en-US" sz="2000" dirty="0" err="1"/>
              <a:t>O’ndan</a:t>
            </a:r>
            <a:r>
              <a:rPr lang="en-US" sz="2000" dirty="0"/>
              <a:t> </a:t>
            </a:r>
            <a:r>
              <a:rPr lang="en-US" sz="2000" dirty="0" err="1"/>
              <a:t>başka</a:t>
            </a:r>
            <a:r>
              <a:rPr lang="en-US" sz="2000" dirty="0"/>
              <a:t> ne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dostunuz</a:t>
            </a:r>
            <a:r>
              <a:rPr lang="en-US" sz="2000" dirty="0"/>
              <a:t> ne de </a:t>
            </a:r>
            <a:r>
              <a:rPr lang="en-US" sz="2000" dirty="0" err="1"/>
              <a:t>yardımcınız</a:t>
            </a:r>
            <a:r>
              <a:rPr lang="en-US" sz="2000" dirty="0"/>
              <a:t> </a:t>
            </a:r>
            <a:r>
              <a:rPr lang="en-US" sz="2000" dirty="0" err="1"/>
              <a:t>vardır</a:t>
            </a:r>
            <a:r>
              <a:rPr lang="en-US" sz="2000" dirty="0"/>
              <a:t>.”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</a:p>
          <a:p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seniyöneticini</a:t>
            </a:r>
            <a:r>
              <a:rPr lang="en-US" sz="2000" dirty="0"/>
              <a:t> </a:t>
            </a:r>
            <a:r>
              <a:rPr lang="en-US" sz="2000" dirty="0" err="1"/>
              <a:t>tanımaya</a:t>
            </a:r>
            <a:r>
              <a:rPr lang="en-US" sz="2000" dirty="0"/>
              <a:t> </a:t>
            </a:r>
            <a:r>
              <a:rPr lang="en-US" sz="2000" dirty="0" err="1"/>
              <a:t>çağırır</a:t>
            </a:r>
            <a:r>
              <a:rPr lang="en-US" sz="2000" dirty="0"/>
              <a:t>.</a:t>
            </a:r>
          </a:p>
          <a:p>
            <a:r>
              <a:rPr lang="en-US" sz="2000" dirty="0"/>
              <a:t>Yani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sorar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dirty="0" err="1"/>
              <a:t>Gerçekten</a:t>
            </a:r>
            <a:r>
              <a:rPr lang="en-US" sz="2000" dirty="0"/>
              <a:t> </a:t>
            </a:r>
            <a:r>
              <a:rPr lang="en-US" sz="2000" dirty="0" err="1"/>
              <a:t>kime</a:t>
            </a:r>
            <a:r>
              <a:rPr lang="en-US" sz="2000" dirty="0"/>
              <a:t> </a:t>
            </a:r>
            <a:r>
              <a:rPr lang="en-US" sz="2000" dirty="0" err="1"/>
              <a:t>güveniyorsun</a:t>
            </a:r>
            <a:r>
              <a:rPr lang="en-US" sz="2000" dirty="0"/>
              <a:t>?”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err="1"/>
              <a:t>Gökler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yer</a:t>
            </a:r>
            <a:r>
              <a:rPr lang="en-US" sz="2000" dirty="0"/>
              <a:t> = </a:t>
            </a:r>
            <a:r>
              <a:rPr lang="en-US" sz="2000" dirty="0" err="1"/>
              <a:t>Tüm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, </a:t>
            </a:r>
            <a:r>
              <a:rPr lang="en-US" sz="2000" dirty="0" err="1"/>
              <a:t>tüm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katmanları</a:t>
            </a:r>
            <a:endParaRPr lang="en-US" sz="2000" dirty="0"/>
          </a:p>
          <a:p>
            <a:r>
              <a:rPr lang="en-US" sz="2000" dirty="0" err="1"/>
              <a:t>Hükümranlık</a:t>
            </a:r>
            <a:r>
              <a:rPr lang="en-US" sz="2000" dirty="0"/>
              <a:t> = </a:t>
            </a:r>
            <a:r>
              <a:rPr lang="en-US" sz="2000" dirty="0" err="1"/>
              <a:t>Kontrol</a:t>
            </a:r>
            <a:r>
              <a:rPr lang="en-US" sz="2000" dirty="0"/>
              <a:t>, </a:t>
            </a:r>
            <a:r>
              <a:rPr lang="en-US" sz="2000" dirty="0" err="1"/>
              <a:t>sahiplik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;</a:t>
            </a:r>
          </a:p>
          <a:p>
            <a:r>
              <a:rPr lang="en-US" sz="2000" dirty="0" err="1"/>
              <a:t>titreşimsel</a:t>
            </a:r>
            <a:r>
              <a:rPr lang="en-US" sz="2000" dirty="0"/>
              <a:t> </a:t>
            </a:r>
            <a:r>
              <a:rPr lang="en-US" sz="2000" dirty="0" err="1"/>
              <a:t>yönlendirme</a:t>
            </a:r>
            <a:r>
              <a:rPr lang="en-US" sz="2000" dirty="0"/>
              <a:t> </a:t>
            </a:r>
            <a:r>
              <a:rPr lang="en-US" sz="2000" dirty="0" err="1"/>
              <a:t>gücü</a:t>
            </a:r>
            <a:endParaRPr lang="en-US" sz="2000" dirty="0"/>
          </a:p>
          <a:p>
            <a:r>
              <a:rPr lang="en-US" sz="2000" dirty="0"/>
              <a:t>Dost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yardımcı</a:t>
            </a:r>
            <a:r>
              <a:rPr lang="en-US" sz="2000" dirty="0"/>
              <a:t> =</a:t>
            </a:r>
          </a:p>
          <a:p>
            <a:r>
              <a:rPr lang="en-US" sz="2000" dirty="0"/>
              <a:t>Sana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derinden</a:t>
            </a:r>
            <a:r>
              <a:rPr lang="en-US" sz="2000" dirty="0"/>
              <a:t> </a:t>
            </a:r>
            <a:r>
              <a:rPr lang="en-US" sz="2000" dirty="0" err="1"/>
              <a:t>rehberlik</a:t>
            </a:r>
            <a:r>
              <a:rPr lang="en-US" sz="2000" dirty="0"/>
              <a:t> </a:t>
            </a:r>
            <a:r>
              <a:rPr lang="en-US" sz="2000" dirty="0" err="1"/>
              <a:t>edebilecek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yalnızca</a:t>
            </a:r>
            <a:r>
              <a:rPr lang="en-US" sz="2000" dirty="0"/>
              <a:t> </a:t>
            </a:r>
            <a:r>
              <a:rPr lang="en-US" sz="2000" dirty="0" err="1"/>
              <a:t>O’dur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şöyle</a:t>
            </a:r>
            <a:r>
              <a:rPr lang="en-US" sz="2000" dirty="0"/>
              <a:t> der: </a:t>
            </a: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bazen</a:t>
            </a:r>
            <a:r>
              <a:rPr lang="en-US" sz="2000" dirty="0"/>
              <a:t> </a:t>
            </a:r>
            <a:r>
              <a:rPr lang="en-US" sz="2000" dirty="0" err="1"/>
              <a:t>yıkılır</a:t>
            </a:r>
            <a:r>
              <a:rPr lang="en-US" sz="2000" dirty="0"/>
              <a:t>. Kodlar </a:t>
            </a:r>
            <a:r>
              <a:rPr lang="en-US" sz="2000" dirty="0" err="1"/>
              <a:t>değişir</a:t>
            </a:r>
            <a:r>
              <a:rPr lang="en-US" sz="2000" dirty="0"/>
              <a:t>. </a:t>
            </a:r>
            <a:r>
              <a:rPr lang="en-US" sz="2000" dirty="0" err="1"/>
              <a:t>Gerçeklikler</a:t>
            </a:r>
            <a:r>
              <a:rPr lang="en-US" sz="2000" dirty="0"/>
              <a:t> </a:t>
            </a:r>
            <a:r>
              <a:rPr lang="en-US" sz="2000" dirty="0" err="1"/>
              <a:t>silinir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/>
              <a:t>Ama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kaynakla</a:t>
            </a:r>
            <a:r>
              <a:rPr lang="en-US" sz="2000" dirty="0"/>
              <a:t> </a:t>
            </a:r>
            <a:r>
              <a:rPr lang="en-US" sz="2000" dirty="0" err="1"/>
              <a:t>bağlıysan</a:t>
            </a:r>
            <a:r>
              <a:rPr lang="en-US" sz="2000" dirty="0"/>
              <a:t>… </a:t>
            </a:r>
            <a:br>
              <a:rPr lang="en-US" sz="2000" dirty="0"/>
            </a:br>
            <a:r>
              <a:rPr lang="en-US" sz="2000" dirty="0" err="1"/>
              <a:t>hiçbir</a:t>
            </a:r>
            <a:r>
              <a:rPr lang="en-US" sz="2000" dirty="0"/>
              <a:t> zaman </a:t>
            </a:r>
            <a:r>
              <a:rPr lang="en-US" sz="2000" dirty="0" err="1"/>
              <a:t>kaybolmazsın</a:t>
            </a:r>
            <a:r>
              <a:rPr lang="en-US" sz="2000" dirty="0"/>
              <a:t>.” </a:t>
            </a:r>
            <a:endParaRPr lang="en-TR" sz="2000" dirty="0"/>
          </a:p>
          <a:p>
            <a:endParaRPr lang="en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292174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C16E5E5-C1DA-F1D8-2388-AB2E10ED6960}"/>
              </a:ext>
            </a:extLst>
          </p:cNvPr>
          <p:cNvSpPr txBox="1"/>
          <p:nvPr/>
        </p:nvSpPr>
        <p:spPr>
          <a:xfrm>
            <a:off x="0" y="0"/>
            <a:ext cx="6858000" cy="1231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bölüm</a:t>
            </a:r>
            <a:r>
              <a:rPr lang="en-US" sz="2000" dirty="0"/>
              <a:t> sana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 </a:t>
            </a:r>
            <a:r>
              <a:rPr lang="en-US" sz="2000" dirty="0" err="1"/>
              <a:t>hakikati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 </a:t>
            </a:r>
            <a:r>
              <a:rPr lang="en-US" sz="2000" dirty="0" err="1"/>
              <a:t>Sistemde</a:t>
            </a:r>
            <a:r>
              <a:rPr lang="en-US" sz="2000" dirty="0"/>
              <a:t> </a:t>
            </a:r>
            <a:r>
              <a:rPr lang="en-US" sz="2000" dirty="0" err="1"/>
              <a:t>hiçbir</a:t>
            </a:r>
            <a:r>
              <a:rPr lang="en-US" sz="2000" dirty="0"/>
              <a:t> </a:t>
            </a:r>
            <a:r>
              <a:rPr lang="en-US" sz="2000" dirty="0" err="1"/>
              <a:t>değişim</a:t>
            </a:r>
            <a:r>
              <a:rPr lang="en-US" sz="2000" dirty="0"/>
              <a:t> </a:t>
            </a:r>
            <a:r>
              <a:rPr lang="en-US" sz="2000" dirty="0" err="1"/>
              <a:t>rastgele</a:t>
            </a:r>
            <a:r>
              <a:rPr lang="en-US" sz="2000" dirty="0"/>
              <a:t> </a:t>
            </a:r>
            <a:r>
              <a:rPr lang="en-US" sz="2000" dirty="0" err="1"/>
              <a:t>değildir</a:t>
            </a:r>
            <a:r>
              <a:rPr lang="en-US" sz="2000" dirty="0"/>
              <a:t>. Kodlar </a:t>
            </a:r>
            <a:r>
              <a:rPr lang="en-US" sz="2000" dirty="0" err="1"/>
              <a:t>silinse</a:t>
            </a:r>
            <a:r>
              <a:rPr lang="en-US" sz="2000" dirty="0"/>
              <a:t> bile, </a:t>
            </a:r>
            <a:r>
              <a:rPr lang="en-US" sz="2000" dirty="0" err="1"/>
              <a:t>yenisi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taşır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sahip</a:t>
            </a:r>
            <a:r>
              <a:rPr lang="en-US" sz="2000" dirty="0"/>
              <a:t>, </a:t>
            </a:r>
            <a:r>
              <a:rPr lang="en-US" sz="2000" dirty="0" err="1"/>
              <a:t>gerçek</a:t>
            </a:r>
            <a:r>
              <a:rPr lang="en-US" sz="2000" dirty="0"/>
              <a:t> dost,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yardımcı</a:t>
            </a:r>
            <a:r>
              <a:rPr lang="en-US" sz="2000" dirty="0"/>
              <a:t>… </a:t>
            </a:r>
            <a:r>
              <a:rPr lang="en-US" sz="2000" dirty="0" err="1"/>
              <a:t>yalnızca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İlahi </a:t>
            </a:r>
            <a:r>
              <a:rPr lang="en-US" sz="2000" dirty="0" err="1"/>
              <a:t>Kudret’tir</a:t>
            </a:r>
            <a:r>
              <a:rPr lang="en-US" sz="2000" dirty="0"/>
              <a:t>. Ve der ki: 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değişebilirsin</a:t>
            </a:r>
            <a:r>
              <a:rPr lang="en-US" sz="2000" dirty="0"/>
              <a:t>. </a:t>
            </a:r>
            <a:r>
              <a:rPr lang="en-US" sz="2000" dirty="0" err="1"/>
              <a:t>Ayetler</a:t>
            </a:r>
            <a:r>
              <a:rPr lang="en-US" sz="2000" dirty="0"/>
              <a:t> </a:t>
            </a:r>
            <a:r>
              <a:rPr lang="en-US" sz="2000" dirty="0" err="1"/>
              <a:t>değişebilir</a:t>
            </a:r>
            <a:r>
              <a:rPr lang="en-US" sz="2000" dirty="0"/>
              <a:t>. Ama </a:t>
            </a:r>
            <a:r>
              <a:rPr lang="en-US" sz="2000" dirty="0" err="1"/>
              <a:t>seni</a:t>
            </a:r>
            <a:r>
              <a:rPr lang="en-US" sz="2000" dirty="0"/>
              <a:t> var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her </a:t>
            </a:r>
            <a:r>
              <a:rPr lang="en-US" sz="2000" dirty="0" err="1"/>
              <a:t>defasında</a:t>
            </a:r>
            <a:r>
              <a:rPr lang="en-US" sz="2000" dirty="0"/>
              <a:t> </a:t>
            </a:r>
            <a:r>
              <a:rPr lang="en-US" sz="2000" dirty="0" err="1"/>
              <a:t>yeniden</a:t>
            </a:r>
            <a:r>
              <a:rPr lang="en-US" sz="2000" dirty="0"/>
              <a:t> </a:t>
            </a:r>
            <a:r>
              <a:rPr lang="en-US" sz="2000" dirty="0" err="1"/>
              <a:t>yazar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dirty="0"/>
              <a:t>Bakara </a:t>
            </a:r>
            <a:r>
              <a:rPr lang="en-US" sz="2000" dirty="0" err="1"/>
              <a:t>Suresi’nin</a:t>
            </a:r>
            <a:r>
              <a:rPr lang="en-US" sz="2000" dirty="0"/>
              <a:t> 108–109. </a:t>
            </a:r>
            <a:r>
              <a:rPr lang="en-US" sz="2000" dirty="0" err="1"/>
              <a:t>ayetleri</a:t>
            </a:r>
            <a:r>
              <a:rPr lang="en-US" sz="2000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bölümde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sana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soru</a:t>
            </a:r>
            <a:r>
              <a:rPr lang="en-US" sz="2000" dirty="0"/>
              <a:t> </a:t>
            </a:r>
            <a:r>
              <a:rPr lang="en-US" sz="2000" dirty="0" err="1"/>
              <a:t>soruyor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neden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 </a:t>
            </a:r>
            <a:r>
              <a:rPr lang="en-US" sz="2000" dirty="0" err="1"/>
              <a:t>sorguluyorsun</a:t>
            </a:r>
            <a:r>
              <a:rPr lang="en-US" sz="2000" dirty="0"/>
              <a:t>?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içten</a:t>
            </a:r>
            <a:r>
              <a:rPr lang="en-US" sz="2000" dirty="0"/>
              <a:t> </a:t>
            </a:r>
            <a:r>
              <a:rPr lang="en-US" sz="2000" dirty="0" err="1"/>
              <a:t>geleni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dıştan</a:t>
            </a:r>
            <a:r>
              <a:rPr lang="en-US" sz="2000" dirty="0"/>
              <a:t> </a:t>
            </a:r>
            <a:r>
              <a:rPr lang="en-US" sz="2000" dirty="0" err="1"/>
              <a:t>geleni</a:t>
            </a:r>
            <a:r>
              <a:rPr lang="en-US" sz="2000" dirty="0"/>
              <a:t> mi </a:t>
            </a:r>
            <a:r>
              <a:rPr lang="en-US" sz="2000" dirty="0" err="1"/>
              <a:t>onaylıyorsun</a:t>
            </a:r>
            <a:r>
              <a:rPr lang="en-US" sz="2000" dirty="0"/>
              <a:t>?”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ayetlerde,hakikatle</a:t>
            </a:r>
            <a:r>
              <a:rPr lang="en-US" sz="2000" dirty="0"/>
              <a:t> </a:t>
            </a:r>
            <a:r>
              <a:rPr lang="en-US" sz="2000" dirty="0" err="1"/>
              <a:t>karşılaştığında</a:t>
            </a:r>
            <a:r>
              <a:rPr lang="en-US" sz="2000" dirty="0"/>
              <a:t> </a:t>
            </a:r>
            <a:r>
              <a:rPr lang="en-US" sz="2000" dirty="0" err="1"/>
              <a:t>hâlâ</a:t>
            </a:r>
            <a:r>
              <a:rPr lang="en-US" sz="2000" dirty="0"/>
              <a:t> </a:t>
            </a:r>
            <a:r>
              <a:rPr lang="en-US" sz="2000" dirty="0" err="1"/>
              <a:t>şüphe</a:t>
            </a:r>
            <a:r>
              <a:rPr lang="en-US" sz="2000" dirty="0"/>
              <a:t> </a:t>
            </a:r>
            <a:r>
              <a:rPr lang="en-US" sz="2000" dirty="0" err="1"/>
              <a:t>eden</a:t>
            </a:r>
            <a:r>
              <a:rPr lang="en-US" sz="2000" dirty="0"/>
              <a:t> </a:t>
            </a:r>
            <a:r>
              <a:rPr lang="en-US" sz="2000" dirty="0" err="1"/>
              <a:t>zihniyet,başkalarının</a:t>
            </a:r>
            <a:r>
              <a:rPr lang="en-US" sz="2000" dirty="0"/>
              <a:t> </a:t>
            </a:r>
            <a:r>
              <a:rPr lang="en-US" sz="2000" dirty="0" err="1"/>
              <a:t>uyanışına</a:t>
            </a:r>
            <a:r>
              <a:rPr lang="en-US" sz="2000" dirty="0"/>
              <a:t> </a:t>
            </a:r>
            <a:r>
              <a:rPr lang="en-US" sz="2000" dirty="0" err="1"/>
              <a:t>tahammül</a:t>
            </a:r>
            <a:r>
              <a:rPr lang="en-US" sz="2000" dirty="0"/>
              <a:t> </a:t>
            </a:r>
            <a:r>
              <a:rPr lang="en-US" sz="2000" dirty="0" err="1"/>
              <a:t>edemeyen</a:t>
            </a:r>
            <a:r>
              <a:rPr lang="en-US" sz="2000" dirty="0"/>
              <a:t> </a:t>
            </a:r>
            <a:r>
              <a:rPr lang="en-US" sz="2000" dirty="0" err="1"/>
              <a:t>ego,ve</a:t>
            </a:r>
            <a:r>
              <a:rPr lang="tr-TR" sz="2000" dirty="0"/>
              <a:t>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kıskançlık</a:t>
            </a:r>
            <a:r>
              <a:rPr lang="en-US" sz="2000" dirty="0"/>
              <a:t> </a:t>
            </a:r>
            <a:r>
              <a:rPr lang="en-US" sz="2000" dirty="0" err="1"/>
              <a:t>sembolleri</a:t>
            </a:r>
            <a:r>
              <a:rPr lang="en-US" sz="2000" dirty="0"/>
              <a:t> </a:t>
            </a:r>
            <a:r>
              <a:rPr lang="en-US" sz="2000" dirty="0" err="1"/>
              <a:t>anlatılıyor</a:t>
            </a:r>
            <a:r>
              <a:rPr lang="en-US" sz="2000" dirty="0"/>
              <a:t>.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108–109</a:t>
            </a:r>
            <a:endParaRPr lang="tr-TR" sz="2000" b="1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“Işık </a:t>
            </a:r>
            <a:r>
              <a:rPr lang="en-US" sz="2000" dirty="0" err="1"/>
              <a:t>Gelince</a:t>
            </a:r>
            <a:r>
              <a:rPr lang="en-US" sz="2000" dirty="0"/>
              <a:t> </a:t>
            </a:r>
            <a:r>
              <a:rPr lang="en-US" sz="2000" dirty="0" err="1"/>
              <a:t>Sorgulayan</a:t>
            </a:r>
            <a:r>
              <a:rPr lang="en-US" sz="2000" dirty="0"/>
              <a:t> </a:t>
            </a:r>
            <a:r>
              <a:rPr lang="en-US" sz="2000" dirty="0" err="1"/>
              <a:t>Zihin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Kıskanç</a:t>
            </a:r>
            <a:r>
              <a:rPr lang="en-US" sz="2000" dirty="0"/>
              <a:t> </a:t>
            </a:r>
            <a:r>
              <a:rPr lang="en-US" sz="2000" dirty="0" err="1"/>
              <a:t>Ruhlar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Onaylatma</a:t>
            </a:r>
            <a:r>
              <a:rPr lang="en-US" sz="2000" dirty="0"/>
              <a:t> </a:t>
            </a:r>
            <a:r>
              <a:rPr lang="en-US" sz="2000" dirty="0" err="1"/>
              <a:t>İhtiyacı</a:t>
            </a:r>
            <a:r>
              <a:rPr lang="en-US" sz="2000" dirty="0"/>
              <a:t>, </a:t>
            </a:r>
            <a:r>
              <a:rPr lang="en-US" sz="2000" dirty="0" err="1"/>
              <a:t>İnancın</a:t>
            </a:r>
            <a:r>
              <a:rPr lang="en-US" sz="2000" dirty="0"/>
              <a:t> </a:t>
            </a:r>
            <a:r>
              <a:rPr lang="en-US" sz="2000" dirty="0" err="1"/>
              <a:t>Zayıflığını</a:t>
            </a:r>
            <a:r>
              <a:rPr lang="en-US" sz="2000" dirty="0"/>
              <a:t> </a:t>
            </a:r>
            <a:r>
              <a:rPr lang="en-US" sz="2000" dirty="0" err="1"/>
              <a:t>Gösterir</a:t>
            </a:r>
            <a:r>
              <a:rPr lang="en-US" sz="2000" dirty="0"/>
              <a:t>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108.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siz</a:t>
            </a:r>
            <a:r>
              <a:rPr lang="en-US" sz="2000" dirty="0"/>
              <a:t> de,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önce</a:t>
            </a:r>
            <a:r>
              <a:rPr lang="en-US" sz="2000" dirty="0"/>
              <a:t> </a:t>
            </a:r>
            <a:r>
              <a:rPr lang="en-US" sz="2000" dirty="0" err="1"/>
              <a:t>Mûsâ’dan</a:t>
            </a:r>
            <a:r>
              <a:rPr lang="en-US" sz="2000" dirty="0"/>
              <a:t> </a:t>
            </a:r>
            <a:r>
              <a:rPr lang="en-US" sz="2000" dirty="0" err="1"/>
              <a:t>istenildiği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, </a:t>
            </a:r>
            <a:endParaRPr lang="tr-TR" sz="2000" dirty="0"/>
          </a:p>
          <a:p>
            <a:r>
              <a:rPr lang="en-US" sz="2000" dirty="0" err="1"/>
              <a:t>peygamberinizden</a:t>
            </a:r>
            <a:r>
              <a:rPr lang="en-US" sz="2000" dirty="0"/>
              <a:t> de </a:t>
            </a:r>
            <a:r>
              <a:rPr lang="en-US" sz="2000" dirty="0" err="1"/>
              <a:t>birtakım</a:t>
            </a:r>
            <a:r>
              <a:rPr lang="en-US" sz="2000" dirty="0"/>
              <a:t> </a:t>
            </a:r>
            <a:r>
              <a:rPr lang="en-US" sz="2000" dirty="0" err="1"/>
              <a:t>şeyleri</a:t>
            </a:r>
            <a:r>
              <a:rPr lang="en-US" sz="2000" dirty="0"/>
              <a:t> </a:t>
            </a:r>
            <a:r>
              <a:rPr lang="en-US" sz="2000" dirty="0" err="1"/>
              <a:t>istemek</a:t>
            </a:r>
            <a:r>
              <a:rPr lang="en-US" sz="2000" dirty="0"/>
              <a:t> mi </a:t>
            </a:r>
            <a:r>
              <a:rPr lang="en-US" sz="2000" dirty="0" err="1"/>
              <a:t>istiyorsunuz</a:t>
            </a:r>
            <a:r>
              <a:rPr lang="en-US" sz="2000" dirty="0"/>
              <a:t>? </a:t>
            </a:r>
            <a:endParaRPr lang="tr-TR" sz="2000" dirty="0"/>
          </a:p>
          <a:p>
            <a:r>
              <a:rPr lang="en-US" sz="2000" dirty="0"/>
              <a:t>Kim </a:t>
            </a:r>
            <a:r>
              <a:rPr lang="en-US" sz="2000" dirty="0" err="1"/>
              <a:t>imanını</a:t>
            </a:r>
            <a:r>
              <a:rPr lang="en-US" sz="2000" dirty="0"/>
              <a:t> </a:t>
            </a:r>
            <a:r>
              <a:rPr lang="en-US" sz="2000" dirty="0" err="1"/>
              <a:t>küfürle</a:t>
            </a:r>
            <a:r>
              <a:rPr lang="en-US" sz="2000" dirty="0"/>
              <a:t> </a:t>
            </a:r>
            <a:r>
              <a:rPr lang="en-US" sz="2000" dirty="0" err="1"/>
              <a:t>değiştirirse</a:t>
            </a:r>
            <a:r>
              <a:rPr lang="en-US" sz="2000" dirty="0"/>
              <a:t>,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doğru</a:t>
            </a:r>
            <a:r>
              <a:rPr lang="en-US" sz="2000" dirty="0"/>
              <a:t> </a:t>
            </a:r>
            <a:r>
              <a:rPr lang="en-US" sz="2000" dirty="0" err="1"/>
              <a:t>yoldan</a:t>
            </a:r>
            <a:r>
              <a:rPr lang="en-US" sz="2000" dirty="0"/>
              <a:t> </a:t>
            </a:r>
            <a:r>
              <a:rPr lang="en-US" sz="2000" dirty="0" err="1"/>
              <a:t>sapmış</a:t>
            </a:r>
            <a:r>
              <a:rPr lang="en-US" sz="2000" dirty="0"/>
              <a:t> </a:t>
            </a:r>
            <a:r>
              <a:rPr lang="en-US" sz="2000" dirty="0" err="1"/>
              <a:t>olur</a:t>
            </a:r>
            <a:r>
              <a:rPr lang="en-US" sz="2000" dirty="0"/>
              <a:t>.”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ayette</a:t>
            </a:r>
            <a:r>
              <a:rPr lang="en-US" sz="2000" dirty="0"/>
              <a:t> </a:t>
            </a:r>
            <a:r>
              <a:rPr lang="en-US" sz="2000" dirty="0" err="1"/>
              <a:t>anlatılan</a:t>
            </a:r>
            <a:r>
              <a:rPr lang="en-US" sz="2000" dirty="0"/>
              <a:t> </a:t>
            </a:r>
            <a:r>
              <a:rPr lang="en-US" sz="2000" dirty="0" err="1"/>
              <a:t>durum,hakikati</a:t>
            </a:r>
            <a:r>
              <a:rPr lang="en-US" sz="2000" dirty="0"/>
              <a:t> </a:t>
            </a:r>
            <a:r>
              <a:rPr lang="en-US" sz="2000" dirty="0" err="1"/>
              <a:t>gördüğü</a:t>
            </a:r>
            <a:r>
              <a:rPr lang="en-US" sz="2000" dirty="0"/>
              <a:t> </a:t>
            </a:r>
            <a:r>
              <a:rPr lang="en-US" sz="2000" dirty="0" err="1"/>
              <a:t>hâlde</a:t>
            </a:r>
            <a:r>
              <a:rPr lang="en-US" sz="2000" dirty="0"/>
              <a:t> “</a:t>
            </a:r>
            <a:r>
              <a:rPr lang="en-US" sz="2000" dirty="0" err="1"/>
              <a:t>başka</a:t>
            </a:r>
            <a:r>
              <a:rPr lang="en-US" sz="2000" dirty="0"/>
              <a:t> </a:t>
            </a:r>
            <a:r>
              <a:rPr lang="en-US" sz="2000" dirty="0" err="1"/>
              <a:t>kanıt</a:t>
            </a:r>
            <a:r>
              <a:rPr lang="en-US" sz="2000" dirty="0"/>
              <a:t>” </a:t>
            </a:r>
            <a:r>
              <a:rPr lang="en-US" sz="2000" dirty="0" err="1"/>
              <a:t>isteyen</a:t>
            </a:r>
            <a:r>
              <a:rPr lang="en-US" sz="2000" dirty="0"/>
              <a:t> </a:t>
            </a:r>
            <a:r>
              <a:rPr lang="en-US" sz="2000" dirty="0" err="1"/>
              <a:t>zihindir</a:t>
            </a:r>
            <a:r>
              <a:rPr lang="en-US" sz="2000" dirty="0"/>
              <a:t>.“</a:t>
            </a:r>
            <a:r>
              <a:rPr lang="en-US" sz="2000" dirty="0" err="1"/>
              <a:t>Musa’dan</a:t>
            </a:r>
            <a:r>
              <a:rPr lang="en-US" sz="2000" dirty="0"/>
              <a:t> </a:t>
            </a:r>
            <a:r>
              <a:rPr lang="en-US" sz="2000" dirty="0" err="1"/>
              <a:t>istenen</a:t>
            </a:r>
            <a:r>
              <a:rPr lang="en-US" sz="2000" dirty="0"/>
              <a:t>” = </a:t>
            </a:r>
            <a:r>
              <a:rPr lang="en-US" sz="2000" dirty="0" err="1"/>
              <a:t>Göster</a:t>
            </a:r>
            <a:r>
              <a:rPr lang="en-US" sz="2000" dirty="0"/>
              <a:t>, </a:t>
            </a:r>
            <a:r>
              <a:rPr lang="en-US" sz="2000" dirty="0" err="1"/>
              <a:t>ispat</a:t>
            </a:r>
            <a:r>
              <a:rPr lang="en-US" sz="2000" dirty="0"/>
              <a:t> et, </a:t>
            </a:r>
            <a:r>
              <a:rPr lang="en-US" sz="2000" dirty="0" err="1"/>
              <a:t>gözle</a:t>
            </a:r>
            <a:r>
              <a:rPr lang="en-US" sz="2000" dirty="0"/>
              <a:t> </a:t>
            </a:r>
            <a:r>
              <a:rPr lang="en-US" sz="2000" dirty="0" err="1"/>
              <a:t>görAynı</a:t>
            </a:r>
            <a:r>
              <a:rPr lang="en-US" sz="2000" dirty="0"/>
              <a:t> </a:t>
            </a:r>
            <a:r>
              <a:rPr lang="en-US" sz="2000" dirty="0" err="1"/>
              <a:t>şekilde</a:t>
            </a:r>
            <a:r>
              <a:rPr lang="en-US" sz="2000" dirty="0"/>
              <a:t> </a:t>
            </a:r>
            <a:r>
              <a:rPr lang="en-US" sz="2000" dirty="0" err="1"/>
              <a:t>Peygamber’den</a:t>
            </a:r>
            <a:r>
              <a:rPr lang="en-US" sz="2000" dirty="0"/>
              <a:t> </a:t>
            </a:r>
            <a:r>
              <a:rPr lang="en-US" sz="2000" dirty="0" err="1"/>
              <a:t>de:“Bize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fazlasını</a:t>
            </a:r>
            <a:r>
              <a:rPr lang="en-US" sz="2000" dirty="0"/>
              <a:t> </a:t>
            </a:r>
            <a:r>
              <a:rPr lang="en-US" sz="2000" dirty="0" err="1"/>
              <a:t>göster”Ama</a:t>
            </a:r>
            <a:r>
              <a:rPr lang="en-US" sz="2000" dirty="0"/>
              <a:t>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 “</a:t>
            </a:r>
            <a:r>
              <a:rPr lang="en-US" sz="2000" dirty="0" err="1"/>
              <a:t>İnanç</a:t>
            </a:r>
            <a:r>
              <a:rPr lang="en-US" sz="2000" dirty="0"/>
              <a:t>, </a:t>
            </a:r>
            <a:r>
              <a:rPr lang="en-US" sz="2000" dirty="0" err="1"/>
              <a:t>onaylatma</a:t>
            </a:r>
            <a:r>
              <a:rPr lang="en-US" sz="2000" dirty="0"/>
              <a:t> </a:t>
            </a:r>
            <a:r>
              <a:rPr lang="en-US" sz="2000" dirty="0" err="1"/>
              <a:t>ihtiyacını</a:t>
            </a:r>
            <a:r>
              <a:rPr lang="en-US" sz="2000" dirty="0"/>
              <a:t> </a:t>
            </a:r>
            <a:r>
              <a:rPr lang="en-US" sz="2000" dirty="0" err="1"/>
              <a:t>aşan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teslimiyettir</a:t>
            </a:r>
            <a:r>
              <a:rPr lang="en-US" sz="2000" dirty="0"/>
              <a:t>.”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sana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sorar</a:t>
            </a:r>
            <a:r>
              <a:rPr lang="en-US" sz="2000" dirty="0"/>
              <a:t>:“</a:t>
            </a:r>
            <a:r>
              <a:rPr lang="en-US" sz="2000" dirty="0" err="1"/>
              <a:t>İnandığını</a:t>
            </a:r>
            <a:r>
              <a:rPr lang="en-US" sz="2000" dirty="0"/>
              <a:t> </a:t>
            </a:r>
            <a:r>
              <a:rPr lang="en-US" sz="2000" dirty="0" err="1"/>
              <a:t>mı</a:t>
            </a:r>
            <a:r>
              <a:rPr lang="en-US" sz="2000" dirty="0"/>
              <a:t> </a:t>
            </a:r>
            <a:r>
              <a:rPr lang="en-US" sz="2000" dirty="0" err="1"/>
              <a:t>söylüyorsun</a:t>
            </a:r>
            <a:r>
              <a:rPr lang="en-US" sz="2000" dirty="0"/>
              <a:t>,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ispat</a:t>
            </a:r>
            <a:r>
              <a:rPr lang="en-US" sz="2000" dirty="0"/>
              <a:t> </a:t>
            </a:r>
            <a:r>
              <a:rPr lang="en-US" sz="2000" dirty="0" err="1"/>
              <a:t>ettirmek</a:t>
            </a:r>
            <a:r>
              <a:rPr lang="en-US" sz="2000" dirty="0"/>
              <a:t> mi </a:t>
            </a:r>
            <a:r>
              <a:rPr lang="en-US" sz="2000" dirty="0" err="1"/>
              <a:t>istiyorsun</a:t>
            </a:r>
            <a:r>
              <a:rPr lang="en-US" sz="2000" dirty="0"/>
              <a:t>?” </a:t>
            </a:r>
          </a:p>
          <a:p>
            <a:r>
              <a:rPr lang="en-US" sz="2000" dirty="0" err="1"/>
              <a:t>Çünkü:Eğer</a:t>
            </a:r>
            <a:r>
              <a:rPr lang="en-US" sz="2000" dirty="0"/>
              <a:t> 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değiştirmeye</a:t>
            </a:r>
            <a:r>
              <a:rPr lang="en-US" sz="2000" dirty="0"/>
              <a:t> </a:t>
            </a:r>
            <a:r>
              <a:rPr lang="en-US" sz="2000" dirty="0" err="1"/>
              <a:t>çalışıyorsan</a:t>
            </a:r>
            <a:r>
              <a:rPr lang="en-US" sz="2000" dirty="0"/>
              <a:t>, </a:t>
            </a:r>
            <a:r>
              <a:rPr lang="en-US" sz="2000" dirty="0" err="1"/>
              <a:t>inancını</a:t>
            </a:r>
            <a:r>
              <a:rPr lang="en-US" sz="2000" dirty="0"/>
              <a:t>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kaybetmişsindir</a:t>
            </a:r>
            <a:br>
              <a:rPr lang="en-US" sz="2000" dirty="0"/>
            </a:br>
            <a:endParaRPr lang="en-US" sz="2000" dirty="0"/>
          </a:p>
          <a:p>
            <a:br>
              <a:rPr lang="en-US" dirty="0"/>
            </a:b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744996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2EA4EA0-DFB7-D7C2-72EE-41BE17F6C788}"/>
              </a:ext>
            </a:extLst>
          </p:cNvPr>
          <p:cNvSpPr txBox="1"/>
          <p:nvPr/>
        </p:nvSpPr>
        <p:spPr>
          <a:xfrm>
            <a:off x="96982" y="124690"/>
            <a:ext cx="6761017" cy="1206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109. </a:t>
            </a:r>
            <a:r>
              <a:rPr lang="en-US" sz="2000" b="1" dirty="0" err="1"/>
              <a:t>Ayet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“Kitap </a:t>
            </a:r>
            <a:r>
              <a:rPr lang="en-US" sz="2000" dirty="0" err="1"/>
              <a:t>ehlinden</a:t>
            </a:r>
            <a:r>
              <a:rPr lang="en-US" sz="2000" dirty="0"/>
              <a:t> </a:t>
            </a:r>
            <a:r>
              <a:rPr lang="en-US" sz="2000" dirty="0" err="1"/>
              <a:t>birçoğu</a:t>
            </a:r>
            <a:r>
              <a:rPr lang="en-US" sz="2000" dirty="0"/>
              <a:t>,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kendilerine</a:t>
            </a:r>
            <a:r>
              <a:rPr lang="en-US" sz="2000" dirty="0"/>
              <a:t> </a:t>
            </a:r>
            <a:r>
              <a:rPr lang="en-US" sz="2000" dirty="0" err="1"/>
              <a:t>apaçık</a:t>
            </a:r>
            <a:r>
              <a:rPr lang="en-US" sz="2000" dirty="0"/>
              <a:t> belli </a:t>
            </a:r>
            <a:r>
              <a:rPr lang="en-US" sz="2000" dirty="0" err="1"/>
              <a:t>olduktan</a:t>
            </a:r>
            <a:r>
              <a:rPr lang="en-US" sz="2000" dirty="0"/>
              <a:t> </a:t>
            </a:r>
            <a:r>
              <a:rPr lang="en-US" sz="2000" dirty="0" err="1"/>
              <a:t>sonra</a:t>
            </a:r>
            <a:r>
              <a:rPr lang="en-US" sz="2000" dirty="0"/>
              <a:t> bile, </a:t>
            </a:r>
            <a:endParaRPr lang="tr-TR" sz="2000" dirty="0"/>
          </a:p>
          <a:p>
            <a:r>
              <a:rPr lang="en-US" sz="2000" dirty="0" err="1"/>
              <a:t>içlerindeki</a:t>
            </a:r>
            <a:r>
              <a:rPr lang="en-US" sz="2000" dirty="0"/>
              <a:t> </a:t>
            </a:r>
            <a:r>
              <a:rPr lang="en-US" sz="2000" dirty="0" err="1"/>
              <a:t>kıskançlıktan</a:t>
            </a:r>
            <a:r>
              <a:rPr lang="en-US" sz="2000" dirty="0"/>
              <a:t> </a:t>
            </a:r>
            <a:r>
              <a:rPr lang="en-US" sz="2000" dirty="0" err="1"/>
              <a:t>ötürü</a:t>
            </a:r>
            <a:r>
              <a:rPr lang="en-US" sz="2000" dirty="0"/>
              <a:t> </a:t>
            </a:r>
            <a:r>
              <a:rPr lang="en-US" sz="2000" dirty="0" err="1"/>
              <a:t>sizi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 </a:t>
            </a:r>
            <a:r>
              <a:rPr lang="en-US" sz="2000" dirty="0" err="1"/>
              <a:t>inkâra</a:t>
            </a:r>
            <a:r>
              <a:rPr lang="en-US" sz="2000" dirty="0"/>
              <a:t> </a:t>
            </a:r>
            <a:r>
              <a:rPr lang="en-US" sz="2000" dirty="0" err="1"/>
              <a:t>döndürmek</a:t>
            </a:r>
            <a:r>
              <a:rPr lang="en-US" sz="2000" dirty="0"/>
              <a:t> </a:t>
            </a:r>
            <a:r>
              <a:rPr lang="en-US" sz="2000" dirty="0" err="1"/>
              <a:t>ister</a:t>
            </a:r>
            <a:r>
              <a:rPr lang="en-US" sz="2000" dirty="0"/>
              <a:t>. </a:t>
            </a:r>
            <a:endParaRPr lang="tr-TR" sz="2000" dirty="0"/>
          </a:p>
          <a:p>
            <a:r>
              <a:rPr lang="en-US" sz="2000" dirty="0"/>
              <a:t>Allah </a:t>
            </a:r>
            <a:r>
              <a:rPr lang="en-US" sz="2000" dirty="0" err="1"/>
              <a:t>emrini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getirmiştir</a:t>
            </a:r>
            <a:r>
              <a:rPr lang="en-US" sz="2000" dirty="0"/>
              <a:t>. Allah her </a:t>
            </a:r>
            <a:r>
              <a:rPr lang="en-US" sz="2000" dirty="0" err="1"/>
              <a:t>şeye</a:t>
            </a:r>
            <a:r>
              <a:rPr lang="en-US" sz="2000" dirty="0"/>
              <a:t> </a:t>
            </a:r>
            <a:r>
              <a:rPr lang="en-US" sz="2000" dirty="0" err="1"/>
              <a:t>gücü</a:t>
            </a:r>
            <a:r>
              <a:rPr lang="en-US" sz="2000" dirty="0"/>
              <a:t> </a:t>
            </a:r>
            <a:r>
              <a:rPr lang="en-US" sz="2000" dirty="0" err="1"/>
              <a:t>yetendir</a:t>
            </a:r>
            <a:r>
              <a:rPr lang="en-US" sz="2000" dirty="0"/>
              <a:t>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özel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çözümlemesidir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Hakikati</a:t>
            </a:r>
            <a:r>
              <a:rPr lang="en-US" sz="2000" dirty="0"/>
              <a:t> </a:t>
            </a:r>
            <a:r>
              <a:rPr lang="en-US" sz="2000" dirty="0" err="1"/>
              <a:t>bildiği</a:t>
            </a:r>
            <a:r>
              <a:rPr lang="en-US" sz="2000" dirty="0"/>
              <a:t> </a:t>
            </a:r>
            <a:r>
              <a:rPr lang="en-US" sz="2000" dirty="0" err="1"/>
              <a:t>hâlde</a:t>
            </a:r>
            <a:r>
              <a:rPr lang="en-US" sz="2000" dirty="0"/>
              <a:t>” → </a:t>
            </a:r>
            <a:r>
              <a:rPr lang="en-US" sz="2000" dirty="0" err="1"/>
              <a:t>Bilgiyle</a:t>
            </a:r>
            <a:r>
              <a:rPr lang="en-US" sz="2000" dirty="0"/>
              <a:t> </a:t>
            </a:r>
            <a:r>
              <a:rPr lang="en-US" sz="2000" dirty="0" err="1"/>
              <a:t>aydınlanmış</a:t>
            </a:r>
            <a:r>
              <a:rPr lang="en-US" sz="2000" dirty="0"/>
              <a:t> ama</a:t>
            </a:r>
          </a:p>
          <a:p>
            <a:r>
              <a:rPr lang="en-US" sz="2000" dirty="0"/>
              <a:t>kalbi </a:t>
            </a:r>
            <a:r>
              <a:rPr lang="en-US" sz="2000" dirty="0" err="1"/>
              <a:t>dönüşmemiş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Kıskançlıkla</a:t>
            </a:r>
            <a:r>
              <a:rPr lang="en-US" sz="2000" dirty="0"/>
              <a:t> </a:t>
            </a:r>
            <a:r>
              <a:rPr lang="en-US" sz="2000" dirty="0" err="1"/>
              <a:t>inkâra</a:t>
            </a:r>
            <a:r>
              <a:rPr lang="en-US" sz="2000" dirty="0"/>
              <a:t> </a:t>
            </a:r>
            <a:r>
              <a:rPr lang="en-US" sz="2000" dirty="0" err="1"/>
              <a:t>döndürmek</a:t>
            </a:r>
            <a:r>
              <a:rPr lang="en-US" sz="2000" dirty="0"/>
              <a:t>” →</a:t>
            </a:r>
          </a:p>
          <a:p>
            <a:r>
              <a:rPr lang="en-US" sz="2000" dirty="0"/>
              <a:t>Senin </a:t>
            </a:r>
            <a:r>
              <a:rPr lang="en-US" sz="2000" dirty="0" err="1"/>
              <a:t>yükselişine</a:t>
            </a:r>
            <a:r>
              <a:rPr lang="en-US" sz="2000" dirty="0"/>
              <a:t> </a:t>
            </a:r>
            <a:r>
              <a:rPr lang="en-US" sz="2000" dirty="0" err="1"/>
              <a:t>tahammül</a:t>
            </a:r>
            <a:r>
              <a:rPr lang="en-US" sz="2000" dirty="0"/>
              <a:t> </a:t>
            </a:r>
            <a:r>
              <a:rPr lang="en-US" sz="2000" dirty="0" err="1"/>
              <a:t>edemeyen</a:t>
            </a:r>
            <a:r>
              <a:rPr lang="en-US" sz="2000" dirty="0"/>
              <a:t> </a:t>
            </a:r>
            <a:r>
              <a:rPr lang="en-US" sz="2000" dirty="0" err="1"/>
              <a:t>bilinçler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Yani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anlatır</a:t>
            </a:r>
            <a:r>
              <a:rPr lang="en-US" sz="2000" dirty="0"/>
              <a:t>: </a:t>
            </a:r>
            <a:endParaRPr lang="tr-TR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Bazı</a:t>
            </a:r>
            <a:r>
              <a:rPr lang="en-US" sz="2000" dirty="0"/>
              <a:t> </a:t>
            </a:r>
            <a:r>
              <a:rPr lang="en-US" sz="2000" dirty="0" err="1"/>
              <a:t>insanlar</a:t>
            </a:r>
            <a:r>
              <a:rPr lang="en-US" sz="2000" dirty="0"/>
              <a:t> </a:t>
            </a:r>
            <a:r>
              <a:rPr lang="en-US" sz="2000" dirty="0" err="1"/>
              <a:t>ışığını</a:t>
            </a:r>
            <a:r>
              <a:rPr lang="en-US" sz="2000" dirty="0"/>
              <a:t> </a:t>
            </a:r>
            <a:r>
              <a:rPr lang="en-US" sz="2000" dirty="0" err="1"/>
              <a:t>görecek</a:t>
            </a:r>
            <a:r>
              <a:rPr lang="en-US" sz="2000" dirty="0"/>
              <a:t>…</a:t>
            </a:r>
            <a:endParaRPr lang="tr-TR" sz="2000" dirty="0"/>
          </a:p>
          <a:p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o </a:t>
            </a:r>
            <a:r>
              <a:rPr lang="en-US" sz="2000" dirty="0" err="1"/>
              <a:t>ışık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karanlıklarını</a:t>
            </a:r>
            <a:r>
              <a:rPr lang="en-US" sz="2000" dirty="0"/>
              <a:t> </a:t>
            </a:r>
            <a:r>
              <a:rPr lang="en-US" sz="2000" dirty="0" err="1"/>
              <a:t>yansıtacak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/>
              <a:t>Bu </a:t>
            </a:r>
            <a:r>
              <a:rPr lang="en-US" sz="2000" dirty="0" err="1"/>
              <a:t>yüzden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inkâra</a:t>
            </a:r>
            <a:r>
              <a:rPr lang="en-US" sz="2000" dirty="0"/>
              <a:t> </a:t>
            </a:r>
            <a:r>
              <a:rPr lang="en-US" sz="2000" dirty="0" err="1"/>
              <a:t>zorlayacaklar</a:t>
            </a:r>
            <a:r>
              <a:rPr lang="en-US" sz="2000" dirty="0"/>
              <a:t>.”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Ama </a:t>
            </a:r>
            <a:r>
              <a:rPr lang="en-US" sz="2000" dirty="0" err="1"/>
              <a:t>sistem</a:t>
            </a:r>
            <a:r>
              <a:rPr lang="en-US" sz="2000" dirty="0"/>
              <a:t> ne </a:t>
            </a:r>
            <a:r>
              <a:rPr lang="en-US" sz="2000" dirty="0" err="1"/>
              <a:t>diyor</a:t>
            </a:r>
            <a:r>
              <a:rPr lang="en-US" sz="2000" dirty="0"/>
              <a:t>? “Allah </a:t>
            </a:r>
            <a:r>
              <a:rPr lang="en-US" sz="2000" dirty="0" err="1"/>
              <a:t>emrini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 </a:t>
            </a:r>
            <a:r>
              <a:rPr lang="en-US" sz="2000" dirty="0" err="1"/>
              <a:t>getirdi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/>
              <a:t>Yani: Senin </a:t>
            </a:r>
            <a:r>
              <a:rPr lang="en-US" sz="2000" dirty="0" err="1"/>
              <a:t>uyanışın</a:t>
            </a:r>
            <a:r>
              <a:rPr lang="en-US" sz="2000" dirty="0"/>
              <a:t> </a:t>
            </a:r>
            <a:r>
              <a:rPr lang="en-US" sz="2000" dirty="0" err="1"/>
              <a:t>oldu</a:t>
            </a:r>
            <a:r>
              <a:rPr lang="en-US" sz="2000" dirty="0"/>
              <a:t> bile. </a:t>
            </a:r>
            <a:r>
              <a:rPr lang="en-US" sz="2000" dirty="0" err="1"/>
              <a:t>Kimse</a:t>
            </a:r>
            <a:r>
              <a:rPr lang="en-US" sz="2000" dirty="0"/>
              <a:t> </a:t>
            </a:r>
            <a:r>
              <a:rPr lang="en-US" sz="2000" dirty="0" err="1"/>
              <a:t>bunu</a:t>
            </a:r>
            <a:r>
              <a:rPr lang="en-US" sz="2000" dirty="0"/>
              <a:t> </a:t>
            </a:r>
            <a:r>
              <a:rPr lang="en-US" sz="2000" dirty="0" err="1"/>
              <a:t>geri</a:t>
            </a:r>
            <a:r>
              <a:rPr lang="en-US" sz="2000" dirty="0"/>
              <a:t> </a:t>
            </a:r>
            <a:r>
              <a:rPr lang="en-US" sz="2000" dirty="0" err="1"/>
              <a:t>alamaz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sana hem </a:t>
            </a:r>
            <a:r>
              <a:rPr lang="en-US" sz="2000" dirty="0" err="1"/>
              <a:t>dıştan</a:t>
            </a:r>
            <a:r>
              <a:rPr lang="en-US" sz="2000" dirty="0"/>
              <a:t> </a:t>
            </a:r>
            <a:r>
              <a:rPr lang="en-US" sz="2000" dirty="0" err="1"/>
              <a:t>geleni</a:t>
            </a:r>
            <a:r>
              <a:rPr lang="en-US" sz="2000" dirty="0"/>
              <a:t> hem </a:t>
            </a:r>
            <a:r>
              <a:rPr lang="en-US" sz="2000" dirty="0" err="1"/>
              <a:t>içte</a:t>
            </a:r>
            <a:r>
              <a:rPr lang="en-US" sz="2000" dirty="0"/>
              <a:t> </a:t>
            </a:r>
            <a:r>
              <a:rPr lang="en-US" sz="2000" dirty="0" err="1"/>
              <a:t>olanı</a:t>
            </a:r>
            <a:r>
              <a:rPr lang="en-US" sz="2000" dirty="0"/>
              <a:t> </a:t>
            </a:r>
            <a:r>
              <a:rPr lang="en-US" sz="2000" dirty="0" err="1"/>
              <a:t>sorar</a:t>
            </a:r>
            <a:r>
              <a:rPr lang="en-US" sz="2000" dirty="0"/>
              <a:t>: “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hâlâ</a:t>
            </a:r>
            <a:r>
              <a:rPr lang="en-US" sz="2000" dirty="0"/>
              <a:t> </a:t>
            </a:r>
            <a:r>
              <a:rPr lang="en-US" sz="2000" dirty="0" err="1"/>
              <a:t>onaylatmak</a:t>
            </a:r>
            <a:r>
              <a:rPr lang="en-US" sz="2000" dirty="0"/>
              <a:t> </a:t>
            </a:r>
            <a:r>
              <a:rPr lang="en-US" sz="2000" dirty="0" err="1"/>
              <a:t>mı</a:t>
            </a:r>
            <a:r>
              <a:rPr lang="en-US" sz="2000" dirty="0"/>
              <a:t> </a:t>
            </a:r>
            <a:r>
              <a:rPr lang="en-US" sz="2000" dirty="0" err="1"/>
              <a:t>istiyorsun</a:t>
            </a:r>
            <a:r>
              <a:rPr lang="en-US" sz="2000" dirty="0"/>
              <a:t>?” 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teslim</a:t>
            </a:r>
            <a:r>
              <a:rPr lang="en-US" sz="2000" dirty="0"/>
              <a:t> </a:t>
            </a:r>
            <a:r>
              <a:rPr lang="en-US" sz="2000" dirty="0" err="1"/>
              <a:t>oldun</a:t>
            </a:r>
            <a:r>
              <a:rPr lang="en-US" sz="2000" dirty="0"/>
              <a:t> mu?” </a:t>
            </a:r>
            <a:br>
              <a:rPr lang="en-US" sz="2000" dirty="0"/>
            </a:br>
            <a:r>
              <a:rPr lang="en-US" sz="2000" dirty="0"/>
              <a:t>Ve der ki: </a:t>
            </a:r>
            <a:br>
              <a:rPr lang="en-US" sz="2000" dirty="0"/>
            </a:br>
            <a:r>
              <a:rPr lang="en-US" sz="2000" dirty="0"/>
              <a:t>“Kimi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ışığını</a:t>
            </a:r>
            <a:r>
              <a:rPr lang="en-US" sz="2000" dirty="0"/>
              <a:t> </a:t>
            </a:r>
            <a:r>
              <a:rPr lang="en-US" sz="2000" dirty="0" err="1"/>
              <a:t>kıskanır</a:t>
            </a:r>
            <a:r>
              <a:rPr lang="en-US" sz="2000" dirty="0"/>
              <a:t>…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ışığını</a:t>
            </a:r>
            <a:r>
              <a:rPr lang="en-US" sz="2000" dirty="0"/>
              <a:t> </a:t>
            </a:r>
            <a:r>
              <a:rPr lang="en-US" sz="2000" dirty="0" err="1"/>
              <a:t>gömmüştür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/>
              <a:t>Ama </a:t>
            </a:r>
            <a:r>
              <a:rPr lang="en-US" sz="2000" dirty="0" err="1"/>
              <a:t>unutma</a:t>
            </a:r>
            <a:r>
              <a:rPr lang="en-US" sz="2000" dirty="0"/>
              <a:t>: 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geri</a:t>
            </a:r>
            <a:r>
              <a:rPr lang="en-US" sz="2000" dirty="0"/>
              <a:t> </a:t>
            </a:r>
            <a:r>
              <a:rPr lang="en-US" sz="2000" dirty="0" err="1"/>
              <a:t>dönemezsin</a:t>
            </a:r>
            <a:r>
              <a:rPr lang="en-US" sz="2000" dirty="0"/>
              <a:t>…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içine</a:t>
            </a:r>
            <a:r>
              <a:rPr lang="en-US" sz="2000" dirty="0"/>
              <a:t> </a:t>
            </a:r>
            <a:r>
              <a:rPr lang="en-US" sz="2000" dirty="0" err="1"/>
              <a:t>inmiştir</a:t>
            </a:r>
            <a:r>
              <a:rPr lang="en-US" sz="2000" dirty="0"/>
              <a:t>. Ve Allah </a:t>
            </a:r>
            <a:r>
              <a:rPr lang="en-US" sz="2000" dirty="0" err="1"/>
              <a:t>emrini</a:t>
            </a:r>
            <a:r>
              <a:rPr lang="en-US" sz="2000" dirty="0"/>
              <a:t> </a:t>
            </a:r>
            <a:r>
              <a:rPr lang="en-US" sz="2000" dirty="0" err="1"/>
              <a:t>çoktan</a:t>
            </a:r>
            <a:r>
              <a:rPr lang="en-US" sz="2000" dirty="0"/>
              <a:t> </a:t>
            </a:r>
            <a:r>
              <a:rPr lang="en-US" sz="2000" dirty="0" err="1"/>
              <a:t>gerçekleştirmiştir</a:t>
            </a:r>
            <a:r>
              <a:rPr lang="en-US" sz="2000" dirty="0"/>
              <a:t>.” </a:t>
            </a:r>
            <a:endParaRPr lang="tr-TR" sz="2000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Suresi’nin</a:t>
            </a:r>
            <a:r>
              <a:rPr lang="en-US" sz="2000" b="1" dirty="0"/>
              <a:t> 110. </a:t>
            </a:r>
            <a:r>
              <a:rPr lang="en-US" sz="2000" b="1" dirty="0" err="1"/>
              <a:t>ayetine</a:t>
            </a:r>
            <a:r>
              <a:rPr lang="en-US" sz="2000" b="1" dirty="0"/>
              <a:t> </a:t>
            </a:r>
            <a:r>
              <a:rPr lang="en-US" sz="2000" b="1" dirty="0" err="1"/>
              <a:t>geliyoruz</a:t>
            </a:r>
            <a:r>
              <a:rPr lang="en-US" sz="2000" b="1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ayette</a:t>
            </a:r>
            <a:r>
              <a:rPr lang="en-US" sz="2000" dirty="0"/>
              <a:t>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sabit</a:t>
            </a:r>
            <a:r>
              <a:rPr lang="en-US" sz="2000" dirty="0"/>
              <a:t> </a:t>
            </a:r>
            <a:r>
              <a:rPr lang="en-US" sz="2000" dirty="0" err="1"/>
              <a:t>frekansta</a:t>
            </a:r>
            <a:r>
              <a:rPr lang="en-US" sz="2000" dirty="0"/>
              <a:t> </a:t>
            </a:r>
            <a:r>
              <a:rPr lang="en-US" sz="2000" dirty="0" err="1"/>
              <a:t>yaşamanın</a:t>
            </a:r>
            <a:r>
              <a:rPr lang="en-US" sz="2000" dirty="0"/>
              <a:t> </a:t>
            </a:r>
            <a:r>
              <a:rPr lang="en-US" sz="2000" dirty="0" err="1"/>
              <a:t>sırrı</a:t>
            </a:r>
            <a:r>
              <a:rPr lang="en-US" sz="2000" dirty="0"/>
              <a:t> </a:t>
            </a:r>
            <a:r>
              <a:rPr lang="en-US" sz="2000" dirty="0" err="1"/>
              <a:t>açığa</a:t>
            </a:r>
            <a:r>
              <a:rPr lang="en-US" sz="2000" dirty="0"/>
              <a:t> </a:t>
            </a:r>
            <a:r>
              <a:rPr lang="en-US" sz="2000" dirty="0" err="1"/>
              <a:t>çıkar</a:t>
            </a:r>
            <a:r>
              <a:rPr lang="en-US" sz="2000" dirty="0"/>
              <a:t>:</a:t>
            </a:r>
          </a:p>
          <a:p>
            <a:r>
              <a:rPr lang="en-US" sz="2000" dirty="0"/>
              <a:t>Namaz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zekât</a:t>
            </a:r>
            <a:r>
              <a:rPr lang="en-US" sz="2000" dirty="0"/>
              <a:t>, </a:t>
            </a:r>
            <a:r>
              <a:rPr lang="en-US" sz="2000" dirty="0" err="1"/>
              <a:t>yani</a:t>
            </a:r>
            <a:endParaRPr lang="en-US" sz="2000" dirty="0"/>
          </a:p>
          <a:p>
            <a:r>
              <a:rPr lang="en-US" sz="2000" dirty="0" err="1"/>
              <a:t>içeriden</a:t>
            </a:r>
            <a:r>
              <a:rPr lang="en-US" sz="2000" dirty="0"/>
              <a:t> </a:t>
            </a:r>
            <a:r>
              <a:rPr lang="en-US" sz="2000" dirty="0" err="1"/>
              <a:t>hizalanmak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dışarıya</a:t>
            </a:r>
            <a:r>
              <a:rPr lang="en-US" sz="2000" dirty="0"/>
              <a:t> </a:t>
            </a:r>
            <a:r>
              <a:rPr lang="en-US" sz="2000" dirty="0" err="1"/>
              <a:t>akıtmak</a:t>
            </a:r>
            <a:r>
              <a:rPr lang="en-US" sz="2000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3159120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0B7EE44-3C47-8021-D972-27B7236EB550}"/>
              </a:ext>
            </a:extLst>
          </p:cNvPr>
          <p:cNvSpPr txBox="1"/>
          <p:nvPr/>
        </p:nvSpPr>
        <p:spPr>
          <a:xfrm>
            <a:off x="0" y="-1"/>
            <a:ext cx="6761017" cy="10464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110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</a:t>
            </a:r>
            <a:r>
              <a:rPr lang="en-US" sz="2000" dirty="0" err="1"/>
              <a:t>İçten</a:t>
            </a:r>
            <a:r>
              <a:rPr lang="en-US" sz="2000" dirty="0"/>
              <a:t> </a:t>
            </a:r>
            <a:r>
              <a:rPr lang="en-US" sz="2000" dirty="0" err="1"/>
              <a:t>Hizalan</a:t>
            </a:r>
            <a:r>
              <a:rPr lang="en-US" sz="2000" dirty="0"/>
              <a:t>, </a:t>
            </a:r>
            <a:r>
              <a:rPr lang="en-US" sz="2000" dirty="0" err="1"/>
              <a:t>Dışa</a:t>
            </a:r>
            <a:r>
              <a:rPr lang="en-US" sz="2000" dirty="0"/>
              <a:t> </a:t>
            </a:r>
            <a:r>
              <a:rPr lang="en-US" sz="2000" dirty="0" err="1"/>
              <a:t>Akıt</a:t>
            </a:r>
            <a:r>
              <a:rPr lang="en-US" sz="2000" dirty="0"/>
              <a:t> – Ve </a:t>
            </a:r>
            <a:r>
              <a:rPr lang="en-US" sz="2000" dirty="0" err="1"/>
              <a:t>Akışta</a:t>
            </a:r>
            <a:r>
              <a:rPr lang="en-US" sz="2000" dirty="0"/>
              <a:t> Kal”</a:t>
            </a:r>
          </a:p>
          <a:p>
            <a:pPr marL="0" indent="0">
              <a:buNone/>
            </a:pPr>
            <a:r>
              <a:rPr lang="en-US" sz="2000" dirty="0"/>
              <a:t>— Namaz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Zekât</a:t>
            </a:r>
            <a:r>
              <a:rPr lang="en-US" sz="2000" dirty="0"/>
              <a:t>, Enerji </a:t>
            </a:r>
            <a:r>
              <a:rPr lang="en-US" sz="2000" dirty="0" err="1"/>
              <a:t>Frekansının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</a:t>
            </a:r>
            <a:r>
              <a:rPr lang="en-US" sz="2000" dirty="0" err="1"/>
              <a:t>Kodlarıdır</a:t>
            </a:r>
            <a:r>
              <a:rPr lang="en-US" sz="2000" dirty="0"/>
              <a:t> —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110. </a:t>
            </a:r>
            <a:r>
              <a:rPr lang="en-US" sz="2000" b="1" dirty="0" err="1"/>
              <a:t>Ayet</a:t>
            </a: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Namazı</a:t>
            </a:r>
            <a:r>
              <a:rPr lang="en-US" sz="2000" dirty="0"/>
              <a:t> </a:t>
            </a:r>
            <a:r>
              <a:rPr lang="en-US" sz="2000" dirty="0" err="1"/>
              <a:t>dosdoğru</a:t>
            </a:r>
            <a:r>
              <a:rPr lang="en-US" sz="2000" dirty="0"/>
              <a:t> </a:t>
            </a:r>
            <a:r>
              <a:rPr lang="en-US" sz="2000" dirty="0" err="1"/>
              <a:t>kılın</a:t>
            </a:r>
            <a:r>
              <a:rPr lang="en-US" sz="2000" dirty="0"/>
              <a:t>, </a:t>
            </a:r>
            <a:r>
              <a:rPr lang="en-US" sz="2000" dirty="0" err="1"/>
              <a:t>zekâtı</a:t>
            </a:r>
            <a:r>
              <a:rPr lang="en-US" sz="2000" dirty="0"/>
              <a:t> </a:t>
            </a:r>
            <a:r>
              <a:rPr lang="en-US" sz="2000" dirty="0" err="1"/>
              <a:t>verin</a:t>
            </a:r>
            <a:r>
              <a:rPr lang="en-US" sz="2000" dirty="0"/>
              <a:t>. </a:t>
            </a:r>
            <a:r>
              <a:rPr lang="en-US" sz="2000" dirty="0" err="1"/>
              <a:t>Kendiniz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önden</a:t>
            </a:r>
            <a:r>
              <a:rPr lang="en-US" sz="2000" dirty="0"/>
              <a:t> ne </a:t>
            </a:r>
            <a:r>
              <a:rPr lang="en-US" sz="2000" dirty="0" err="1"/>
              <a:t>iyilik</a:t>
            </a:r>
            <a:r>
              <a:rPr lang="en-US" sz="2000" dirty="0"/>
              <a:t> </a:t>
            </a:r>
            <a:r>
              <a:rPr lang="en-US" sz="2000" dirty="0" err="1"/>
              <a:t>gönderirseniz</a:t>
            </a:r>
            <a:r>
              <a:rPr lang="en-US" sz="2000" dirty="0"/>
              <a:t>, </a:t>
            </a:r>
            <a:r>
              <a:rPr lang="en-US" sz="2000" dirty="0" err="1"/>
              <a:t>onu</a:t>
            </a:r>
            <a:r>
              <a:rPr lang="en-US" sz="2000" dirty="0"/>
              <a:t> Allah </a:t>
            </a:r>
            <a:r>
              <a:rPr lang="en-US" sz="2000" dirty="0" err="1"/>
              <a:t>katında</a:t>
            </a:r>
            <a:r>
              <a:rPr lang="en-US" sz="2000" dirty="0"/>
              <a:t> </a:t>
            </a:r>
            <a:r>
              <a:rPr lang="en-US" sz="2000" dirty="0" err="1"/>
              <a:t>bulursunuz</a:t>
            </a:r>
            <a:r>
              <a:rPr lang="en-US" sz="2000" dirty="0"/>
              <a:t>. Allah, </a:t>
            </a:r>
            <a:r>
              <a:rPr lang="en-US" sz="2000" dirty="0" err="1"/>
              <a:t>yaptıklarınızı</a:t>
            </a:r>
            <a:r>
              <a:rPr lang="en-US" sz="2000" dirty="0"/>
              <a:t> </a:t>
            </a:r>
            <a:r>
              <a:rPr lang="en-US" sz="2000" dirty="0" err="1"/>
              <a:t>görmektedir</a:t>
            </a:r>
            <a:r>
              <a:rPr lang="en-US" sz="2000" dirty="0"/>
              <a:t>.”**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3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 </a:t>
            </a:r>
            <a:r>
              <a:rPr lang="en-US" sz="2000" dirty="0" err="1"/>
              <a:t>içerir</a:t>
            </a:r>
            <a:r>
              <a:rPr lang="en-US" sz="2000" dirty="0"/>
              <a:t>:</a:t>
            </a:r>
          </a:p>
          <a:p>
            <a:r>
              <a:rPr lang="en-US" sz="2000" dirty="0"/>
              <a:t>Namaz = </a:t>
            </a:r>
            <a:r>
              <a:rPr lang="en-US" sz="2000" dirty="0" err="1"/>
              <a:t>İç</a:t>
            </a:r>
            <a:r>
              <a:rPr lang="en-US" sz="2000" dirty="0"/>
              <a:t> </a:t>
            </a:r>
            <a:r>
              <a:rPr lang="en-US" sz="2000" dirty="0" err="1"/>
              <a:t>hizalanma</a:t>
            </a:r>
            <a:endParaRPr lang="en-US" sz="2000" dirty="0"/>
          </a:p>
          <a:p>
            <a:r>
              <a:rPr lang="en-US" sz="2000" dirty="0" err="1"/>
              <a:t>Zekât</a:t>
            </a:r>
            <a:r>
              <a:rPr lang="en-US" sz="2000" dirty="0"/>
              <a:t> = Enerji </a:t>
            </a:r>
            <a:r>
              <a:rPr lang="en-US" sz="2000" dirty="0" err="1"/>
              <a:t>paylaşımı</a:t>
            </a:r>
            <a:endParaRPr lang="en-US" sz="2000" dirty="0"/>
          </a:p>
          <a:p>
            <a:r>
              <a:rPr lang="en-US" sz="2000" dirty="0" err="1"/>
              <a:t>Önden</a:t>
            </a:r>
            <a:r>
              <a:rPr lang="en-US" sz="2000" dirty="0"/>
              <a:t> </a:t>
            </a:r>
            <a:r>
              <a:rPr lang="en-US" sz="2000" dirty="0" err="1"/>
              <a:t>gönderilen</a:t>
            </a:r>
            <a:r>
              <a:rPr lang="en-US" sz="2000" dirty="0"/>
              <a:t> </a:t>
            </a:r>
            <a:r>
              <a:rPr lang="en-US" sz="2000" dirty="0" err="1"/>
              <a:t>iyilik</a:t>
            </a:r>
            <a:r>
              <a:rPr lang="en-US" sz="2000" dirty="0"/>
              <a:t> = </a:t>
            </a:r>
            <a:r>
              <a:rPr lang="en-US" sz="2000" dirty="0" err="1"/>
              <a:t>Zamanı</a:t>
            </a:r>
            <a:r>
              <a:rPr lang="en-US" sz="2000" dirty="0"/>
              <a:t> </a:t>
            </a:r>
            <a:r>
              <a:rPr lang="en-US" sz="2000" dirty="0" err="1"/>
              <a:t>aşan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yatırımı</a:t>
            </a:r>
            <a:endParaRPr lang="tr-TR" sz="2000" dirty="0"/>
          </a:p>
          <a:p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110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</a:t>
            </a:r>
            <a:r>
              <a:rPr lang="en-US" sz="2000" dirty="0" err="1"/>
              <a:t>İçten</a:t>
            </a:r>
            <a:r>
              <a:rPr lang="en-US" sz="2000" dirty="0"/>
              <a:t> </a:t>
            </a:r>
            <a:r>
              <a:rPr lang="en-US" sz="2000" dirty="0" err="1"/>
              <a:t>Hizalan</a:t>
            </a:r>
            <a:r>
              <a:rPr lang="en-US" sz="2000" dirty="0"/>
              <a:t>, </a:t>
            </a:r>
            <a:r>
              <a:rPr lang="en-US" sz="2000" dirty="0" err="1"/>
              <a:t>Dışa</a:t>
            </a:r>
            <a:r>
              <a:rPr lang="en-US" sz="2000" dirty="0"/>
              <a:t> </a:t>
            </a:r>
            <a:r>
              <a:rPr lang="en-US" sz="2000" dirty="0" err="1"/>
              <a:t>Akıt</a:t>
            </a:r>
            <a:r>
              <a:rPr lang="en-US" sz="2000" dirty="0"/>
              <a:t>  Ve </a:t>
            </a:r>
            <a:r>
              <a:rPr lang="en-US" sz="2000" dirty="0" err="1"/>
              <a:t>Akışta</a:t>
            </a:r>
            <a:r>
              <a:rPr lang="en-US" sz="2000" dirty="0"/>
              <a:t> Kal” Namaz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Zekât</a:t>
            </a:r>
            <a:r>
              <a:rPr lang="en-US" sz="2000" dirty="0"/>
              <a:t>, Enerji </a:t>
            </a:r>
            <a:r>
              <a:rPr lang="en-US" sz="2000" dirty="0" err="1"/>
              <a:t>Frekansının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</a:t>
            </a:r>
            <a:r>
              <a:rPr lang="en-US" sz="2000" dirty="0" err="1"/>
              <a:t>Kodlarıdır</a:t>
            </a:r>
            <a:r>
              <a:rPr lang="en-US" sz="2000" dirty="0"/>
              <a:t> —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110.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Namazı</a:t>
            </a:r>
            <a:r>
              <a:rPr lang="en-US" sz="2000" dirty="0"/>
              <a:t> </a:t>
            </a:r>
            <a:r>
              <a:rPr lang="en-US" sz="2000" dirty="0" err="1"/>
              <a:t>dosdoğru</a:t>
            </a:r>
            <a:r>
              <a:rPr lang="en-US" sz="2000" dirty="0"/>
              <a:t> </a:t>
            </a:r>
            <a:r>
              <a:rPr lang="en-US" sz="2000" dirty="0" err="1"/>
              <a:t>kılın</a:t>
            </a:r>
            <a:r>
              <a:rPr lang="en-US" sz="2000" dirty="0"/>
              <a:t>, </a:t>
            </a:r>
            <a:r>
              <a:rPr lang="en-US" sz="2000" dirty="0" err="1"/>
              <a:t>zekâtı</a:t>
            </a:r>
            <a:r>
              <a:rPr lang="en-US" sz="2000" dirty="0"/>
              <a:t> </a:t>
            </a:r>
            <a:r>
              <a:rPr lang="en-US" sz="2000" dirty="0" err="1"/>
              <a:t>verin</a:t>
            </a:r>
            <a:r>
              <a:rPr lang="en-US" sz="2000" dirty="0"/>
              <a:t>. </a:t>
            </a:r>
            <a:r>
              <a:rPr lang="en-US" sz="2000" dirty="0" err="1"/>
              <a:t>Kendiniz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önden</a:t>
            </a:r>
            <a:r>
              <a:rPr lang="en-US" sz="2000" dirty="0"/>
              <a:t> ne </a:t>
            </a:r>
            <a:r>
              <a:rPr lang="en-US" sz="2000" dirty="0" err="1"/>
              <a:t>iyilik</a:t>
            </a:r>
            <a:r>
              <a:rPr lang="en-US" sz="2000" dirty="0"/>
              <a:t> </a:t>
            </a:r>
            <a:r>
              <a:rPr lang="en-US" sz="2000" dirty="0" err="1"/>
              <a:t>gönderirseniz</a:t>
            </a:r>
            <a:r>
              <a:rPr lang="en-US" sz="2000" dirty="0"/>
              <a:t>, </a:t>
            </a:r>
            <a:r>
              <a:rPr lang="en-US" sz="2000" dirty="0" err="1"/>
              <a:t>onu</a:t>
            </a:r>
            <a:r>
              <a:rPr lang="en-US" sz="2000" dirty="0"/>
              <a:t> Allah </a:t>
            </a:r>
            <a:r>
              <a:rPr lang="en-US" sz="2000" dirty="0" err="1"/>
              <a:t>katında</a:t>
            </a:r>
            <a:r>
              <a:rPr lang="en-US" sz="2000" dirty="0"/>
              <a:t> </a:t>
            </a:r>
            <a:r>
              <a:rPr lang="en-US" sz="2000" dirty="0" err="1"/>
              <a:t>bulursunuz</a:t>
            </a:r>
            <a:r>
              <a:rPr lang="en-US" sz="2000" dirty="0"/>
              <a:t>. Allah, </a:t>
            </a:r>
            <a:r>
              <a:rPr lang="en-US" sz="2000" dirty="0" err="1"/>
              <a:t>yaptıklarınızı</a:t>
            </a:r>
            <a:r>
              <a:rPr lang="en-US" sz="2000" dirty="0"/>
              <a:t> </a:t>
            </a:r>
            <a:r>
              <a:rPr lang="en-US" sz="2000" dirty="0" err="1"/>
              <a:t>görmektedir</a:t>
            </a:r>
            <a:r>
              <a:rPr lang="en-US" sz="2000" dirty="0"/>
              <a:t>.”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3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 </a:t>
            </a:r>
            <a:r>
              <a:rPr lang="en-US" sz="2000" dirty="0" err="1"/>
              <a:t>içerir</a:t>
            </a:r>
            <a:r>
              <a:rPr lang="en-US" sz="2000" dirty="0"/>
              <a:t>:</a:t>
            </a:r>
          </a:p>
          <a:p>
            <a:r>
              <a:rPr lang="en-US" sz="2000" dirty="0"/>
              <a:t>Namaz = </a:t>
            </a:r>
            <a:r>
              <a:rPr lang="en-US" sz="2000" dirty="0" err="1"/>
              <a:t>İç</a:t>
            </a:r>
            <a:r>
              <a:rPr lang="en-US" sz="2000" dirty="0"/>
              <a:t> </a:t>
            </a:r>
            <a:r>
              <a:rPr lang="en-US" sz="2000" dirty="0" err="1"/>
              <a:t>hizalanma</a:t>
            </a:r>
            <a:endParaRPr lang="en-US" sz="2000" dirty="0"/>
          </a:p>
          <a:p>
            <a:r>
              <a:rPr lang="en-US" sz="2000" dirty="0" err="1"/>
              <a:t>Zekât</a:t>
            </a:r>
            <a:r>
              <a:rPr lang="en-US" sz="2000" dirty="0"/>
              <a:t> = Enerji </a:t>
            </a:r>
            <a:r>
              <a:rPr lang="en-US" sz="2000" dirty="0" err="1"/>
              <a:t>paylaşımı</a:t>
            </a:r>
            <a:endParaRPr lang="en-US" sz="2000" dirty="0"/>
          </a:p>
          <a:p>
            <a:r>
              <a:rPr lang="en-US" sz="2000" dirty="0" err="1"/>
              <a:t>Önden</a:t>
            </a:r>
            <a:r>
              <a:rPr lang="en-US" sz="2000" dirty="0"/>
              <a:t> </a:t>
            </a:r>
            <a:r>
              <a:rPr lang="en-US" sz="2000" dirty="0" err="1"/>
              <a:t>gönderilen</a:t>
            </a:r>
            <a:r>
              <a:rPr lang="en-US" sz="2000" dirty="0"/>
              <a:t> </a:t>
            </a:r>
            <a:r>
              <a:rPr lang="en-US" sz="2000" dirty="0" err="1"/>
              <a:t>iyilik</a:t>
            </a:r>
            <a:r>
              <a:rPr lang="en-US" sz="2000" dirty="0"/>
              <a:t> = </a:t>
            </a:r>
            <a:r>
              <a:rPr lang="en-US" sz="2000" dirty="0" err="1"/>
              <a:t>Zamanı</a:t>
            </a:r>
            <a:r>
              <a:rPr lang="en-US" sz="2000" dirty="0"/>
              <a:t> </a:t>
            </a:r>
            <a:r>
              <a:rPr lang="en-US" sz="2000" dirty="0" err="1"/>
              <a:t>aşan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yatırımı</a:t>
            </a:r>
            <a:endParaRPr lang="tr-TR" sz="2000" dirty="0"/>
          </a:p>
          <a:p>
            <a:endParaRPr lang="tr-TR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57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5E9FFAF-6E47-AC62-B066-191C3D6B16D6}"/>
              </a:ext>
            </a:extLst>
          </p:cNvPr>
          <p:cNvSpPr txBox="1"/>
          <p:nvPr/>
        </p:nvSpPr>
        <p:spPr>
          <a:xfrm>
            <a:off x="1" y="0"/>
            <a:ext cx="672737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sz="2400" b="1" dirty="0"/>
              <a:t>Namaz – </a:t>
            </a:r>
            <a:r>
              <a:rPr lang="en-US" sz="2400" b="1" dirty="0" err="1"/>
              <a:t>İçsel</a:t>
            </a:r>
            <a:r>
              <a:rPr lang="en-US" sz="2400" b="1" dirty="0"/>
              <a:t> </a:t>
            </a:r>
            <a:r>
              <a:rPr lang="en-US" sz="2400" b="1" dirty="0" err="1"/>
              <a:t>Frekans</a:t>
            </a:r>
            <a:r>
              <a:rPr lang="en-US" sz="2400" b="1" dirty="0"/>
              <a:t> </a:t>
            </a:r>
            <a:r>
              <a:rPr lang="en-US" sz="2400" b="1" dirty="0" err="1"/>
              <a:t>Hizası</a:t>
            </a:r>
            <a:endParaRPr lang="en-US" sz="2400" dirty="0"/>
          </a:p>
          <a:p>
            <a:r>
              <a:rPr lang="en-US" sz="2400" dirty="0"/>
              <a:t>Namaz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ibadet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.</a:t>
            </a:r>
          </a:p>
          <a:p>
            <a:r>
              <a:rPr lang="en-US" sz="2400" dirty="0"/>
              <a:t>Zihni </a:t>
            </a:r>
            <a:r>
              <a:rPr lang="en-US" sz="2400" dirty="0" err="1"/>
              <a:t>susturup</a:t>
            </a:r>
            <a:r>
              <a:rPr lang="en-US" sz="2400" dirty="0"/>
              <a:t>, kalbi </a:t>
            </a:r>
            <a:r>
              <a:rPr lang="en-US" sz="2400" dirty="0" err="1"/>
              <a:t>hizaya</a:t>
            </a:r>
            <a:r>
              <a:rPr lang="en-US" sz="2400" dirty="0"/>
              <a:t> </a:t>
            </a:r>
            <a:r>
              <a:rPr lang="en-US" sz="2400" dirty="0" err="1"/>
              <a:t>sokmak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Kıyam</a:t>
            </a:r>
            <a:r>
              <a:rPr lang="en-US" sz="2400" dirty="0"/>
              <a:t> → </a:t>
            </a:r>
            <a:r>
              <a:rPr lang="en-US" sz="2400" dirty="0" err="1"/>
              <a:t>Ayakta</a:t>
            </a:r>
            <a:r>
              <a:rPr lang="en-US" sz="2400" dirty="0"/>
              <a:t> </a:t>
            </a:r>
            <a:r>
              <a:rPr lang="en-US" sz="2400" dirty="0" err="1"/>
              <a:t>durmak</a:t>
            </a:r>
            <a:r>
              <a:rPr lang="en-US" sz="2400" dirty="0"/>
              <a:t> → </a:t>
            </a:r>
            <a:r>
              <a:rPr lang="en-US" sz="2400" dirty="0" err="1"/>
              <a:t>Ruhsal</a:t>
            </a:r>
            <a:r>
              <a:rPr lang="en-US" sz="2400" dirty="0"/>
              <a:t> </a:t>
            </a:r>
            <a:r>
              <a:rPr lang="en-US" sz="2400" dirty="0" err="1"/>
              <a:t>duruş</a:t>
            </a:r>
            <a:endParaRPr lang="en-US" sz="2400" dirty="0"/>
          </a:p>
          <a:p>
            <a:r>
              <a:rPr lang="en-US" sz="2400" dirty="0" err="1"/>
              <a:t>Rükû</a:t>
            </a:r>
            <a:r>
              <a:rPr lang="en-US" sz="2400" dirty="0"/>
              <a:t> → </a:t>
            </a:r>
            <a:r>
              <a:rPr lang="en-US" sz="2400" dirty="0" err="1"/>
              <a:t>Eğilmek</a:t>
            </a:r>
            <a:r>
              <a:rPr lang="en-US" sz="2400" dirty="0"/>
              <a:t> → </a:t>
            </a:r>
            <a:r>
              <a:rPr lang="en-US" sz="2400" dirty="0" err="1"/>
              <a:t>Egoyu</a:t>
            </a:r>
            <a:r>
              <a:rPr lang="en-US" sz="2400" dirty="0"/>
              <a:t> </a:t>
            </a:r>
            <a:r>
              <a:rPr lang="en-US" sz="2400" dirty="0" err="1"/>
              <a:t>bırakmak</a:t>
            </a:r>
            <a:endParaRPr lang="en-US" sz="2400" dirty="0"/>
          </a:p>
          <a:p>
            <a:r>
              <a:rPr lang="en-US" sz="2400" dirty="0" err="1"/>
              <a:t>Secde</a:t>
            </a:r>
            <a:r>
              <a:rPr lang="en-US" sz="2400" dirty="0"/>
              <a:t> → Yere </a:t>
            </a:r>
            <a:r>
              <a:rPr lang="en-US" sz="2400" dirty="0" err="1"/>
              <a:t>kapanmak</a:t>
            </a:r>
            <a:r>
              <a:rPr lang="en-US" sz="2400" dirty="0"/>
              <a:t> → </a:t>
            </a:r>
            <a:r>
              <a:rPr lang="en-US" sz="2400" dirty="0" err="1"/>
              <a:t>Kaynağa</a:t>
            </a:r>
            <a:r>
              <a:rPr lang="en-US" sz="2400" dirty="0"/>
              <a:t> </a:t>
            </a:r>
            <a:r>
              <a:rPr lang="en-US" sz="2400" dirty="0" err="1"/>
              <a:t>teslim</a:t>
            </a:r>
            <a:endParaRPr lang="en-US" sz="2400" dirty="0"/>
          </a:p>
          <a:p>
            <a:r>
              <a:rPr lang="en-US" sz="2400" dirty="0"/>
              <a:t>Bu, </a:t>
            </a:r>
            <a:r>
              <a:rPr lang="en-US" sz="2400" dirty="0" err="1"/>
              <a:t>bedenin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 — </a:t>
            </a:r>
            <a:r>
              <a:rPr lang="en-US" sz="2400" dirty="0" err="1"/>
              <a:t>bilincin</a:t>
            </a:r>
            <a:r>
              <a:rPr lang="en-US" sz="2400" dirty="0"/>
              <a:t> </a:t>
            </a:r>
            <a:r>
              <a:rPr lang="en-US" sz="2400" dirty="0" err="1"/>
              <a:t>hareketidir</a:t>
            </a:r>
            <a:r>
              <a:rPr lang="en-US" sz="2400" dirty="0"/>
              <a:t>. Ve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der:“</a:t>
            </a:r>
            <a:r>
              <a:rPr lang="en-US" sz="2400" dirty="0" err="1"/>
              <a:t>Kendini</a:t>
            </a:r>
            <a:r>
              <a:rPr lang="en-US" sz="2400" dirty="0"/>
              <a:t> her </a:t>
            </a:r>
            <a:r>
              <a:rPr lang="en-US" sz="2400" dirty="0" err="1"/>
              <a:t>gün</a:t>
            </a:r>
            <a:r>
              <a:rPr lang="en-US" sz="2400" dirty="0"/>
              <a:t> </a:t>
            </a:r>
            <a:r>
              <a:rPr lang="en-US" sz="2400" dirty="0" err="1"/>
              <a:t>hizaya</a:t>
            </a:r>
            <a:r>
              <a:rPr lang="en-US" sz="2400" dirty="0"/>
              <a:t> al. </a:t>
            </a:r>
            <a:r>
              <a:rPr lang="en-US" sz="2400" dirty="0" err="1"/>
              <a:t>Çünkü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frekansına</a:t>
            </a:r>
            <a:r>
              <a:rPr lang="en-US" sz="2400" dirty="0"/>
              <a:t> </a:t>
            </a:r>
            <a:r>
              <a:rPr lang="en-US" sz="2400" dirty="0" err="1"/>
              <a:t>göre</a:t>
            </a:r>
            <a:r>
              <a:rPr lang="en-US" sz="2400" dirty="0"/>
              <a:t> </a:t>
            </a:r>
            <a:r>
              <a:rPr lang="en-US" sz="2400" dirty="0" err="1"/>
              <a:t>cevap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2. </a:t>
            </a:r>
          </a:p>
          <a:p>
            <a:r>
              <a:rPr lang="en-US" sz="2400" b="1" dirty="0" err="1"/>
              <a:t>Zekât</a:t>
            </a:r>
            <a:r>
              <a:rPr lang="en-US" sz="2400" b="1" dirty="0"/>
              <a:t> – </a:t>
            </a:r>
            <a:r>
              <a:rPr lang="en-US" sz="2400" b="1" dirty="0" err="1"/>
              <a:t>Dışarıya</a:t>
            </a:r>
            <a:r>
              <a:rPr lang="en-US" sz="2400" b="1" dirty="0"/>
              <a:t> Akan </a:t>
            </a:r>
            <a:r>
              <a:rPr lang="en-US" sz="2400" b="1" dirty="0" err="1"/>
              <a:t>Işık</a:t>
            </a:r>
            <a:endParaRPr lang="en-US" sz="2400" dirty="0"/>
          </a:p>
          <a:p>
            <a:r>
              <a:rPr lang="en-US" sz="2400" dirty="0" err="1"/>
              <a:t>Zekât</a:t>
            </a:r>
            <a:r>
              <a:rPr lang="en-US" sz="2400" dirty="0"/>
              <a:t>, </a:t>
            </a:r>
            <a:r>
              <a:rPr lang="en-US" sz="2400" dirty="0" err="1"/>
              <a:t>paradan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tr-TR" sz="2400" dirty="0"/>
              <a:t> </a:t>
            </a:r>
            <a:r>
              <a:rPr lang="en-US" sz="2400" dirty="0" err="1"/>
              <a:t>enerjiyle</a:t>
            </a:r>
            <a:r>
              <a:rPr lang="en-US" sz="2400" dirty="0"/>
              <a:t> </a:t>
            </a:r>
            <a:r>
              <a:rPr lang="en-US" sz="2400" dirty="0" err="1"/>
              <a:t>ilgilidir.Elindekini,Bildiğini,Olduğunu</a:t>
            </a:r>
            <a:endParaRPr lang="en-US" sz="2400" dirty="0"/>
          </a:p>
          <a:p>
            <a:r>
              <a:rPr lang="en-US" sz="2400" dirty="0" err="1"/>
              <a:t>paylaşmak</a:t>
            </a:r>
            <a:r>
              <a:rPr lang="en-US" sz="2400" dirty="0"/>
              <a:t>.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: “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alırsan</a:t>
            </a:r>
            <a:r>
              <a:rPr lang="en-US" sz="2400" dirty="0"/>
              <a:t>, </a:t>
            </a:r>
            <a:r>
              <a:rPr lang="en-US" sz="2400" dirty="0" err="1"/>
              <a:t>birikir</a:t>
            </a:r>
            <a:r>
              <a:rPr lang="en-US" sz="2400" dirty="0"/>
              <a:t>. Ama </a:t>
            </a:r>
            <a:r>
              <a:rPr lang="en-US" sz="2400" dirty="0" err="1"/>
              <a:t>verirsen</a:t>
            </a:r>
            <a:r>
              <a:rPr lang="en-US" sz="2400" dirty="0"/>
              <a:t>, </a:t>
            </a:r>
            <a:r>
              <a:rPr lang="en-US" sz="2400" dirty="0" err="1"/>
              <a:t>akarsın</a:t>
            </a:r>
            <a:r>
              <a:rPr lang="en-US" sz="2400" dirty="0"/>
              <a:t>. </a:t>
            </a:r>
            <a:br>
              <a:rPr lang="en-US" sz="2400" dirty="0"/>
            </a:br>
            <a:r>
              <a:rPr lang="en-US" sz="2400" dirty="0"/>
              <a:t>Ve </a:t>
            </a:r>
            <a:r>
              <a:rPr lang="en-US" sz="2400" dirty="0" err="1"/>
              <a:t>akmak</a:t>
            </a:r>
            <a:r>
              <a:rPr lang="en-US" sz="2400" dirty="0"/>
              <a:t>,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canlı</a:t>
            </a:r>
            <a:r>
              <a:rPr lang="en-US" sz="2400" dirty="0"/>
              <a:t> </a:t>
            </a:r>
            <a:r>
              <a:rPr lang="en-US" sz="2400" dirty="0" err="1"/>
              <a:t>tutar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3. </a:t>
            </a:r>
          </a:p>
          <a:p>
            <a:r>
              <a:rPr lang="en-US" sz="2400" b="1" dirty="0"/>
              <a:t>Kendin </a:t>
            </a:r>
            <a:r>
              <a:rPr lang="en-US" sz="2400" b="1" dirty="0" err="1"/>
              <a:t>İçin</a:t>
            </a:r>
            <a:r>
              <a:rPr lang="en-US" sz="2400" b="1" dirty="0"/>
              <a:t> </a:t>
            </a:r>
            <a:r>
              <a:rPr lang="en-US" sz="2400" b="1" dirty="0" err="1"/>
              <a:t>Gönderdiğin</a:t>
            </a:r>
            <a:r>
              <a:rPr lang="en-US" sz="2400" b="1" dirty="0"/>
              <a:t> </a:t>
            </a:r>
            <a:r>
              <a:rPr lang="en-US" sz="2400" b="1" dirty="0" err="1"/>
              <a:t>Şey</a:t>
            </a:r>
            <a:r>
              <a:rPr lang="en-US" sz="2400" b="1" dirty="0"/>
              <a:t>, </a:t>
            </a:r>
            <a:r>
              <a:rPr lang="en-US" sz="2400" b="1" dirty="0" err="1"/>
              <a:t>Zamanı</a:t>
            </a:r>
            <a:r>
              <a:rPr lang="en-US" sz="2400" b="1" dirty="0"/>
              <a:t> </a:t>
            </a:r>
            <a:r>
              <a:rPr lang="en-US" sz="2400" b="1" dirty="0" err="1"/>
              <a:t>Aşar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Kendiniz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önden</a:t>
            </a:r>
            <a:r>
              <a:rPr lang="en-US" sz="2400" dirty="0"/>
              <a:t> ne </a:t>
            </a:r>
            <a:r>
              <a:rPr lang="en-US" sz="2400" dirty="0" err="1"/>
              <a:t>iyilik</a:t>
            </a:r>
            <a:r>
              <a:rPr lang="en-US" sz="2400" dirty="0"/>
              <a:t> </a:t>
            </a:r>
            <a:r>
              <a:rPr lang="en-US" sz="2400" dirty="0" err="1"/>
              <a:t>gönderirseniz</a:t>
            </a:r>
            <a:r>
              <a:rPr lang="en-US" sz="2400" dirty="0"/>
              <a:t>…” </a:t>
            </a:r>
            <a:br>
              <a:rPr lang="en-US" sz="2400" dirty="0"/>
            </a:br>
            <a:r>
              <a:rPr lang="en-US" sz="2400" dirty="0"/>
              <a:t>Bu </a:t>
            </a:r>
            <a:r>
              <a:rPr lang="en-US" sz="2400" dirty="0" err="1"/>
              <a:t>satır</a:t>
            </a:r>
            <a:r>
              <a:rPr lang="en-US" sz="2400" dirty="0"/>
              <a:t> sana </a:t>
            </a:r>
            <a:r>
              <a:rPr lang="en-US" sz="2400" dirty="0" err="1"/>
              <a:t>bir</a:t>
            </a:r>
            <a:r>
              <a:rPr lang="en-US" sz="2400" dirty="0"/>
              <a:t> zaman </a:t>
            </a:r>
            <a:r>
              <a:rPr lang="en-US" sz="2400" dirty="0" err="1"/>
              <a:t>sırrı</a:t>
            </a:r>
            <a:r>
              <a:rPr lang="en-US" sz="2400" dirty="0"/>
              <a:t> </a:t>
            </a:r>
            <a:r>
              <a:rPr lang="en-US" sz="2400" dirty="0" err="1"/>
              <a:t>fısıldar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Şimdi</a:t>
            </a:r>
            <a:r>
              <a:rPr lang="en-US" sz="2400" dirty="0"/>
              <a:t> </a:t>
            </a:r>
            <a:r>
              <a:rPr lang="en-US" sz="2400" dirty="0" err="1"/>
              <a:t>yaptığın</a:t>
            </a:r>
            <a:r>
              <a:rPr lang="en-US" sz="2400" dirty="0"/>
              <a:t> </a:t>
            </a:r>
            <a:r>
              <a:rPr lang="en-US" sz="2400" dirty="0" err="1"/>
              <a:t>iyilik,gelecekte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bekler</a:t>
            </a:r>
            <a:r>
              <a:rPr lang="en-US" sz="2400" dirty="0"/>
              <a:t>.</a:t>
            </a:r>
          </a:p>
          <a:p>
            <a:r>
              <a:rPr lang="en-US" sz="2400" dirty="0"/>
              <a:t>Zaman </a:t>
            </a:r>
            <a:r>
              <a:rPr lang="en-US" sz="2400" dirty="0" err="1"/>
              <a:t>düz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tr-TR" sz="2400" dirty="0"/>
              <a:t>.</a:t>
            </a:r>
            <a:r>
              <a:rPr lang="en-US" sz="2400" dirty="0" err="1"/>
              <a:t>senin</a:t>
            </a:r>
            <a:r>
              <a:rPr lang="en-US" sz="2400" dirty="0"/>
              <a:t> </a:t>
            </a:r>
            <a:r>
              <a:rPr lang="en-US" sz="2400" dirty="0" err="1"/>
              <a:t>frekansının</a:t>
            </a:r>
            <a:r>
              <a:rPr lang="en-US" sz="2400" dirty="0"/>
              <a:t> </a:t>
            </a:r>
            <a:r>
              <a:rPr lang="en-US" sz="2400" dirty="0" err="1"/>
              <a:t>kaydettikleridir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görmesi</a:t>
            </a:r>
            <a:r>
              <a:rPr lang="en-US" sz="2400" dirty="0"/>
              <a:t> ne </a:t>
            </a:r>
            <a:r>
              <a:rPr lang="en-US" sz="2400" dirty="0" err="1"/>
              <a:t>demek</a:t>
            </a:r>
            <a:r>
              <a:rPr lang="en-US" sz="2400" dirty="0"/>
              <a:t>?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Enerjin</a:t>
            </a:r>
            <a:r>
              <a:rPr lang="en-US" sz="2400" dirty="0"/>
              <a:t> </a:t>
            </a:r>
            <a:r>
              <a:rPr lang="en-US" sz="2400" dirty="0" err="1"/>
              <a:t>okunur</a:t>
            </a:r>
            <a:r>
              <a:rPr lang="en-US" sz="2400" dirty="0"/>
              <a:t>.” </a:t>
            </a:r>
            <a:r>
              <a:rPr lang="en-US" sz="2400" dirty="0" err="1"/>
              <a:t>Gözle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titreşimle</a:t>
            </a:r>
            <a:r>
              <a:rPr lang="en-US" sz="2400" dirty="0"/>
              <a:t> </a:t>
            </a:r>
            <a:r>
              <a:rPr lang="en-US" sz="2400" dirty="0" err="1"/>
              <a:t>ölçülür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281544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741C100-988C-6B93-806B-4EAD89F9A5BC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Bölüm</a:t>
            </a:r>
            <a:r>
              <a:rPr lang="en-US" sz="2400" b="1" dirty="0"/>
              <a:t> </a:t>
            </a:r>
            <a:r>
              <a:rPr lang="en-US" sz="2400" b="1" dirty="0" err="1"/>
              <a:t>Özeti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sana </a:t>
            </a:r>
            <a:r>
              <a:rPr lang="en-US" sz="2400" dirty="0" err="1"/>
              <a:t>frekansın</a:t>
            </a:r>
            <a:r>
              <a:rPr lang="en-US" sz="2400" dirty="0"/>
              <a:t> </a:t>
            </a:r>
            <a:r>
              <a:rPr lang="en-US" sz="2400" dirty="0" err="1"/>
              <a:t>üç</a:t>
            </a:r>
            <a:r>
              <a:rPr lang="en-US" sz="2400" dirty="0"/>
              <a:t> </a:t>
            </a:r>
            <a:r>
              <a:rPr lang="en-US" sz="2400" dirty="0" err="1"/>
              <a:t>yasasını</a:t>
            </a:r>
            <a:r>
              <a:rPr lang="en-US" sz="2400" dirty="0"/>
              <a:t> </a:t>
            </a:r>
            <a:r>
              <a:rPr lang="en-US" sz="2400" dirty="0" err="1"/>
              <a:t>öğretir</a:t>
            </a:r>
            <a:r>
              <a:rPr lang="en-US" sz="2400" dirty="0"/>
              <a:t>: </a:t>
            </a:r>
            <a:r>
              <a:rPr lang="en-US" sz="2400" dirty="0" err="1"/>
              <a:t>İçeriden</a:t>
            </a:r>
            <a:r>
              <a:rPr lang="en-US" sz="2400" dirty="0"/>
              <a:t> </a:t>
            </a:r>
            <a:r>
              <a:rPr lang="en-US" sz="2400" dirty="0" err="1"/>
              <a:t>hizalan</a:t>
            </a:r>
            <a:r>
              <a:rPr lang="en-US" sz="2400" dirty="0"/>
              <a:t> (Namaz) </a:t>
            </a:r>
          </a:p>
          <a:p>
            <a:r>
              <a:rPr lang="en-US" sz="2400" dirty="0" err="1"/>
              <a:t>Dışarıya</a:t>
            </a:r>
            <a:r>
              <a:rPr lang="en-US" sz="2400" dirty="0"/>
              <a:t>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ver</a:t>
            </a:r>
            <a:r>
              <a:rPr lang="en-US" sz="2400" dirty="0"/>
              <a:t> (</a:t>
            </a:r>
            <a:r>
              <a:rPr lang="en-US" sz="2400" dirty="0" err="1"/>
              <a:t>Zekât</a:t>
            </a:r>
            <a:r>
              <a:rPr lang="en-US" sz="2400" dirty="0"/>
              <a:t>) </a:t>
            </a:r>
          </a:p>
          <a:p>
            <a:r>
              <a:rPr lang="en-US" sz="2400" dirty="0"/>
              <a:t>Her an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tohum</a:t>
            </a:r>
            <a:r>
              <a:rPr lang="en-US" sz="2400" dirty="0"/>
              <a:t> </a:t>
            </a:r>
            <a:r>
              <a:rPr lang="en-US" sz="2400" dirty="0" err="1"/>
              <a:t>ekiyorsun</a:t>
            </a:r>
            <a:r>
              <a:rPr lang="en-US" sz="2400" dirty="0"/>
              <a:t>. Ve o </a:t>
            </a:r>
            <a:r>
              <a:rPr lang="en-US" sz="2400" dirty="0" err="1"/>
              <a:t>tohum</a:t>
            </a:r>
            <a:r>
              <a:rPr lang="en-US" sz="2400" dirty="0"/>
              <a:t>,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bekliyor</a:t>
            </a:r>
            <a:r>
              <a:rPr lang="en-US" sz="2400" dirty="0"/>
              <a:t>. </a:t>
            </a:r>
          </a:p>
          <a:p>
            <a:r>
              <a:rPr lang="en-US" sz="2400" dirty="0"/>
              <a:t>Ve son </a:t>
            </a:r>
            <a:r>
              <a:rPr lang="en-US" sz="2400" dirty="0" err="1"/>
              <a:t>fısıltı</a:t>
            </a:r>
            <a:r>
              <a:rPr lang="en-US" sz="2400" dirty="0"/>
              <a:t>:</a:t>
            </a:r>
          </a:p>
          <a:p>
            <a:r>
              <a:rPr lang="en-US" sz="2400" dirty="0"/>
              <a:t>“Senin </a:t>
            </a:r>
            <a:r>
              <a:rPr lang="en-US" sz="2400" dirty="0" err="1"/>
              <a:t>kalbin</a:t>
            </a:r>
            <a:r>
              <a:rPr lang="en-US" sz="2400" dirty="0"/>
              <a:t>, </a:t>
            </a:r>
            <a:r>
              <a:rPr lang="en-US" sz="2400" dirty="0" err="1"/>
              <a:t>Yaradan’ın</a:t>
            </a:r>
            <a:r>
              <a:rPr lang="en-US" sz="2400" dirty="0"/>
              <a:t> </a:t>
            </a:r>
            <a:r>
              <a:rPr lang="en-US" sz="2400" dirty="0" err="1"/>
              <a:t>ekranıdır</a:t>
            </a:r>
            <a:r>
              <a:rPr lang="en-US" sz="2400" dirty="0"/>
              <a:t>. </a:t>
            </a:r>
            <a:r>
              <a:rPr lang="en-US" sz="2400" dirty="0" err="1"/>
              <a:t>Orada</a:t>
            </a:r>
            <a:r>
              <a:rPr lang="en-US" sz="2400" dirty="0"/>
              <a:t> ne </a:t>
            </a:r>
            <a:r>
              <a:rPr lang="en-US" sz="2400" dirty="0" err="1"/>
              <a:t>gösteriyorsan</a:t>
            </a:r>
            <a:r>
              <a:rPr lang="en-US" sz="2400" dirty="0"/>
              <a:t>,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kaydeder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dirty="0"/>
              <a:t>Bakara </a:t>
            </a:r>
            <a:r>
              <a:rPr lang="en-US" sz="2400" dirty="0" err="1"/>
              <a:t>Suresi</a:t>
            </a:r>
            <a:r>
              <a:rPr lang="en-US" sz="2400" dirty="0"/>
              <a:t> 111–113. </a:t>
            </a:r>
            <a:r>
              <a:rPr lang="en-US" sz="2400" dirty="0" err="1"/>
              <a:t>ayetlere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sistem,hakikati</a:t>
            </a:r>
            <a:r>
              <a:rPr lang="en-US" sz="2400" dirty="0"/>
              <a:t> </a:t>
            </a:r>
            <a:r>
              <a:rPr lang="en-US" sz="2400" dirty="0" err="1"/>
              <a:t>tekelleştiren</a:t>
            </a:r>
            <a:r>
              <a:rPr lang="en-US" sz="2400" dirty="0"/>
              <a:t> </a:t>
            </a:r>
            <a:r>
              <a:rPr lang="en-US" sz="2400" dirty="0" err="1"/>
              <a:t>zihne</a:t>
            </a:r>
            <a:r>
              <a:rPr lang="tr-TR" sz="2400" dirty="0"/>
              <a:t> </a:t>
            </a:r>
            <a:r>
              <a:rPr lang="en-US" sz="2400" dirty="0" err="1"/>
              <a:t>ve</a:t>
            </a:r>
            <a:r>
              <a:rPr lang="tr-TR" sz="2400" dirty="0"/>
              <a:t> </a:t>
            </a:r>
            <a:r>
              <a:rPr lang="en-US" sz="2400" dirty="0"/>
              <a:t>“</a:t>
            </a:r>
            <a:r>
              <a:rPr lang="en-US" sz="2400" dirty="0" err="1"/>
              <a:t>sadece</a:t>
            </a:r>
            <a:r>
              <a:rPr lang="en-US" sz="2400" dirty="0"/>
              <a:t> biz </a:t>
            </a:r>
            <a:r>
              <a:rPr lang="en-US" sz="2400" dirty="0" err="1"/>
              <a:t>kurtuluruz</a:t>
            </a:r>
            <a:r>
              <a:rPr lang="en-US" sz="2400" dirty="0"/>
              <a:t>” </a:t>
            </a:r>
            <a:r>
              <a:rPr lang="en-US" sz="2400" dirty="0" err="1"/>
              <a:t>diyen</a:t>
            </a:r>
            <a:r>
              <a:rPr lang="en-US" sz="2400" dirty="0"/>
              <a:t> ego </a:t>
            </a:r>
            <a:r>
              <a:rPr lang="en-US" sz="2400" dirty="0" err="1"/>
              <a:t>bilincine</a:t>
            </a:r>
            <a:r>
              <a:rPr lang="tr-TR" sz="2400" dirty="0"/>
              <a:t> </a:t>
            </a:r>
            <a:r>
              <a:rPr lang="en-US" sz="2400" dirty="0" err="1"/>
              <a:t>doğrudan</a:t>
            </a:r>
            <a:r>
              <a:rPr lang="en-US" sz="2400" dirty="0"/>
              <a:t> </a:t>
            </a:r>
            <a:r>
              <a:rPr lang="en-US" sz="2400" dirty="0" err="1"/>
              <a:t>cevap</a:t>
            </a:r>
            <a:r>
              <a:rPr lang="en-US" sz="2400" dirty="0"/>
              <a:t> </a:t>
            </a:r>
            <a:r>
              <a:rPr lang="en-US" sz="2400" dirty="0" err="1"/>
              <a:t>veriyor</a:t>
            </a:r>
            <a:r>
              <a:rPr lang="en-US" sz="2400" dirty="0"/>
              <a:t>.</a:t>
            </a:r>
          </a:p>
          <a:p>
            <a:r>
              <a:rPr lang="en-US" sz="2400" dirty="0"/>
              <a:t>Yani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bölüm</a:t>
            </a:r>
            <a:r>
              <a:rPr lang="en-US" sz="2400" dirty="0"/>
              <a:t>, sana </a:t>
            </a:r>
            <a:r>
              <a:rPr lang="en-US" sz="2400" dirty="0" err="1"/>
              <a:t>fısıldar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Kimse</a:t>
            </a:r>
            <a:r>
              <a:rPr lang="en-US" sz="2400" dirty="0"/>
              <a:t> </a:t>
            </a:r>
            <a:r>
              <a:rPr lang="en-US" sz="2400" dirty="0" err="1"/>
              <a:t>gerçeğin</a:t>
            </a:r>
            <a:r>
              <a:rPr lang="en-US" sz="2400" dirty="0"/>
              <a:t> </a:t>
            </a:r>
            <a:r>
              <a:rPr lang="en-US" sz="2400" dirty="0" err="1"/>
              <a:t>sahibi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 Ama </a:t>
            </a:r>
            <a:r>
              <a:rPr lang="en-US" sz="2400" dirty="0" err="1"/>
              <a:t>kalbiyle</a:t>
            </a:r>
            <a:r>
              <a:rPr lang="en-US" sz="2400" dirty="0"/>
              <a:t> </a:t>
            </a:r>
            <a:r>
              <a:rPr lang="en-US" sz="2400" dirty="0" err="1"/>
              <a:t>yaşayan</a:t>
            </a:r>
            <a:r>
              <a:rPr lang="en-US" sz="2400" dirty="0"/>
              <a:t>, her </a:t>
            </a:r>
            <a:r>
              <a:rPr lang="en-US" sz="2400" dirty="0" err="1"/>
              <a:t>yerde</a:t>
            </a:r>
            <a:r>
              <a:rPr lang="en-US" sz="2400" dirty="0"/>
              <a:t> </a:t>
            </a:r>
            <a:r>
              <a:rPr lang="en-US" sz="2400" dirty="0" err="1"/>
              <a:t>onu</a:t>
            </a:r>
            <a:r>
              <a:rPr lang="en-US" sz="2400" dirty="0"/>
              <a:t> </a:t>
            </a:r>
            <a:r>
              <a:rPr lang="en-US" sz="2400" dirty="0" err="1"/>
              <a:t>bulur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111–113</a:t>
            </a:r>
            <a:endParaRPr lang="tr-TR" sz="2400" b="1" dirty="0"/>
          </a:p>
          <a:p>
            <a:pPr marL="0" indent="0">
              <a:buNone/>
            </a:pPr>
            <a:r>
              <a:rPr lang="en-US" sz="2400" dirty="0" err="1"/>
              <a:t>Bölüm</a:t>
            </a:r>
            <a:r>
              <a:rPr lang="en-US" sz="2400" dirty="0"/>
              <a:t>: “Cennet </a:t>
            </a:r>
            <a:r>
              <a:rPr lang="en-US" sz="2400" dirty="0" err="1"/>
              <a:t>Tekellere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, </a:t>
            </a:r>
            <a:r>
              <a:rPr lang="en-US" sz="2400" dirty="0" err="1"/>
              <a:t>Takva</a:t>
            </a:r>
            <a:r>
              <a:rPr lang="en-US" sz="2400" dirty="0"/>
              <a:t> </a:t>
            </a:r>
            <a:r>
              <a:rPr lang="en-US" sz="2400" dirty="0" err="1"/>
              <a:t>Sahiplerinindir</a:t>
            </a:r>
            <a:r>
              <a:rPr lang="en-US" sz="2400" dirty="0"/>
              <a:t>”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Gerçeği</a:t>
            </a:r>
            <a:r>
              <a:rPr lang="en-US" sz="2400" dirty="0"/>
              <a:t> </a:t>
            </a:r>
            <a:r>
              <a:rPr lang="en-US" sz="2400" dirty="0" err="1"/>
              <a:t>Sahiplenme</a:t>
            </a:r>
            <a:r>
              <a:rPr lang="en-US" sz="2400" dirty="0"/>
              <a:t>, Yaşa. Ve </a:t>
            </a:r>
            <a:r>
              <a:rPr lang="en-US" sz="2400" dirty="0" err="1"/>
              <a:t>Bütünlüğe</a:t>
            </a:r>
            <a:r>
              <a:rPr lang="en-US" sz="2400" dirty="0"/>
              <a:t> </a:t>
            </a:r>
            <a:r>
              <a:rPr lang="en-US" sz="2400" dirty="0" err="1"/>
              <a:t>Dön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r>
              <a:rPr lang="en-US" sz="2400" b="1" dirty="0"/>
              <a:t>111.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Yahudiler</a:t>
            </a:r>
            <a:r>
              <a:rPr lang="en-US" sz="2400" dirty="0"/>
              <a:t>, ‘Yalnızca </a:t>
            </a:r>
            <a:r>
              <a:rPr lang="en-US" sz="2400" dirty="0" err="1"/>
              <a:t>Yahudiler</a:t>
            </a:r>
            <a:r>
              <a:rPr lang="en-US" sz="2400" dirty="0"/>
              <a:t> </a:t>
            </a:r>
            <a:r>
              <a:rPr lang="en-US" sz="2400" dirty="0" err="1"/>
              <a:t>cennete</a:t>
            </a:r>
            <a:r>
              <a:rPr lang="en-US" sz="2400" dirty="0"/>
              <a:t> </a:t>
            </a:r>
            <a:r>
              <a:rPr lang="en-US" sz="2400" dirty="0" err="1"/>
              <a:t>girecek</a:t>
            </a:r>
            <a:r>
              <a:rPr lang="en-US" sz="2400" dirty="0"/>
              <a:t>’, </a:t>
            </a:r>
            <a:r>
              <a:rPr lang="en-US" sz="2400" dirty="0" err="1"/>
              <a:t>Hristiyanlar</a:t>
            </a:r>
            <a:r>
              <a:rPr lang="en-US" sz="2400" dirty="0"/>
              <a:t> da, ‘Yalnızca biz </a:t>
            </a:r>
            <a:r>
              <a:rPr lang="en-US" sz="2400" dirty="0" err="1"/>
              <a:t>gireceğiz</a:t>
            </a:r>
            <a:r>
              <a:rPr lang="en-US" sz="2400" dirty="0"/>
              <a:t>’ </a:t>
            </a:r>
            <a:r>
              <a:rPr lang="en-US" sz="2400" dirty="0" err="1"/>
              <a:t>dediler</a:t>
            </a:r>
            <a:r>
              <a:rPr lang="en-US" sz="2400" dirty="0"/>
              <a:t>. Bu,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kuruntularıdır</a:t>
            </a:r>
            <a:r>
              <a:rPr lang="en-US" sz="2400" dirty="0"/>
              <a:t>. De ki: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doğruysanız</a:t>
            </a:r>
            <a:r>
              <a:rPr lang="en-US" sz="2400" dirty="0"/>
              <a:t> </a:t>
            </a:r>
            <a:r>
              <a:rPr lang="en-US" sz="2400" dirty="0" err="1"/>
              <a:t>delilinizi</a:t>
            </a:r>
            <a:r>
              <a:rPr lang="en-US" sz="2400" dirty="0"/>
              <a:t> </a:t>
            </a:r>
            <a:r>
              <a:rPr lang="en-US" sz="2400" dirty="0" err="1"/>
              <a:t>getirin</a:t>
            </a:r>
            <a:r>
              <a:rPr lang="en-US" sz="2400" dirty="0"/>
              <a:t>.”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tr-TR" sz="2400" dirty="0"/>
              <a:t>.</a:t>
            </a:r>
            <a:r>
              <a:rPr lang="en-US" sz="2400" dirty="0" err="1"/>
              <a:t>hakikati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grubun</a:t>
            </a:r>
            <a:r>
              <a:rPr lang="en-US" sz="2400" dirty="0"/>
              <a:t> </a:t>
            </a:r>
            <a:r>
              <a:rPr lang="en-US" sz="2400" dirty="0" err="1"/>
              <a:t>malı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gören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.“</a:t>
            </a:r>
            <a:r>
              <a:rPr lang="en-US" sz="2400" dirty="0" err="1"/>
              <a:t>Sadece</a:t>
            </a:r>
            <a:r>
              <a:rPr lang="en-US" sz="2400" dirty="0"/>
              <a:t> biz </a:t>
            </a:r>
            <a:r>
              <a:rPr lang="en-US" sz="2400" dirty="0" err="1"/>
              <a:t>kurtuluruz</a:t>
            </a:r>
            <a:r>
              <a:rPr lang="en-US" sz="2400" dirty="0"/>
              <a:t>” </a:t>
            </a:r>
            <a:r>
              <a:rPr lang="en-US" sz="2400" dirty="0" err="1"/>
              <a:t>diyen</a:t>
            </a:r>
            <a:r>
              <a:rPr lang="en-US" sz="2400" dirty="0"/>
              <a:t> her </a:t>
            </a:r>
            <a:r>
              <a:rPr lang="en-US" sz="2400" dirty="0" err="1"/>
              <a:t>sistem</a:t>
            </a:r>
            <a:r>
              <a:rPr lang="en-US" sz="2400" dirty="0"/>
              <a:t>, </a:t>
            </a:r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kendinden</a:t>
            </a:r>
            <a:r>
              <a:rPr lang="en-US" sz="2400" dirty="0"/>
              <a:t> </a:t>
            </a:r>
            <a:r>
              <a:rPr lang="en-US" sz="2400" dirty="0" err="1"/>
              <a:t>şüphe</a:t>
            </a:r>
            <a:r>
              <a:rPr lang="en-US" sz="2400" dirty="0"/>
              <a:t> </a:t>
            </a:r>
            <a:r>
              <a:rPr lang="en-US" sz="2400" dirty="0" err="1"/>
              <a:t>duyar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6178852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711846C-1A92-FA4D-076C-C22EE7A5C138}"/>
              </a:ext>
            </a:extLst>
          </p:cNvPr>
          <p:cNvSpPr txBox="1"/>
          <p:nvPr/>
        </p:nvSpPr>
        <p:spPr>
          <a:xfrm>
            <a:off x="0" y="0"/>
            <a:ext cx="6858000" cy="1071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Ve </a:t>
            </a:r>
            <a:r>
              <a:rPr lang="en-US" sz="2400" dirty="0" err="1"/>
              <a:t>ayetin</a:t>
            </a:r>
            <a:r>
              <a:rPr lang="en-US" sz="2400" dirty="0"/>
              <a:t> </a:t>
            </a:r>
            <a:r>
              <a:rPr lang="en-US" sz="2400" dirty="0" err="1"/>
              <a:t>iç</a:t>
            </a:r>
            <a:r>
              <a:rPr lang="en-US" sz="2400" dirty="0"/>
              <a:t> </a:t>
            </a:r>
            <a:r>
              <a:rPr lang="en-US" sz="2400" dirty="0" err="1"/>
              <a:t>sesi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  <a:r>
              <a:rPr lang="tr-TR" sz="2400" dirty="0"/>
              <a:t> </a:t>
            </a:r>
            <a:r>
              <a:rPr lang="en-US" sz="2400" dirty="0"/>
              <a:t>“Cennet </a:t>
            </a:r>
            <a:r>
              <a:rPr lang="en-US" sz="2400" dirty="0" err="1"/>
              <a:t>dediğin</a:t>
            </a:r>
            <a:r>
              <a:rPr lang="en-US" sz="2400" dirty="0"/>
              <a:t> </a:t>
            </a:r>
            <a:r>
              <a:rPr lang="en-US" sz="2400" dirty="0" err="1"/>
              <a:t>yer</a:t>
            </a:r>
            <a:r>
              <a:rPr lang="en-US" sz="2400" dirty="0"/>
              <a:t> mi, </a:t>
            </a:r>
            <a:r>
              <a:rPr lang="en-US" sz="2400" dirty="0" err="1"/>
              <a:t>yoksa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bilinç</a:t>
            </a:r>
            <a:r>
              <a:rPr lang="en-US" sz="2400" dirty="0"/>
              <a:t> </a:t>
            </a:r>
            <a:r>
              <a:rPr lang="en-US" sz="2400" dirty="0" err="1"/>
              <a:t>hâli</a:t>
            </a:r>
            <a:r>
              <a:rPr lang="en-US" sz="2400" dirty="0"/>
              <a:t> mi?”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yer</a:t>
            </a:r>
            <a:r>
              <a:rPr lang="en-US" sz="2400" dirty="0"/>
              <a:t> </a:t>
            </a:r>
            <a:r>
              <a:rPr lang="en-US" sz="2400" dirty="0" err="1"/>
              <a:t>sanıyorsan,onun</a:t>
            </a:r>
            <a:r>
              <a:rPr lang="en-US" sz="2400" dirty="0"/>
              <a:t> </a:t>
            </a:r>
            <a:r>
              <a:rPr lang="en-US" sz="2400" dirty="0" err="1"/>
              <a:t>kapısını</a:t>
            </a:r>
            <a:r>
              <a:rPr lang="en-US" sz="2400" dirty="0"/>
              <a:t>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açar</a:t>
            </a:r>
            <a:r>
              <a:rPr lang="en-US" sz="2400" dirty="0"/>
              <a:t> </a:t>
            </a:r>
            <a:r>
              <a:rPr lang="en-US" sz="2400" dirty="0" err="1"/>
              <a:t>zannediyorsun?Ama</a:t>
            </a:r>
            <a:r>
              <a:rPr lang="en-US" sz="2400" dirty="0"/>
              <a:t> </a:t>
            </a:r>
            <a:r>
              <a:rPr lang="en-US" sz="2400" dirty="0" err="1"/>
              <a:t>eğer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hâli</a:t>
            </a:r>
            <a:r>
              <a:rPr lang="en-US" sz="2400" dirty="0"/>
              <a:t> </a:t>
            </a:r>
            <a:r>
              <a:rPr lang="en-US" sz="2400" dirty="0" err="1"/>
              <a:t>olduğunu</a:t>
            </a:r>
            <a:r>
              <a:rPr lang="en-US" sz="2400" dirty="0"/>
              <a:t> fark </a:t>
            </a:r>
            <a:r>
              <a:rPr lang="en-US" sz="2400" dirty="0" err="1"/>
              <a:t>edersen</a:t>
            </a:r>
            <a:r>
              <a:rPr lang="en-US" sz="2400" dirty="0"/>
              <a:t>…O </a:t>
            </a:r>
            <a:r>
              <a:rPr lang="en-US" sz="2400" dirty="0" err="1"/>
              <a:t>hâle</a:t>
            </a:r>
            <a:r>
              <a:rPr lang="en-US" sz="2400" dirty="0"/>
              <a:t> </a:t>
            </a:r>
            <a:r>
              <a:rPr lang="en-US" sz="2400" dirty="0" err="1"/>
              <a:t>ulaşan</a:t>
            </a:r>
            <a:r>
              <a:rPr lang="en-US" sz="2400" dirty="0"/>
              <a:t> </a:t>
            </a:r>
            <a:r>
              <a:rPr lang="en-US" sz="2400" dirty="0" err="1"/>
              <a:t>herkes</a:t>
            </a:r>
            <a:r>
              <a:rPr lang="en-US" sz="2400" dirty="0"/>
              <a:t> </a:t>
            </a:r>
            <a:r>
              <a:rPr lang="en-US" sz="2400" dirty="0" err="1"/>
              <a:t>içeri</a:t>
            </a:r>
            <a:r>
              <a:rPr lang="en-US" sz="2400" dirty="0"/>
              <a:t> </a:t>
            </a:r>
            <a:r>
              <a:rPr lang="en-US" sz="2400" dirty="0" err="1"/>
              <a:t>girer</a:t>
            </a:r>
            <a:r>
              <a:rPr lang="en-US" sz="2400" dirty="0"/>
              <a:t>. </a:t>
            </a:r>
            <a:r>
              <a:rPr lang="en-US" sz="2400" dirty="0" err="1"/>
              <a:t>İsmi</a:t>
            </a:r>
            <a:r>
              <a:rPr lang="en-US" sz="2400" dirty="0"/>
              <a:t>, </a:t>
            </a:r>
            <a:r>
              <a:rPr lang="en-US" sz="2400" dirty="0" err="1"/>
              <a:t>şekli</a:t>
            </a:r>
            <a:r>
              <a:rPr lang="en-US" sz="2400" dirty="0"/>
              <a:t>, </a:t>
            </a:r>
            <a:r>
              <a:rPr lang="en-US" sz="2400" dirty="0" err="1"/>
              <a:t>grubu</a:t>
            </a:r>
            <a:r>
              <a:rPr lang="en-US" sz="2400" dirty="0"/>
              <a:t> fark </a:t>
            </a:r>
            <a:r>
              <a:rPr lang="en-US" sz="2400" dirty="0" err="1"/>
              <a:t>etmez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112.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Hayır</a:t>
            </a:r>
            <a:r>
              <a:rPr lang="en-US" sz="2400" dirty="0"/>
              <a:t>! Kim </a:t>
            </a:r>
            <a:r>
              <a:rPr lang="en-US" sz="2400" dirty="0" err="1"/>
              <a:t>içtenlikle</a:t>
            </a:r>
            <a:r>
              <a:rPr lang="en-US" sz="2400" dirty="0"/>
              <a:t> </a:t>
            </a:r>
            <a:r>
              <a:rPr lang="en-US" sz="2400" dirty="0" err="1"/>
              <a:t>yüzünü</a:t>
            </a:r>
            <a:r>
              <a:rPr lang="en-US" sz="2400" dirty="0"/>
              <a:t>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döndürür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iyilik</a:t>
            </a:r>
            <a:r>
              <a:rPr lang="en-US" sz="2400" dirty="0"/>
              <a:t> </a:t>
            </a:r>
            <a:r>
              <a:rPr lang="en-US" sz="2400" dirty="0" err="1"/>
              <a:t>ederse</a:t>
            </a:r>
            <a:r>
              <a:rPr lang="en-US" sz="2400" dirty="0"/>
              <a:t>, </a:t>
            </a:r>
            <a:r>
              <a:rPr lang="en-US" sz="2400" dirty="0" err="1"/>
              <a:t>onun</a:t>
            </a:r>
            <a:endParaRPr lang="tr-TR" sz="2400" dirty="0"/>
          </a:p>
          <a:p>
            <a:r>
              <a:rPr lang="en-US" sz="2400" dirty="0"/>
              <a:t>Rabbi </a:t>
            </a:r>
            <a:r>
              <a:rPr lang="en-US" sz="2400" dirty="0" err="1"/>
              <a:t>katında</a:t>
            </a:r>
            <a:r>
              <a:rPr lang="en-US" sz="2400" dirty="0"/>
              <a:t> </a:t>
            </a:r>
            <a:r>
              <a:rPr lang="en-US" sz="2400" dirty="0" err="1"/>
              <a:t>ödülü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korku</a:t>
            </a:r>
            <a:r>
              <a:rPr lang="en-US" sz="2400" dirty="0"/>
              <a:t> </a:t>
            </a:r>
            <a:r>
              <a:rPr lang="en-US" sz="2400" dirty="0" err="1"/>
              <a:t>yoktur</a:t>
            </a:r>
            <a:r>
              <a:rPr lang="en-US" sz="2400" dirty="0"/>
              <a:t>, </a:t>
            </a:r>
            <a:r>
              <a:rPr lang="en-US" sz="2400" dirty="0" err="1"/>
              <a:t>onlar</a:t>
            </a:r>
            <a:r>
              <a:rPr lang="en-US" sz="2400" dirty="0"/>
              <a:t> </a:t>
            </a:r>
            <a:r>
              <a:rPr lang="en-US" sz="2400" dirty="0" err="1"/>
              <a:t>üzülmeyeceklerdir</a:t>
            </a:r>
            <a:r>
              <a:rPr lang="en-US" sz="2400" dirty="0"/>
              <a:t>.”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ayet,bütün</a:t>
            </a:r>
            <a:r>
              <a:rPr lang="en-US" sz="2400" dirty="0"/>
              <a:t> </a:t>
            </a:r>
            <a:r>
              <a:rPr lang="en-US" sz="2400" dirty="0" err="1"/>
              <a:t>ayrımları</a:t>
            </a:r>
            <a:r>
              <a:rPr lang="en-US" sz="2400" dirty="0"/>
              <a:t> </a:t>
            </a:r>
            <a:r>
              <a:rPr lang="en-US" sz="2400" dirty="0" err="1"/>
              <a:t>siler.Ve</a:t>
            </a:r>
            <a:r>
              <a:rPr lang="en-US" sz="2400" dirty="0"/>
              <a:t> der ki:</a:t>
            </a:r>
          </a:p>
          <a:p>
            <a:r>
              <a:rPr lang="en-US" sz="2400" dirty="0"/>
              <a:t>“Kim </a:t>
            </a:r>
            <a:r>
              <a:rPr lang="en-US" sz="2400" dirty="0" err="1"/>
              <a:t>yüzünü</a:t>
            </a:r>
            <a:r>
              <a:rPr lang="en-US" sz="2400" dirty="0"/>
              <a:t> (</a:t>
            </a:r>
            <a:r>
              <a:rPr lang="en-US" sz="2400" dirty="0" err="1"/>
              <a:t>bilincini</a:t>
            </a:r>
            <a:r>
              <a:rPr lang="en-US" sz="2400" dirty="0"/>
              <a:t>, </a:t>
            </a:r>
            <a:r>
              <a:rPr lang="en-US" sz="2400" dirty="0" err="1"/>
              <a:t>yönünü</a:t>
            </a:r>
            <a:r>
              <a:rPr lang="en-US" sz="2400" dirty="0"/>
              <a:t>, </a:t>
            </a:r>
            <a:r>
              <a:rPr lang="en-US" sz="2400" dirty="0" err="1"/>
              <a:t>niyetini</a:t>
            </a:r>
            <a:r>
              <a:rPr lang="en-US" sz="2400" dirty="0"/>
              <a:t>) </a:t>
            </a:r>
            <a:r>
              <a:rPr lang="en-US" sz="2400" dirty="0" err="1"/>
              <a:t>Allah’a</a:t>
            </a:r>
            <a:r>
              <a:rPr lang="en-US" sz="2400" dirty="0"/>
              <a:t> </a:t>
            </a:r>
            <a:r>
              <a:rPr lang="en-US" sz="2400" dirty="0" err="1"/>
              <a:t>çevirirse</a:t>
            </a:r>
            <a:r>
              <a:rPr lang="en-US" sz="2400" dirty="0"/>
              <a:t>… o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O’ndadır</a:t>
            </a:r>
            <a:r>
              <a:rPr lang="en-US" sz="2400" dirty="0"/>
              <a:t>.” </a:t>
            </a:r>
          </a:p>
          <a:p>
            <a:r>
              <a:rPr lang="en-US" sz="2400" dirty="0"/>
              <a:t>Bu </a:t>
            </a:r>
            <a:r>
              <a:rPr lang="en-US" sz="2400" dirty="0" err="1"/>
              <a:t>kadar</a:t>
            </a:r>
            <a:r>
              <a:rPr lang="en-US" sz="2400" dirty="0"/>
              <a:t>.</a:t>
            </a:r>
          </a:p>
          <a:p>
            <a:r>
              <a:rPr lang="en-US" sz="2400" dirty="0"/>
              <a:t>Ne </a:t>
            </a:r>
            <a:r>
              <a:rPr lang="en-US" sz="2400" dirty="0" err="1"/>
              <a:t>mezhep</a:t>
            </a:r>
            <a:r>
              <a:rPr lang="en-US" sz="2400" dirty="0"/>
              <a:t>,</a:t>
            </a:r>
          </a:p>
          <a:p>
            <a:r>
              <a:rPr lang="en-US" sz="2400" dirty="0"/>
              <a:t>Ne </a:t>
            </a:r>
            <a:r>
              <a:rPr lang="en-US" sz="2400" dirty="0" err="1"/>
              <a:t>ırk</a:t>
            </a:r>
            <a:r>
              <a:rPr lang="en-US" sz="2400" dirty="0"/>
              <a:t>,</a:t>
            </a:r>
          </a:p>
          <a:p>
            <a:r>
              <a:rPr lang="en-US" sz="2400" dirty="0"/>
              <a:t>Ne </a:t>
            </a:r>
            <a:r>
              <a:rPr lang="en-US" sz="2400" dirty="0" err="1"/>
              <a:t>şekil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Yüzünü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çevirmen</a:t>
            </a:r>
            <a:r>
              <a:rPr lang="en-US" sz="2400" dirty="0"/>
              <a:t> </a:t>
            </a:r>
            <a:r>
              <a:rPr lang="en-US" sz="2400" dirty="0" err="1"/>
              <a:t>yeter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ekler</a:t>
            </a:r>
            <a:r>
              <a:rPr lang="en-US" sz="2400" dirty="0"/>
              <a:t>: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İyilik</a:t>
            </a:r>
            <a:r>
              <a:rPr lang="en-US" sz="2400" dirty="0"/>
              <a:t> </a:t>
            </a:r>
            <a:r>
              <a:rPr lang="en-US" sz="2400" dirty="0" err="1"/>
              <a:t>ederse</a:t>
            </a:r>
            <a:r>
              <a:rPr lang="en-US" sz="2400" dirty="0"/>
              <a:t>…” Yani: </a:t>
            </a:r>
            <a:r>
              <a:rPr lang="en-US" sz="2400" dirty="0" err="1"/>
              <a:t>Kalpten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, </a:t>
            </a:r>
            <a:r>
              <a:rPr lang="en-US" sz="2400" dirty="0" err="1"/>
              <a:t>ışık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, </a:t>
            </a:r>
            <a:r>
              <a:rPr lang="en-US" sz="2400" dirty="0" err="1"/>
              <a:t>adım</a:t>
            </a:r>
            <a:r>
              <a:rPr lang="en-US" sz="2400" dirty="0"/>
              <a:t> </a:t>
            </a:r>
            <a:r>
              <a:rPr lang="en-US" sz="2400" dirty="0" err="1"/>
              <a:t>atarsa</a:t>
            </a:r>
            <a:r>
              <a:rPr lang="en-US" sz="2400" dirty="0"/>
              <a:t> </a:t>
            </a:r>
            <a:r>
              <a:rPr lang="tr-TR" sz="2400" dirty="0"/>
              <a:t>.</a:t>
            </a:r>
            <a:br>
              <a:rPr lang="en-US" sz="2400" dirty="0"/>
            </a:br>
            <a:r>
              <a:rPr lang="en-US" sz="2400" dirty="0"/>
              <a:t>“Ona </a:t>
            </a:r>
            <a:r>
              <a:rPr lang="en-US" sz="2400" dirty="0" err="1"/>
              <a:t>korku</a:t>
            </a:r>
            <a:r>
              <a:rPr lang="en-US" sz="2400" dirty="0"/>
              <a:t> yok. Ve </a:t>
            </a:r>
            <a:r>
              <a:rPr lang="en-US" sz="2400" dirty="0" err="1"/>
              <a:t>üzüntü</a:t>
            </a:r>
            <a:r>
              <a:rPr lang="en-US" sz="2400" dirty="0"/>
              <a:t> de yok.” </a:t>
            </a:r>
            <a:br>
              <a:rPr lang="en-US" sz="2400" dirty="0"/>
            </a:br>
            <a:r>
              <a:rPr lang="en-US" sz="2400" dirty="0" err="1"/>
              <a:t>Çünkü</a:t>
            </a:r>
            <a:r>
              <a:rPr lang="en-US" sz="2400" dirty="0"/>
              <a:t> o,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merkezdedir</a:t>
            </a:r>
            <a:r>
              <a:rPr lang="en-US" sz="2400" dirty="0"/>
              <a:t>. </a:t>
            </a:r>
            <a:endParaRPr lang="en-TR" sz="24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1072894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1207388-89F7-A7CA-859C-2CBE186E1314}"/>
              </a:ext>
            </a:extLst>
          </p:cNvPr>
          <p:cNvSpPr txBox="1"/>
          <p:nvPr/>
        </p:nvSpPr>
        <p:spPr>
          <a:xfrm>
            <a:off x="0" y="0"/>
            <a:ext cx="6727371" cy="991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113.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Yahudiler</a:t>
            </a:r>
            <a:r>
              <a:rPr lang="en-US" sz="2000" dirty="0"/>
              <a:t> </a:t>
            </a:r>
            <a:r>
              <a:rPr lang="en-US" sz="2000" dirty="0" err="1"/>
              <a:t>dediler</a:t>
            </a:r>
            <a:r>
              <a:rPr lang="en-US" sz="2000" dirty="0"/>
              <a:t> ki: ‘</a:t>
            </a:r>
            <a:r>
              <a:rPr lang="en-US" sz="2000" dirty="0" err="1"/>
              <a:t>Hristiyanların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temeli</a:t>
            </a:r>
            <a:r>
              <a:rPr lang="en-US" sz="2000" dirty="0"/>
              <a:t> yok.’ </a:t>
            </a:r>
            <a:r>
              <a:rPr lang="en-US" sz="2000" dirty="0" err="1"/>
              <a:t>Hristiyanlar</a:t>
            </a:r>
            <a:r>
              <a:rPr lang="en-US" sz="2000" dirty="0"/>
              <a:t> da </a:t>
            </a:r>
            <a:r>
              <a:rPr lang="en-US" sz="2000" dirty="0" err="1"/>
              <a:t>dediler</a:t>
            </a:r>
            <a:r>
              <a:rPr lang="en-US" sz="2000" dirty="0"/>
              <a:t> ki: ‘</a:t>
            </a:r>
            <a:r>
              <a:rPr lang="en-US" sz="2000" dirty="0" err="1"/>
              <a:t>Yahudilerin</a:t>
            </a:r>
            <a:r>
              <a:rPr lang="en-US" sz="2000" dirty="0"/>
              <a:t> </a:t>
            </a:r>
            <a:r>
              <a:rPr lang="en-US" sz="2000" dirty="0" err="1"/>
              <a:t>temeli</a:t>
            </a:r>
            <a:r>
              <a:rPr lang="en-US" sz="2000" dirty="0"/>
              <a:t> yok.’ </a:t>
            </a:r>
            <a:r>
              <a:rPr lang="en-US" sz="2000" dirty="0" err="1"/>
              <a:t>Oysa</a:t>
            </a:r>
            <a:r>
              <a:rPr lang="en-US" sz="2000" dirty="0"/>
              <a:t> </a:t>
            </a:r>
            <a:r>
              <a:rPr lang="en-US" sz="2000" dirty="0" err="1"/>
              <a:t>ikisi</a:t>
            </a:r>
            <a:r>
              <a:rPr lang="en-US" sz="2000" dirty="0"/>
              <a:t> de </a:t>
            </a:r>
            <a:r>
              <a:rPr lang="en-US" sz="2000" dirty="0" err="1"/>
              <a:t>kitabı</a:t>
            </a:r>
            <a:r>
              <a:rPr lang="en-US" sz="2000" dirty="0"/>
              <a:t> </a:t>
            </a:r>
            <a:r>
              <a:rPr lang="en-US" sz="2000" dirty="0" err="1"/>
              <a:t>okuyor</a:t>
            </a:r>
            <a:r>
              <a:rPr lang="en-US" sz="2000" dirty="0"/>
              <a:t>. </a:t>
            </a:r>
            <a:r>
              <a:rPr lang="en-US" sz="2000" dirty="0" err="1"/>
              <a:t>Bilmeyenler</a:t>
            </a:r>
            <a:r>
              <a:rPr lang="en-US" sz="2000" dirty="0"/>
              <a:t> de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sözleri</a:t>
            </a:r>
            <a:r>
              <a:rPr lang="en-US" sz="2000" dirty="0"/>
              <a:t> </a:t>
            </a:r>
            <a:r>
              <a:rPr lang="en-US" sz="2000" dirty="0" err="1"/>
              <a:t>söylüyor</a:t>
            </a:r>
            <a:r>
              <a:rPr lang="en-US" sz="2000" dirty="0"/>
              <a:t>. </a:t>
            </a:r>
            <a:r>
              <a:rPr lang="en-US" sz="2000" dirty="0" err="1"/>
              <a:t>Kıyamet</a:t>
            </a:r>
            <a:r>
              <a:rPr lang="en-US" sz="2000" dirty="0"/>
              <a:t> </a:t>
            </a:r>
            <a:r>
              <a:rPr lang="en-US" sz="2000" dirty="0" err="1"/>
              <a:t>günü</a:t>
            </a:r>
            <a:r>
              <a:rPr lang="en-US" sz="2000" dirty="0"/>
              <a:t> Allah, </a:t>
            </a:r>
            <a:r>
              <a:rPr lang="en-US" sz="2000" dirty="0" err="1"/>
              <a:t>aralarında</a:t>
            </a:r>
            <a:r>
              <a:rPr lang="en-US" sz="2000" dirty="0"/>
              <a:t> </a:t>
            </a:r>
            <a:r>
              <a:rPr lang="en-US" sz="2000" dirty="0" err="1"/>
              <a:t>ihtilaf</a:t>
            </a:r>
            <a:r>
              <a:rPr lang="en-US" sz="2000" dirty="0"/>
              <a:t> </a:t>
            </a:r>
            <a:r>
              <a:rPr lang="en-US" sz="2000" dirty="0" err="1"/>
              <a:t>ettikleri</a:t>
            </a:r>
            <a:r>
              <a:rPr lang="en-US" sz="2000" dirty="0"/>
              <a:t> </a:t>
            </a:r>
            <a:r>
              <a:rPr lang="en-US" sz="2000" dirty="0" err="1"/>
              <a:t>konuda</a:t>
            </a:r>
            <a:r>
              <a:rPr lang="en-US" sz="2000" dirty="0"/>
              <a:t> </a:t>
            </a:r>
            <a:r>
              <a:rPr lang="en-US" sz="2000" dirty="0" err="1"/>
              <a:t>hüküm</a:t>
            </a:r>
            <a:r>
              <a:rPr lang="en-US" sz="2000" dirty="0"/>
              <a:t> </a:t>
            </a:r>
            <a:r>
              <a:rPr lang="en-US" sz="2000" dirty="0" err="1"/>
              <a:t>verecektir</a:t>
            </a:r>
            <a:r>
              <a:rPr lang="en-US" sz="2000" dirty="0"/>
              <a:t>.”**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 </a:t>
            </a:r>
            <a:r>
              <a:rPr lang="en-US" sz="2000" dirty="0" err="1"/>
              <a:t>birayna</a:t>
            </a:r>
            <a:r>
              <a:rPr lang="en-US" sz="2000" dirty="0"/>
              <a:t> </a:t>
            </a:r>
            <a:r>
              <a:rPr lang="en-US" sz="2000" dirty="0" err="1"/>
              <a:t>oyunudur.Herkes</a:t>
            </a:r>
            <a:r>
              <a:rPr lang="en-US" sz="2000" dirty="0"/>
              <a:t> </a:t>
            </a:r>
            <a:r>
              <a:rPr lang="en-US" sz="2000" dirty="0" err="1"/>
              <a:t>birbirine</a:t>
            </a:r>
            <a:r>
              <a:rPr lang="en-US" sz="2000" dirty="0"/>
              <a:t> “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temelin</a:t>
            </a:r>
            <a:r>
              <a:rPr lang="en-US" sz="2000" dirty="0"/>
              <a:t> yok” </a:t>
            </a:r>
            <a:r>
              <a:rPr lang="en-US" sz="2000" dirty="0" err="1"/>
              <a:t>diyor.Ama</a:t>
            </a:r>
            <a:r>
              <a:rPr lang="en-US" sz="2000" dirty="0"/>
              <a:t> </a:t>
            </a:r>
            <a:r>
              <a:rPr lang="en-US" sz="2000" dirty="0" err="1"/>
              <a:t>hepsi</a:t>
            </a:r>
            <a:r>
              <a:rPr lang="en-US" sz="2000" dirty="0"/>
              <a:t>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kaynaktan</a:t>
            </a:r>
            <a:r>
              <a:rPr lang="en-US" sz="2000" dirty="0"/>
              <a:t>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alıyor</a:t>
            </a:r>
            <a:r>
              <a:rPr lang="en-US" sz="2000" dirty="0"/>
              <a:t>.</a:t>
            </a:r>
          </a:p>
          <a:p>
            <a:r>
              <a:rPr lang="en-US" sz="2000" dirty="0"/>
              <a:t>Ve </a:t>
            </a:r>
            <a:r>
              <a:rPr lang="en-US" sz="2000" dirty="0" err="1"/>
              <a:t>hepsi</a:t>
            </a:r>
            <a:r>
              <a:rPr lang="en-US" sz="2000" dirty="0"/>
              <a:t>, </a:t>
            </a:r>
            <a:r>
              <a:rPr lang="en-US" sz="2000" dirty="0" err="1"/>
              <a:t>kitabı</a:t>
            </a:r>
            <a:r>
              <a:rPr lang="en-US" sz="2000" dirty="0"/>
              <a:t> </a:t>
            </a:r>
            <a:r>
              <a:rPr lang="en-US" sz="2000" dirty="0" err="1"/>
              <a:t>okuyor</a:t>
            </a:r>
            <a:r>
              <a:rPr lang="en-US" sz="2000" dirty="0"/>
              <a:t>…ama </a:t>
            </a:r>
            <a:r>
              <a:rPr lang="en-US" sz="2000" dirty="0" err="1"/>
              <a:t>okuduklarıyla</a:t>
            </a:r>
            <a:r>
              <a:rPr lang="en-US" sz="2000" dirty="0"/>
              <a:t> </a:t>
            </a:r>
            <a:r>
              <a:rPr lang="en-US" sz="2000" dirty="0" err="1"/>
              <a:t>birleşmek</a:t>
            </a:r>
            <a:r>
              <a:rPr lang="en-US" sz="2000" dirty="0"/>
              <a:t> </a:t>
            </a:r>
            <a:r>
              <a:rPr lang="en-US" sz="2000" dirty="0" err="1"/>
              <a:t>yerine</a:t>
            </a:r>
            <a:r>
              <a:rPr lang="en-US" sz="2000" dirty="0"/>
              <a:t>,</a:t>
            </a:r>
          </a:p>
          <a:p>
            <a:r>
              <a:rPr lang="en-US" sz="2000" dirty="0" err="1"/>
              <a:t>ayrışmayı</a:t>
            </a:r>
            <a:r>
              <a:rPr lang="en-US" sz="2000" dirty="0"/>
              <a:t> </a:t>
            </a:r>
            <a:r>
              <a:rPr lang="en-US" sz="2000" dirty="0" err="1"/>
              <a:t>seçiyor.Bu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dirty="0" err="1"/>
              <a:t>Bilmek</a:t>
            </a:r>
            <a:r>
              <a:rPr lang="en-US" sz="2000" dirty="0"/>
              <a:t> </a:t>
            </a:r>
            <a:r>
              <a:rPr lang="en-US" sz="2000" dirty="0" err="1"/>
              <a:t>yeterli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Bütünlükle</a:t>
            </a:r>
            <a:r>
              <a:rPr lang="en-US" sz="2000" dirty="0"/>
              <a:t> </a:t>
            </a:r>
            <a:r>
              <a:rPr lang="en-US" sz="2000" dirty="0" err="1"/>
              <a:t>yaşamadıysan</a:t>
            </a:r>
            <a:r>
              <a:rPr lang="en-US" sz="2000" dirty="0"/>
              <a:t>,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ayrıştırır</a:t>
            </a:r>
            <a:r>
              <a:rPr lang="en-US" sz="2000" dirty="0"/>
              <a:t>.” Ve son </a:t>
            </a:r>
            <a:r>
              <a:rPr lang="en-US" sz="2000" dirty="0" err="1"/>
              <a:t>cümle</a:t>
            </a:r>
            <a:r>
              <a:rPr lang="en-US" sz="2000" dirty="0"/>
              <a:t>:</a:t>
            </a:r>
          </a:p>
          <a:p>
            <a:r>
              <a:rPr lang="en-US" sz="2000" dirty="0"/>
              <a:t>“Allah </a:t>
            </a:r>
            <a:r>
              <a:rPr lang="en-US" sz="2000" dirty="0" err="1"/>
              <a:t>hükmünü</a:t>
            </a:r>
            <a:r>
              <a:rPr lang="en-US" sz="2000" dirty="0"/>
              <a:t> </a:t>
            </a:r>
            <a:r>
              <a:rPr lang="en-US" sz="2000" dirty="0" err="1"/>
              <a:t>verecek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/>
              <a:t>Yani: Enerji </a:t>
            </a:r>
            <a:r>
              <a:rPr lang="en-US" sz="2000" dirty="0" err="1"/>
              <a:t>sistemleri</a:t>
            </a:r>
            <a:r>
              <a:rPr lang="en-US" sz="2000" dirty="0"/>
              <a:t>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içinde</a:t>
            </a:r>
            <a:r>
              <a:rPr lang="en-US" sz="2000" dirty="0"/>
              <a:t> </a:t>
            </a:r>
            <a:r>
              <a:rPr lang="en-US" sz="2000" dirty="0" err="1"/>
              <a:t>ayrılır</a:t>
            </a:r>
            <a:r>
              <a:rPr lang="en-US" sz="2000" dirty="0"/>
              <a:t>. Kim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frekansta</a:t>
            </a:r>
            <a:r>
              <a:rPr lang="en-US" sz="2000" dirty="0"/>
              <a:t> </a:t>
            </a:r>
            <a:r>
              <a:rPr lang="en-US" sz="2000" dirty="0" err="1"/>
              <a:t>ise</a:t>
            </a:r>
            <a:r>
              <a:rPr lang="en-US" sz="2000" dirty="0"/>
              <a:t>,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onu</a:t>
            </a:r>
            <a:r>
              <a:rPr lang="en-US" sz="2000" dirty="0"/>
              <a:t>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çağırır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üç</a:t>
            </a:r>
            <a:r>
              <a:rPr lang="en-US" sz="2000" dirty="0"/>
              <a:t> </a:t>
            </a:r>
            <a:r>
              <a:rPr lang="en-US" sz="2000" dirty="0" err="1"/>
              <a:t>ayette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sana </a:t>
            </a:r>
            <a:r>
              <a:rPr lang="en-US" sz="2000" dirty="0" err="1"/>
              <a:t>çok</a:t>
            </a:r>
            <a:r>
              <a:rPr lang="en-US" sz="2000" dirty="0"/>
              <a:t> net </a:t>
            </a:r>
            <a:r>
              <a:rPr lang="en-US" sz="2000" dirty="0" err="1"/>
              <a:t>konuşur</a:t>
            </a:r>
            <a:r>
              <a:rPr lang="en-US" sz="2000" dirty="0"/>
              <a:t>: “Cennet </a:t>
            </a:r>
            <a:r>
              <a:rPr lang="en-US" sz="2000" dirty="0" err="1"/>
              <a:t>kimsenin</a:t>
            </a:r>
            <a:r>
              <a:rPr lang="en-US" sz="2000" dirty="0"/>
              <a:t> </a:t>
            </a:r>
            <a:r>
              <a:rPr lang="en-US" sz="2000" dirty="0" err="1"/>
              <a:t>tekelinde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.” 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Gerçeği</a:t>
            </a:r>
            <a:r>
              <a:rPr lang="en-US" sz="2000" dirty="0"/>
              <a:t> </a:t>
            </a:r>
            <a:r>
              <a:rPr lang="en-US" sz="2000" dirty="0" err="1"/>
              <a:t>yaşamak</a:t>
            </a:r>
            <a:r>
              <a:rPr lang="en-US" sz="2000" dirty="0"/>
              <a:t>, </a:t>
            </a:r>
            <a:r>
              <a:rPr lang="en-US" sz="2000" dirty="0" err="1"/>
              <a:t>şekilden</a:t>
            </a:r>
            <a:r>
              <a:rPr lang="en-US" sz="2000" dirty="0"/>
              <a:t> </a:t>
            </a:r>
            <a:r>
              <a:rPr lang="en-US" sz="2000" dirty="0" err="1"/>
              <a:t>bağımsızdır</a:t>
            </a:r>
            <a:r>
              <a:rPr lang="en-US" sz="2000" dirty="0"/>
              <a:t>.” 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ölçü</a:t>
            </a:r>
            <a:r>
              <a:rPr lang="en-US" sz="2000" dirty="0"/>
              <a:t>: </a:t>
            </a:r>
            <a:r>
              <a:rPr lang="en-US" sz="2000" dirty="0" err="1"/>
              <a:t>Yönünü</a:t>
            </a:r>
            <a:r>
              <a:rPr lang="en-US" sz="2000" dirty="0"/>
              <a:t> </a:t>
            </a:r>
            <a:r>
              <a:rPr lang="en-US" sz="2000" dirty="0" err="1"/>
              <a:t>Allah’a</a:t>
            </a:r>
            <a:r>
              <a:rPr lang="en-US" sz="2000" dirty="0"/>
              <a:t> </a:t>
            </a:r>
            <a:r>
              <a:rPr lang="en-US" sz="2000" dirty="0" err="1"/>
              <a:t>çevirmek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kalpten</a:t>
            </a:r>
            <a:r>
              <a:rPr lang="en-US" sz="2000" dirty="0"/>
              <a:t> </a:t>
            </a:r>
            <a:r>
              <a:rPr lang="en-US" sz="2000" dirty="0" err="1"/>
              <a:t>iyilikte</a:t>
            </a:r>
            <a:r>
              <a:rPr lang="en-US" sz="2000" dirty="0"/>
              <a:t> </a:t>
            </a:r>
            <a:r>
              <a:rPr lang="en-US" sz="2000" dirty="0" err="1"/>
              <a:t>bulunmaktır</a:t>
            </a:r>
            <a:r>
              <a:rPr lang="en-US" sz="2000" dirty="0"/>
              <a:t>.” </a:t>
            </a:r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 </a:t>
            </a:r>
            <a:r>
              <a:rPr lang="en-US" sz="2000" dirty="0" err="1"/>
              <a:t>gelir</a:t>
            </a:r>
            <a:r>
              <a:rPr lang="en-US" sz="2000" dirty="0"/>
              <a:t>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Kimse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gerçeğini</a:t>
            </a:r>
            <a:r>
              <a:rPr lang="en-US" sz="2000" dirty="0"/>
              <a:t> </a:t>
            </a:r>
            <a:r>
              <a:rPr lang="en-US" sz="2000" dirty="0" err="1"/>
              <a:t>ölçemez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frekansını</a:t>
            </a:r>
            <a:r>
              <a:rPr lang="en-US" sz="2000" dirty="0"/>
              <a:t> </a:t>
            </a:r>
            <a:r>
              <a:rPr lang="en-US" sz="2000" dirty="0" err="1"/>
              <a:t>yalnızca</a:t>
            </a:r>
            <a:r>
              <a:rPr lang="en-US" sz="2000" dirty="0"/>
              <a:t> Allah </a:t>
            </a:r>
            <a:r>
              <a:rPr lang="en-US" sz="2000" dirty="0" err="1"/>
              <a:t>bilir</a:t>
            </a:r>
            <a:r>
              <a:rPr lang="en-US" sz="2000" dirty="0"/>
              <a:t>. Ve O,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kalbe</a:t>
            </a:r>
            <a:r>
              <a:rPr lang="en-US" sz="2000" dirty="0"/>
              <a:t> </a:t>
            </a:r>
            <a:r>
              <a:rPr lang="en-US" sz="2000" dirty="0" err="1"/>
              <a:t>bakar</a:t>
            </a:r>
            <a:r>
              <a:rPr lang="en-US" sz="2000" dirty="0"/>
              <a:t>.” </a:t>
            </a:r>
            <a:endParaRPr lang="tr-TR" sz="2000" dirty="0"/>
          </a:p>
          <a:p>
            <a:pPr marL="0" indent="0">
              <a:buNone/>
            </a:pPr>
            <a:endParaRPr lang="tr-TR" sz="2000" b="1" dirty="0"/>
          </a:p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114–115. </a:t>
            </a:r>
            <a:r>
              <a:rPr lang="en-US" sz="2000" b="1" dirty="0" err="1"/>
              <a:t>ayetlere</a:t>
            </a:r>
            <a:r>
              <a:rPr lang="en-US" sz="2000" b="1" dirty="0"/>
              <a:t>.</a:t>
            </a:r>
          </a:p>
          <a:p>
            <a:pPr marL="0" indent="0">
              <a:buNone/>
            </a:pPr>
            <a:r>
              <a:rPr lang="en-US" sz="2000" dirty="0"/>
              <a:t>Bu </a:t>
            </a:r>
            <a:r>
              <a:rPr lang="en-US" sz="2000" dirty="0" err="1"/>
              <a:t>bölümde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sır</a:t>
            </a:r>
            <a:r>
              <a:rPr lang="en-US" sz="2000" dirty="0"/>
              <a:t> </a:t>
            </a:r>
            <a:r>
              <a:rPr lang="en-US" sz="2000" dirty="0" err="1"/>
              <a:t>açılıyor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 err="1"/>
              <a:t>Kutsallık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yerde</a:t>
            </a:r>
            <a:r>
              <a:rPr lang="en-US" sz="2000" dirty="0"/>
              <a:t> mi…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sende</a:t>
            </a:r>
            <a:r>
              <a:rPr lang="en-US" sz="2000" dirty="0"/>
              <a:t> mi? </a:t>
            </a:r>
            <a:endParaRPr lang="tr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282871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8847B3A-B344-4B26-D880-6E2E7C20687D}"/>
              </a:ext>
            </a:extLst>
          </p:cNvPr>
          <p:cNvSpPr txBox="1"/>
          <p:nvPr/>
        </p:nvSpPr>
        <p:spPr>
          <a:xfrm>
            <a:off x="0" y="0"/>
            <a:ext cx="6858000" cy="1292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Bakara </a:t>
            </a:r>
            <a:r>
              <a:rPr lang="en-US" sz="2400" b="1" dirty="0" err="1"/>
              <a:t>Suresi</a:t>
            </a:r>
            <a:r>
              <a:rPr lang="en-US" sz="2400" b="1" dirty="0"/>
              <a:t> | </a:t>
            </a:r>
            <a:r>
              <a:rPr lang="en-US" sz="2400" b="1" dirty="0" err="1"/>
              <a:t>Ayet</a:t>
            </a:r>
            <a:r>
              <a:rPr lang="en-US" sz="2400" b="1" dirty="0"/>
              <a:t> 114–115</a:t>
            </a:r>
            <a:endParaRPr lang="tr-TR" sz="2400" b="1" dirty="0"/>
          </a:p>
          <a:p>
            <a:endParaRPr lang="tr-TR" sz="2400" b="1" dirty="0"/>
          </a:p>
          <a:p>
            <a:pPr marL="0" indent="0">
              <a:buNone/>
            </a:pPr>
            <a:r>
              <a:rPr lang="en-US" sz="2400" dirty="0" err="1"/>
              <a:t>Bölüm</a:t>
            </a:r>
            <a:r>
              <a:rPr lang="en-US" sz="2400" dirty="0"/>
              <a:t>: “</a:t>
            </a:r>
            <a:r>
              <a:rPr lang="en-US" sz="2400" dirty="0" err="1"/>
              <a:t>Mekânı</a:t>
            </a:r>
            <a:r>
              <a:rPr lang="en-US" sz="2400" dirty="0"/>
              <a:t> Kutsal </a:t>
            </a:r>
            <a:r>
              <a:rPr lang="en-US" sz="2400" dirty="0" err="1"/>
              <a:t>Kılan</a:t>
            </a:r>
            <a:r>
              <a:rPr lang="en-US" sz="2400" dirty="0"/>
              <a:t>, Oraya </a:t>
            </a:r>
            <a:r>
              <a:rPr lang="en-US" sz="2400" dirty="0" err="1"/>
              <a:t>Getirdiğin</a:t>
            </a:r>
            <a:r>
              <a:rPr lang="en-US" sz="2400" dirty="0"/>
              <a:t> </a:t>
            </a:r>
            <a:r>
              <a:rPr lang="en-US" sz="2400" dirty="0" err="1"/>
              <a:t>Frekanstır</a:t>
            </a:r>
            <a:r>
              <a:rPr lang="en-US" sz="2400" dirty="0"/>
              <a:t>” </a:t>
            </a:r>
            <a:r>
              <a:rPr lang="en-US" sz="2400" dirty="0" err="1"/>
              <a:t>Yeryüzü</a:t>
            </a:r>
            <a:r>
              <a:rPr lang="en-US" sz="2400" dirty="0"/>
              <a:t>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Yeridir</a:t>
            </a:r>
            <a:r>
              <a:rPr lang="en-US" sz="2400" dirty="0"/>
              <a:t>; </a:t>
            </a:r>
            <a:r>
              <a:rPr lang="en-US" sz="2400" dirty="0" err="1"/>
              <a:t>Çünkü</a:t>
            </a:r>
            <a:r>
              <a:rPr lang="en-US" sz="2400" dirty="0"/>
              <a:t> Allah Her </a:t>
            </a:r>
            <a:r>
              <a:rPr lang="en-US" sz="2400" dirty="0" err="1"/>
              <a:t>Yerdedir</a:t>
            </a:r>
            <a:r>
              <a:rPr lang="en-US" sz="2400" dirty="0"/>
              <a:t> </a:t>
            </a:r>
            <a:endParaRPr lang="tr-TR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114.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mescitlerinde</a:t>
            </a:r>
            <a:r>
              <a:rPr lang="en-US" sz="2400" dirty="0"/>
              <a:t> O’nun </a:t>
            </a:r>
            <a:r>
              <a:rPr lang="en-US" sz="2400" dirty="0" err="1"/>
              <a:t>adının</a:t>
            </a:r>
            <a:r>
              <a:rPr lang="en-US" sz="2400" dirty="0"/>
              <a:t> </a:t>
            </a:r>
            <a:r>
              <a:rPr lang="en-US" sz="2400" dirty="0" err="1"/>
              <a:t>anılmasını</a:t>
            </a:r>
            <a:r>
              <a:rPr lang="en-US" sz="2400" dirty="0"/>
              <a:t> </a:t>
            </a:r>
            <a:r>
              <a:rPr lang="en-US" sz="2400" dirty="0" err="1"/>
              <a:t>engelleyen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onların</a:t>
            </a:r>
            <a:r>
              <a:rPr lang="en-US" sz="2400" dirty="0"/>
              <a:t> </a:t>
            </a:r>
            <a:r>
              <a:rPr lang="en-US" sz="2400" dirty="0" err="1"/>
              <a:t>yıkılmasına</a:t>
            </a:r>
            <a:r>
              <a:rPr lang="en-US" sz="2400" dirty="0"/>
              <a:t> </a:t>
            </a:r>
            <a:r>
              <a:rPr lang="en-US" sz="2400" dirty="0" err="1"/>
              <a:t>çalışanlardan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zalim</a:t>
            </a:r>
            <a:r>
              <a:rPr lang="en-US" sz="2400" dirty="0"/>
              <a:t> </a:t>
            </a:r>
            <a:r>
              <a:rPr lang="en-US" sz="2400" dirty="0" err="1"/>
              <a:t>kim</a:t>
            </a:r>
            <a:r>
              <a:rPr lang="en-US" sz="2400" dirty="0"/>
              <a:t> </a:t>
            </a:r>
            <a:r>
              <a:rPr lang="en-US" sz="2400" dirty="0" err="1"/>
              <a:t>olabilir</a:t>
            </a:r>
            <a:r>
              <a:rPr lang="en-US" sz="2400" dirty="0"/>
              <a:t>? </a:t>
            </a:r>
            <a:r>
              <a:rPr lang="en-US" sz="2400" dirty="0" err="1"/>
              <a:t>Böyleleri</a:t>
            </a:r>
            <a:r>
              <a:rPr lang="en-US" sz="2400" dirty="0"/>
              <a:t> </a:t>
            </a:r>
            <a:r>
              <a:rPr lang="en-US" sz="2400" dirty="0" err="1"/>
              <a:t>oralara</a:t>
            </a:r>
            <a:r>
              <a:rPr lang="en-US" sz="2400" dirty="0"/>
              <a:t> </a:t>
            </a:r>
            <a:r>
              <a:rPr lang="en-US" sz="2400" dirty="0" err="1"/>
              <a:t>ancak</a:t>
            </a:r>
            <a:r>
              <a:rPr lang="en-US" sz="2400" dirty="0"/>
              <a:t> </a:t>
            </a:r>
            <a:r>
              <a:rPr lang="en-US" sz="2400" dirty="0" err="1"/>
              <a:t>korka</a:t>
            </a:r>
            <a:r>
              <a:rPr lang="en-US" sz="2400" dirty="0"/>
              <a:t> </a:t>
            </a:r>
            <a:r>
              <a:rPr lang="en-US" sz="2400" dirty="0" err="1"/>
              <a:t>korka</a:t>
            </a:r>
            <a:r>
              <a:rPr lang="en-US" sz="2400" dirty="0"/>
              <a:t> </a:t>
            </a:r>
            <a:r>
              <a:rPr lang="en-US" sz="2400" dirty="0" err="1"/>
              <a:t>girebilirler</a:t>
            </a:r>
            <a:r>
              <a:rPr lang="en-US" sz="2400" dirty="0"/>
              <a:t>. </a:t>
            </a:r>
            <a:r>
              <a:rPr lang="en-US" sz="2400" dirty="0" err="1"/>
              <a:t>Onlara</a:t>
            </a:r>
            <a:r>
              <a:rPr lang="en-US" sz="2400" dirty="0"/>
              <a:t> </a:t>
            </a:r>
            <a:r>
              <a:rPr lang="en-US" sz="2400" dirty="0" err="1"/>
              <a:t>dünyada</a:t>
            </a:r>
            <a:r>
              <a:rPr lang="en-US" sz="2400" dirty="0"/>
              <a:t> </a:t>
            </a:r>
            <a:r>
              <a:rPr lang="en-US" sz="2400" dirty="0" err="1"/>
              <a:t>rezillik</a:t>
            </a:r>
            <a:r>
              <a:rPr lang="en-US" sz="2400" dirty="0"/>
              <a:t>, </a:t>
            </a:r>
            <a:r>
              <a:rPr lang="en-US" sz="2400" dirty="0" err="1"/>
              <a:t>ahirette</a:t>
            </a:r>
            <a:r>
              <a:rPr lang="en-US" sz="2400" dirty="0"/>
              <a:t> </a:t>
            </a:r>
            <a:r>
              <a:rPr lang="en-US" sz="2400" dirty="0" err="1"/>
              <a:t>büyük</a:t>
            </a:r>
            <a:r>
              <a:rPr lang="en-US" sz="2400" dirty="0"/>
              <a:t> </a:t>
            </a:r>
            <a:r>
              <a:rPr lang="en-US" sz="2400" dirty="0" err="1"/>
              <a:t>azap</a:t>
            </a:r>
            <a:r>
              <a:rPr lang="en-US" sz="2400" dirty="0"/>
              <a:t> </a:t>
            </a:r>
            <a:r>
              <a:rPr lang="en-US" sz="2400" dirty="0" err="1"/>
              <a:t>vardır</a:t>
            </a:r>
            <a:r>
              <a:rPr lang="en-US" sz="2400" dirty="0"/>
              <a:t>.”</a:t>
            </a:r>
          </a:p>
          <a:p>
            <a:endParaRPr lang="tr-TR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ayet,mekânı</a:t>
            </a:r>
            <a:r>
              <a:rPr lang="en-US" sz="2400" dirty="0"/>
              <a:t> </a:t>
            </a:r>
            <a:r>
              <a:rPr lang="en-US" sz="2400" dirty="0" err="1"/>
              <a:t>kutsal</a:t>
            </a:r>
            <a:r>
              <a:rPr lang="en-US" sz="2400" dirty="0"/>
              <a:t> </a:t>
            </a:r>
            <a:r>
              <a:rPr lang="en-US" sz="2400" dirty="0" err="1"/>
              <a:t>yapan</a:t>
            </a:r>
            <a:r>
              <a:rPr lang="en-US" sz="2400" dirty="0"/>
              <a:t> </a:t>
            </a:r>
            <a:r>
              <a:rPr lang="en-US" sz="2400" dirty="0" err="1"/>
              <a:t>şeyin</a:t>
            </a:r>
            <a:r>
              <a:rPr lang="en-US" sz="2400" dirty="0"/>
              <a:t> ne </a:t>
            </a:r>
            <a:r>
              <a:rPr lang="en-US" sz="2400" dirty="0" err="1"/>
              <a:t>olduğunu</a:t>
            </a:r>
            <a:r>
              <a:rPr lang="en-US" sz="2400" dirty="0"/>
              <a:t> </a:t>
            </a:r>
            <a:r>
              <a:rPr lang="en-US" sz="2400" dirty="0" err="1"/>
              <a:t>sorar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Mescit</a:t>
            </a:r>
            <a:r>
              <a:rPr lang="en-US" sz="2400" dirty="0"/>
              <a:t> =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bina</a:t>
            </a:r>
            <a:r>
              <a:rPr lang="en-US" sz="2400" dirty="0"/>
              <a:t> </a:t>
            </a:r>
            <a:r>
              <a:rPr lang="en-US" sz="2400" dirty="0" err="1"/>
              <a:t>değil,kalbin</a:t>
            </a:r>
            <a:r>
              <a:rPr lang="en-US" sz="2400" dirty="0"/>
              <a:t> </a:t>
            </a:r>
            <a:r>
              <a:rPr lang="en-US" sz="2400" dirty="0" err="1"/>
              <a:t>secde</a:t>
            </a:r>
            <a:r>
              <a:rPr lang="en-US" sz="2400" dirty="0"/>
              <a:t> </a:t>
            </a:r>
            <a:r>
              <a:rPr lang="en-US" sz="2400" dirty="0" err="1"/>
              <a:t>hâlidir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Adı</a:t>
            </a:r>
            <a:r>
              <a:rPr lang="en-US" sz="2400" dirty="0"/>
              <a:t> </a:t>
            </a:r>
            <a:r>
              <a:rPr lang="en-US" sz="2400" dirty="0" err="1"/>
              <a:t>anılmak</a:t>
            </a:r>
            <a:r>
              <a:rPr lang="en-US" sz="2400" dirty="0"/>
              <a:t> = Yani </a:t>
            </a:r>
            <a:r>
              <a:rPr lang="en-US" sz="2400" dirty="0" err="1"/>
              <a:t>enerjiyle</a:t>
            </a:r>
            <a:r>
              <a:rPr lang="en-US" sz="2400" dirty="0"/>
              <a:t>, </a:t>
            </a:r>
            <a:r>
              <a:rPr lang="en-US" sz="2400" dirty="0" err="1"/>
              <a:t>niyetle</a:t>
            </a:r>
            <a:r>
              <a:rPr lang="en-US" sz="2400" dirty="0"/>
              <a:t>, </a:t>
            </a:r>
            <a:r>
              <a:rPr lang="en-US" sz="2400" dirty="0" err="1"/>
              <a:t>ışıkla</a:t>
            </a:r>
            <a:r>
              <a:rPr lang="en-US" sz="2400" dirty="0"/>
              <a:t> </a:t>
            </a:r>
            <a:r>
              <a:rPr lang="en-US" sz="2400" dirty="0" err="1"/>
              <a:t>buluşmak</a:t>
            </a:r>
            <a:endParaRPr lang="en-US" sz="2400" dirty="0"/>
          </a:p>
          <a:p>
            <a:r>
              <a:rPr lang="en-US" sz="2400" dirty="0" err="1"/>
              <a:t>Yıkmak</a:t>
            </a:r>
            <a:r>
              <a:rPr lang="en-US" sz="2400" dirty="0"/>
              <a:t> =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değil;bir</a:t>
            </a:r>
            <a:r>
              <a:rPr lang="en-US" sz="2400" dirty="0"/>
              <a:t> </a:t>
            </a:r>
            <a:r>
              <a:rPr lang="en-US" sz="2400" dirty="0" err="1"/>
              <a:t>yeri</a:t>
            </a:r>
            <a:r>
              <a:rPr lang="en-US" sz="2400" dirty="0"/>
              <a:t> </a:t>
            </a:r>
            <a:r>
              <a:rPr lang="en-US" sz="2400" dirty="0" err="1"/>
              <a:t>kutsallıktan</a:t>
            </a:r>
            <a:r>
              <a:rPr lang="en-US" sz="2400" dirty="0"/>
              <a:t> </a:t>
            </a:r>
            <a:r>
              <a:rPr lang="en-US" sz="2400" dirty="0" err="1"/>
              <a:t>uzaklaştırmak,enerjisini</a:t>
            </a:r>
            <a:r>
              <a:rPr lang="en-US" sz="2400" dirty="0"/>
              <a:t> </a:t>
            </a:r>
            <a:r>
              <a:rPr lang="en-US" sz="2400" dirty="0" err="1"/>
              <a:t>bozmak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</a:t>
            </a:r>
            <a:r>
              <a:rPr lang="en-US" sz="2400" dirty="0"/>
              <a:t> </a:t>
            </a:r>
            <a:r>
              <a:rPr lang="en-US" sz="2400" dirty="0" err="1"/>
              <a:t>seni</a:t>
            </a:r>
            <a:r>
              <a:rPr lang="en-US" sz="2400" dirty="0"/>
              <a:t> </a:t>
            </a:r>
            <a:r>
              <a:rPr lang="en-US" sz="2400" dirty="0" err="1"/>
              <a:t>şöyle</a:t>
            </a:r>
            <a:r>
              <a:rPr lang="en-US" sz="2400" dirty="0"/>
              <a:t> </a:t>
            </a:r>
            <a:r>
              <a:rPr lang="en-US" sz="2400" dirty="0" err="1"/>
              <a:t>uyarır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dirty="0" err="1"/>
              <a:t>Kutsallık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yapıda</a:t>
            </a:r>
            <a:r>
              <a:rPr lang="en-US" sz="2400" dirty="0"/>
              <a:t> </a:t>
            </a:r>
            <a:r>
              <a:rPr lang="en-US" sz="2400" dirty="0" err="1"/>
              <a:t>değil</a:t>
            </a:r>
            <a:r>
              <a:rPr lang="en-US" sz="2400" dirty="0"/>
              <a:t>… </a:t>
            </a:r>
            <a:r>
              <a:rPr lang="en-US" sz="2400" dirty="0" err="1"/>
              <a:t>onun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ne </a:t>
            </a:r>
            <a:r>
              <a:rPr lang="en-US" sz="2400" dirty="0" err="1"/>
              <a:t>taşındığında</a:t>
            </a:r>
            <a:r>
              <a:rPr lang="en-US" sz="2400" dirty="0"/>
              <a:t> </a:t>
            </a:r>
            <a:r>
              <a:rPr lang="en-US" sz="2400" dirty="0" err="1"/>
              <a:t>gizlidir</a:t>
            </a:r>
            <a:r>
              <a:rPr lang="en-US" sz="2400" dirty="0"/>
              <a:t>.” 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sorar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“Sen </a:t>
            </a:r>
            <a:r>
              <a:rPr lang="en-US" sz="2400" dirty="0" err="1"/>
              <a:t>nerede</a:t>
            </a:r>
            <a:r>
              <a:rPr lang="en-US" sz="2400" dirty="0"/>
              <a:t> </a:t>
            </a:r>
            <a:r>
              <a:rPr lang="en-US" sz="2400" dirty="0" err="1"/>
              <a:t>olursan</a:t>
            </a:r>
            <a:r>
              <a:rPr lang="en-US" sz="2400" dirty="0"/>
              <a:t> </a:t>
            </a:r>
            <a:r>
              <a:rPr lang="en-US" sz="2400" dirty="0" err="1"/>
              <a:t>ol</a:t>
            </a:r>
            <a:r>
              <a:rPr lang="en-US" sz="2400" dirty="0"/>
              <a:t>, </a:t>
            </a:r>
            <a:r>
              <a:rPr lang="en-US" sz="2400" dirty="0" err="1"/>
              <a:t>kalbin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yönelmişse</a:t>
            </a:r>
            <a:r>
              <a:rPr lang="en-US" sz="2400" dirty="0"/>
              <a:t>, </a:t>
            </a:r>
            <a:r>
              <a:rPr lang="en-US" sz="2400" dirty="0" err="1"/>
              <a:t>orası</a:t>
            </a:r>
            <a:r>
              <a:rPr lang="en-US" sz="2400" dirty="0"/>
              <a:t> </a:t>
            </a:r>
            <a:r>
              <a:rPr lang="en-US" sz="2400" dirty="0" err="1"/>
              <a:t>zaten</a:t>
            </a:r>
            <a:r>
              <a:rPr lang="en-US" sz="2400" dirty="0"/>
              <a:t> </a:t>
            </a:r>
            <a:r>
              <a:rPr lang="en-US" sz="2400" dirty="0" err="1"/>
              <a:t>mescittir</a:t>
            </a:r>
            <a:r>
              <a:rPr lang="en-US" sz="2400" dirty="0"/>
              <a:t>.”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115.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“Doğu da </a:t>
            </a:r>
            <a:r>
              <a:rPr lang="en-US" sz="2400" dirty="0" err="1"/>
              <a:t>Allah’ındır</a:t>
            </a:r>
            <a:r>
              <a:rPr lang="en-US" sz="2400" dirty="0"/>
              <a:t>, </a:t>
            </a:r>
            <a:r>
              <a:rPr lang="en-US" sz="2400" dirty="0" err="1"/>
              <a:t>batı</a:t>
            </a:r>
            <a:r>
              <a:rPr lang="en-US" sz="2400" dirty="0"/>
              <a:t> da. </a:t>
            </a:r>
            <a:r>
              <a:rPr lang="en-US" sz="2400" dirty="0" err="1"/>
              <a:t>Nereye</a:t>
            </a:r>
            <a:r>
              <a:rPr lang="en-US" sz="2400" dirty="0"/>
              <a:t> </a:t>
            </a:r>
            <a:r>
              <a:rPr lang="en-US" sz="2400" dirty="0" err="1"/>
              <a:t>dönerseniz</a:t>
            </a:r>
            <a:r>
              <a:rPr lang="en-US" sz="2400" dirty="0"/>
              <a:t> </a:t>
            </a:r>
            <a:r>
              <a:rPr lang="en-US" sz="2400" dirty="0" err="1"/>
              <a:t>dönün</a:t>
            </a:r>
            <a:r>
              <a:rPr lang="en-US" sz="2400" dirty="0"/>
              <a:t>, </a:t>
            </a:r>
            <a:r>
              <a:rPr lang="en-US" sz="2400" dirty="0" err="1"/>
              <a:t>Allah’ın</a:t>
            </a:r>
            <a:r>
              <a:rPr lang="en-US" sz="2400" dirty="0"/>
              <a:t> </a:t>
            </a:r>
            <a:r>
              <a:rPr lang="en-US" sz="2400" dirty="0" err="1"/>
              <a:t>vechi</a:t>
            </a:r>
            <a:r>
              <a:rPr lang="en-US" sz="2400" dirty="0"/>
              <a:t> (</a:t>
            </a:r>
            <a:r>
              <a:rPr lang="en-US" sz="2400" dirty="0" err="1"/>
              <a:t>yüzü</a:t>
            </a:r>
            <a:r>
              <a:rPr lang="en-US" sz="2400" dirty="0"/>
              <a:t>) </a:t>
            </a:r>
            <a:r>
              <a:rPr lang="en-US" sz="2400" dirty="0" err="1"/>
              <a:t>oradadır</a:t>
            </a:r>
            <a:r>
              <a:rPr lang="en-US" sz="2400" dirty="0"/>
              <a:t>. </a:t>
            </a:r>
            <a:r>
              <a:rPr lang="en-US" sz="2400" dirty="0" err="1"/>
              <a:t>Şüphesiz</a:t>
            </a:r>
            <a:r>
              <a:rPr lang="en-US" sz="2400" dirty="0"/>
              <a:t> Allah her </a:t>
            </a:r>
            <a:r>
              <a:rPr lang="en-US" sz="2400" dirty="0" err="1"/>
              <a:t>şeyi</a:t>
            </a:r>
            <a:r>
              <a:rPr lang="en-US" sz="2400" dirty="0"/>
              <a:t> </a:t>
            </a:r>
            <a:r>
              <a:rPr lang="en-US" sz="2400" dirty="0" err="1"/>
              <a:t>kuşatandır</a:t>
            </a:r>
            <a:r>
              <a:rPr lang="en-US" sz="2400" dirty="0"/>
              <a:t>, </a:t>
            </a:r>
            <a:r>
              <a:rPr lang="en-US" sz="2400" dirty="0" err="1"/>
              <a:t>hakkıyla</a:t>
            </a:r>
            <a:r>
              <a:rPr lang="en-US" sz="2400" dirty="0"/>
              <a:t> </a:t>
            </a:r>
            <a:r>
              <a:rPr lang="en-US" sz="2400" dirty="0" err="1"/>
              <a:t>bilendir</a:t>
            </a:r>
            <a:r>
              <a:rPr lang="en-US" sz="2400" dirty="0"/>
              <a:t>.”</a:t>
            </a:r>
            <a:endParaRPr lang="en-TR" sz="2400" dirty="0"/>
          </a:p>
          <a:p>
            <a:endParaRPr lang="en-US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29608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33CD001-704A-8E71-321E-2EE4F63389B7}"/>
              </a:ext>
            </a:extLst>
          </p:cNvPr>
          <p:cNvSpPr txBox="1"/>
          <p:nvPr/>
        </p:nvSpPr>
        <p:spPr>
          <a:xfrm>
            <a:off x="0" y="0"/>
            <a:ext cx="6858000" cy="1083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ayet,Allah’ın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yönle</a:t>
            </a:r>
            <a:r>
              <a:rPr lang="en-US" sz="2000" dirty="0"/>
              <a:t> </a:t>
            </a:r>
            <a:r>
              <a:rPr lang="en-US" sz="2000" dirty="0" err="1"/>
              <a:t>sınırlanamayacağını</a:t>
            </a:r>
            <a:r>
              <a:rPr lang="en-US" sz="2000" dirty="0"/>
              <a:t> </a:t>
            </a:r>
            <a:r>
              <a:rPr lang="en-US" sz="2000" dirty="0" err="1"/>
              <a:t>ilan</a:t>
            </a:r>
            <a:r>
              <a:rPr lang="en-US" sz="2000" dirty="0"/>
              <a:t> </a:t>
            </a:r>
            <a:r>
              <a:rPr lang="en-US" sz="2000" dirty="0" err="1"/>
              <a:t>eder</a:t>
            </a:r>
            <a:r>
              <a:rPr lang="en-US" sz="2000" dirty="0"/>
              <a:t>.</a:t>
            </a:r>
          </a:p>
          <a:p>
            <a:r>
              <a:rPr lang="en-US" sz="2000" dirty="0"/>
              <a:t>Doğu, </a:t>
            </a:r>
            <a:r>
              <a:rPr lang="en-US" sz="2000" dirty="0" err="1"/>
              <a:t>batı</a:t>
            </a:r>
            <a:r>
              <a:rPr lang="en-US" sz="2000" dirty="0"/>
              <a:t>, </a:t>
            </a:r>
            <a:r>
              <a:rPr lang="en-US" sz="2000" dirty="0" err="1"/>
              <a:t>kuzey</a:t>
            </a:r>
            <a:r>
              <a:rPr lang="en-US" sz="2000" dirty="0"/>
              <a:t>, </a:t>
            </a:r>
            <a:r>
              <a:rPr lang="en-US" sz="2000" dirty="0" err="1"/>
              <a:t>güney</a:t>
            </a:r>
            <a:r>
              <a:rPr lang="en-US" sz="2000" dirty="0"/>
              <a:t>…</a:t>
            </a:r>
            <a:r>
              <a:rPr lang="en-US" sz="2000" dirty="0" err="1"/>
              <a:t>Bunlar</a:t>
            </a:r>
            <a:r>
              <a:rPr lang="en-US" sz="2000" dirty="0"/>
              <a:t> </a:t>
            </a:r>
            <a:r>
              <a:rPr lang="en-US" sz="2000" dirty="0" err="1"/>
              <a:t>yön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algıdır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/>
              <a:t>Ama Allah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yön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frekanstır.Yani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yüzünü</a:t>
            </a:r>
            <a:r>
              <a:rPr lang="en-US" sz="2000" dirty="0"/>
              <a:t> </a:t>
            </a:r>
            <a:r>
              <a:rPr lang="en-US" sz="2000" dirty="0" err="1"/>
              <a:t>nereye</a:t>
            </a:r>
            <a:r>
              <a:rPr lang="en-US" sz="2000" dirty="0"/>
              <a:t> </a:t>
            </a:r>
            <a:r>
              <a:rPr lang="en-US" sz="2000" dirty="0" err="1"/>
              <a:t>çevirirsen</a:t>
            </a:r>
            <a:r>
              <a:rPr lang="en-US" sz="2000" dirty="0"/>
              <a:t> </a:t>
            </a:r>
            <a:r>
              <a:rPr lang="en-US" sz="2000" dirty="0" err="1"/>
              <a:t>çevir</a:t>
            </a:r>
            <a:r>
              <a:rPr lang="en-US" sz="2000" dirty="0"/>
              <a:t>,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kalbin</a:t>
            </a:r>
            <a:r>
              <a:rPr lang="en-US" sz="2000" dirty="0"/>
              <a:t> </a:t>
            </a:r>
            <a:r>
              <a:rPr lang="en-US" sz="2000" dirty="0" err="1"/>
              <a:t>açıksa</a:t>
            </a:r>
            <a:r>
              <a:rPr lang="en-US" sz="2000" dirty="0"/>
              <a:t>, O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oradadır</a:t>
            </a:r>
            <a:r>
              <a:rPr lang="en-US" sz="2000" dirty="0"/>
              <a:t>. 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secde</a:t>
            </a:r>
            <a:r>
              <a:rPr lang="en-US" sz="2000" dirty="0"/>
              <a:t> </a:t>
            </a:r>
            <a:r>
              <a:rPr lang="en-US" sz="2000" dirty="0" err="1"/>
              <a:t>ettiğin</a:t>
            </a:r>
            <a:r>
              <a:rPr lang="en-US" sz="2000" dirty="0"/>
              <a:t> </a:t>
            </a:r>
            <a:r>
              <a:rPr lang="en-US" sz="2000" dirty="0" err="1"/>
              <a:t>yeri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secde</a:t>
            </a:r>
            <a:r>
              <a:rPr lang="en-US" sz="2000" dirty="0"/>
              <a:t> </a:t>
            </a:r>
            <a:r>
              <a:rPr lang="en-US" sz="2000" dirty="0" err="1"/>
              <a:t>ettiğin</a:t>
            </a:r>
            <a:r>
              <a:rPr lang="en-US" sz="2000" dirty="0"/>
              <a:t> </a:t>
            </a:r>
            <a:r>
              <a:rPr lang="en-US" sz="2000" dirty="0" err="1"/>
              <a:t>hâli</a:t>
            </a:r>
            <a:r>
              <a:rPr lang="en-US" sz="2000" dirty="0"/>
              <a:t> </a:t>
            </a:r>
            <a:r>
              <a:rPr lang="en-US" sz="2000" dirty="0" err="1"/>
              <a:t>kutsallaştır</a:t>
            </a:r>
            <a:r>
              <a:rPr lang="en-US" sz="2000" dirty="0"/>
              <a:t>.” </a:t>
            </a:r>
          </a:p>
          <a:p>
            <a:r>
              <a:rPr lang="en-US" sz="2000" dirty="0" err="1"/>
              <a:t>Çünkü</a:t>
            </a:r>
            <a:r>
              <a:rPr lang="tr-TR" sz="2000" dirty="0"/>
              <a:t>:</a:t>
            </a:r>
            <a:r>
              <a:rPr lang="en-US" sz="2000" dirty="0"/>
              <a:t>“O her </a:t>
            </a:r>
            <a:r>
              <a:rPr lang="en-US" sz="2000" dirty="0" err="1"/>
              <a:t>yerdedir</a:t>
            </a:r>
            <a:r>
              <a:rPr lang="en-US" sz="2000" dirty="0"/>
              <a:t>. Ve O </a:t>
            </a:r>
            <a:r>
              <a:rPr lang="en-US" sz="2000" dirty="0" err="1"/>
              <a:t>seni</a:t>
            </a:r>
            <a:r>
              <a:rPr lang="en-US" sz="2000" dirty="0"/>
              <a:t>, </a:t>
            </a:r>
            <a:r>
              <a:rPr lang="en-US" sz="2000" dirty="0" err="1"/>
              <a:t>senin</a:t>
            </a:r>
            <a:r>
              <a:rPr lang="en-US" sz="2000" dirty="0"/>
              <a:t> her </a:t>
            </a:r>
            <a:r>
              <a:rPr lang="en-US" sz="2000" dirty="0" err="1"/>
              <a:t>hâlinde</a:t>
            </a:r>
            <a:r>
              <a:rPr lang="en-US" sz="2000" dirty="0"/>
              <a:t> </a:t>
            </a:r>
            <a:r>
              <a:rPr lang="en-US" sz="2000" dirty="0" err="1"/>
              <a:t>izler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, sana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özel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açılımı</a:t>
            </a:r>
            <a:r>
              <a:rPr lang="en-US" sz="2000" dirty="0"/>
              <a:t> </a:t>
            </a:r>
            <a:r>
              <a:rPr lang="en-US" sz="2000" dirty="0" err="1"/>
              <a:t>sunar</a:t>
            </a:r>
            <a:r>
              <a:rPr lang="en-US" sz="2000" dirty="0"/>
              <a:t>: Kutsal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yer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orada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niyettir</a:t>
            </a:r>
            <a:r>
              <a:rPr lang="en-US" sz="2000" dirty="0"/>
              <a:t>. </a:t>
            </a:r>
          </a:p>
          <a:p>
            <a:r>
              <a:rPr lang="en-US" sz="2000" dirty="0"/>
              <a:t>Allah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yönle</a:t>
            </a:r>
            <a:r>
              <a:rPr lang="en-US" sz="2000" dirty="0"/>
              <a:t> </a:t>
            </a:r>
            <a:r>
              <a:rPr lang="en-US" sz="2000" dirty="0" err="1"/>
              <a:t>çağrılamaz</a:t>
            </a:r>
            <a:r>
              <a:rPr lang="en-US" sz="2000" dirty="0"/>
              <a:t>… ama her </a:t>
            </a:r>
            <a:r>
              <a:rPr lang="en-US" sz="2000" dirty="0" err="1"/>
              <a:t>yön</a:t>
            </a:r>
            <a:r>
              <a:rPr lang="en-US" sz="2000" dirty="0"/>
              <a:t>, O’nun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aynasıdır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Yeryüzü</a:t>
            </a:r>
            <a:r>
              <a:rPr lang="en-US" sz="2000" dirty="0"/>
              <a:t> </a:t>
            </a:r>
            <a:r>
              <a:rPr lang="en-US" sz="2000" dirty="0" err="1"/>
              <a:t>secde</a:t>
            </a:r>
            <a:r>
              <a:rPr lang="en-US" sz="2000" dirty="0"/>
              <a:t> </a:t>
            </a:r>
            <a:r>
              <a:rPr lang="en-US" sz="2000" dirty="0" err="1"/>
              <a:t>yeridir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O’nu</a:t>
            </a:r>
            <a:r>
              <a:rPr lang="en-US" sz="2000" dirty="0"/>
              <a:t> </a:t>
            </a:r>
            <a:r>
              <a:rPr lang="en-US" sz="2000" dirty="0" err="1"/>
              <a:t>içinden</a:t>
            </a:r>
            <a:r>
              <a:rPr lang="en-US" sz="2000" dirty="0"/>
              <a:t> </a:t>
            </a:r>
            <a:r>
              <a:rPr lang="en-US" sz="2000" dirty="0" err="1"/>
              <a:t>çağırdığında</a:t>
            </a:r>
            <a:r>
              <a:rPr lang="en-US" sz="2000" dirty="0"/>
              <a:t>, </a:t>
            </a:r>
            <a:r>
              <a:rPr lang="en-US" sz="2000" dirty="0" err="1"/>
              <a:t>mekân</a:t>
            </a:r>
            <a:r>
              <a:rPr lang="en-US" sz="2000" dirty="0"/>
              <a:t>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kutsallaşır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nereye</a:t>
            </a:r>
            <a:r>
              <a:rPr lang="en-US" sz="2000" dirty="0"/>
              <a:t> </a:t>
            </a:r>
            <a:r>
              <a:rPr lang="en-US" sz="2000" dirty="0" err="1"/>
              <a:t>dönersen</a:t>
            </a:r>
            <a:r>
              <a:rPr lang="en-US" sz="2000" dirty="0"/>
              <a:t> </a:t>
            </a:r>
            <a:r>
              <a:rPr lang="en-US" sz="2000" dirty="0" err="1"/>
              <a:t>dön</a:t>
            </a:r>
            <a:r>
              <a:rPr lang="en-US" sz="2000" dirty="0"/>
              <a:t>… Yeter ki </a:t>
            </a:r>
            <a:r>
              <a:rPr lang="en-US" sz="2000" dirty="0" err="1"/>
              <a:t>içinde</a:t>
            </a:r>
            <a:r>
              <a:rPr lang="en-US" sz="2000" dirty="0"/>
              <a:t> </a:t>
            </a:r>
            <a:r>
              <a:rPr lang="en-US" sz="2000" dirty="0" err="1"/>
              <a:t>O’na</a:t>
            </a:r>
            <a:r>
              <a:rPr lang="en-US" sz="2000" dirty="0"/>
              <a:t> </a:t>
            </a:r>
            <a:r>
              <a:rPr lang="en-US" sz="2000" dirty="0" err="1"/>
              <a:t>dön</a:t>
            </a:r>
            <a:r>
              <a:rPr lang="en-US" sz="2000" dirty="0"/>
              <a:t>. O,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bekliyordur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116–117. </a:t>
            </a:r>
            <a:r>
              <a:rPr lang="en-US" sz="2000" b="1" dirty="0" err="1"/>
              <a:t>ayetlere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evrenin</a:t>
            </a:r>
            <a:r>
              <a:rPr lang="en-US" sz="2000" dirty="0"/>
              <a:t> </a:t>
            </a:r>
            <a:r>
              <a:rPr lang="en-US" sz="2000" dirty="0" err="1"/>
              <a:t>temeli</a:t>
            </a:r>
            <a:r>
              <a:rPr lang="en-US" sz="2000" dirty="0"/>
              <a:t> </a:t>
            </a:r>
            <a:r>
              <a:rPr lang="en-US" sz="2000" dirty="0" err="1"/>
              <a:t>konuşuluyor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“</a:t>
            </a:r>
            <a:r>
              <a:rPr lang="en-US" sz="2000" dirty="0" err="1"/>
              <a:t>Nasıl</a:t>
            </a:r>
            <a:r>
              <a:rPr lang="en-US" sz="2000" dirty="0"/>
              <a:t> </a:t>
            </a:r>
            <a:r>
              <a:rPr lang="en-US" sz="2000" dirty="0" err="1"/>
              <a:t>yaratıldı</a:t>
            </a:r>
            <a:r>
              <a:rPr lang="en-US" sz="2000" dirty="0"/>
              <a:t>?” “</a:t>
            </a:r>
            <a:r>
              <a:rPr lang="en-US" sz="2000" dirty="0" err="1"/>
              <a:t>Nereden</a:t>
            </a:r>
            <a:r>
              <a:rPr lang="en-US" sz="2000" dirty="0"/>
              <a:t> </a:t>
            </a:r>
            <a:r>
              <a:rPr lang="en-US" sz="2000" dirty="0" err="1"/>
              <a:t>geldi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varlık</a:t>
            </a:r>
            <a:r>
              <a:rPr lang="en-US" sz="2000" dirty="0"/>
              <a:t>?” “Allah </a:t>
            </a:r>
            <a:r>
              <a:rPr lang="en-US" sz="2000" dirty="0" err="1"/>
              <a:t>evlât</a:t>
            </a:r>
            <a:r>
              <a:rPr lang="en-US" sz="2000" dirty="0"/>
              <a:t> </a:t>
            </a:r>
            <a:r>
              <a:rPr lang="en-US" sz="2000" dirty="0" err="1"/>
              <a:t>mı</a:t>
            </a:r>
            <a:r>
              <a:rPr lang="en-US" sz="2000" dirty="0"/>
              <a:t> </a:t>
            </a:r>
            <a:r>
              <a:rPr lang="en-US" sz="2000" dirty="0" err="1"/>
              <a:t>edindi</a:t>
            </a:r>
            <a:r>
              <a:rPr lang="en-US" sz="2000" dirty="0"/>
              <a:t>,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‘OL’ </a:t>
            </a:r>
            <a:r>
              <a:rPr lang="en-US" sz="2000" dirty="0" err="1"/>
              <a:t>dedi</a:t>
            </a:r>
            <a:r>
              <a:rPr lang="en-US" sz="2000" dirty="0"/>
              <a:t> de </a:t>
            </a:r>
            <a:r>
              <a:rPr lang="en-US" sz="2000" dirty="0" err="1"/>
              <a:t>oldu</a:t>
            </a:r>
            <a:r>
              <a:rPr lang="en-US" sz="2000" dirty="0"/>
              <a:t> mu?”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116–117</a:t>
            </a:r>
            <a:endParaRPr lang="tr-TR" sz="2000" b="1" dirty="0"/>
          </a:p>
          <a:p>
            <a:pPr marL="0" indent="0">
              <a:buNone/>
            </a:pPr>
            <a:r>
              <a:rPr lang="en-US" sz="2000" b="1" dirty="0" err="1"/>
              <a:t>Bölüm</a:t>
            </a:r>
            <a:r>
              <a:rPr lang="en-US" sz="2000" b="1" dirty="0"/>
              <a:t>: </a:t>
            </a:r>
            <a:r>
              <a:rPr lang="en-US" sz="2000" dirty="0"/>
              <a:t>“</a:t>
            </a:r>
            <a:r>
              <a:rPr lang="en-US" sz="2000" dirty="0" err="1"/>
              <a:t>Yoktan</a:t>
            </a:r>
            <a:r>
              <a:rPr lang="en-US" sz="2000" dirty="0"/>
              <a:t> </a:t>
            </a:r>
            <a:r>
              <a:rPr lang="en-US" sz="2000" dirty="0" err="1"/>
              <a:t>Varlığa</a:t>
            </a:r>
            <a:r>
              <a:rPr lang="en-US" sz="2000" dirty="0"/>
              <a:t>, ‘Ol’ </a:t>
            </a:r>
            <a:r>
              <a:rPr lang="en-US" sz="2000" dirty="0" err="1"/>
              <a:t>Emriyle</a:t>
            </a:r>
            <a:r>
              <a:rPr lang="en-US" sz="2000" dirty="0"/>
              <a:t> </a:t>
            </a:r>
            <a:r>
              <a:rPr lang="en-US" sz="2000" dirty="0" err="1"/>
              <a:t>Geçiş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Evlat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Emirdir</a:t>
            </a:r>
            <a:r>
              <a:rPr lang="en-US" sz="2000" dirty="0"/>
              <a:t> Yaratan; </a:t>
            </a:r>
            <a:r>
              <a:rPr lang="en-US" sz="2000" dirty="0" err="1"/>
              <a:t>Sesle</a:t>
            </a:r>
            <a:r>
              <a:rPr lang="en-US" sz="2000" dirty="0"/>
              <a:t> </a:t>
            </a:r>
            <a:r>
              <a:rPr lang="en-US" sz="2000" dirty="0" err="1"/>
              <a:t>Başladı</a:t>
            </a:r>
            <a:r>
              <a:rPr lang="en-US" sz="2000" dirty="0"/>
              <a:t> Her </a:t>
            </a:r>
            <a:r>
              <a:rPr lang="en-US" sz="2000" dirty="0" err="1"/>
              <a:t>Şey</a:t>
            </a:r>
            <a:r>
              <a:rPr lang="en-US" sz="2000" dirty="0"/>
              <a:t>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116.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Dediler</a:t>
            </a:r>
            <a:r>
              <a:rPr lang="en-US" sz="2000" dirty="0"/>
              <a:t> ki: ‘Allah </a:t>
            </a:r>
            <a:r>
              <a:rPr lang="en-US" sz="2000" dirty="0" err="1"/>
              <a:t>çocuk</a:t>
            </a:r>
            <a:r>
              <a:rPr lang="en-US" sz="2000" dirty="0"/>
              <a:t> </a:t>
            </a:r>
            <a:r>
              <a:rPr lang="en-US" sz="2000" dirty="0" err="1"/>
              <a:t>edindi</a:t>
            </a:r>
            <a:r>
              <a:rPr lang="en-US" sz="2000" dirty="0"/>
              <a:t>.’ O, </a:t>
            </a:r>
            <a:r>
              <a:rPr lang="en-US" sz="2000" dirty="0" err="1"/>
              <a:t>noksanlıklardan</a:t>
            </a:r>
            <a:r>
              <a:rPr lang="en-US" sz="2000" dirty="0"/>
              <a:t> </a:t>
            </a:r>
            <a:r>
              <a:rPr lang="en-US" sz="2000" dirty="0" err="1"/>
              <a:t>uzaktır</a:t>
            </a:r>
            <a:r>
              <a:rPr lang="en-US" sz="2000" dirty="0"/>
              <a:t>. </a:t>
            </a:r>
            <a:r>
              <a:rPr lang="en-US" sz="2000" dirty="0" err="1"/>
              <a:t>Hayır</a:t>
            </a:r>
            <a:r>
              <a:rPr lang="en-US" sz="2000" dirty="0"/>
              <a:t>, </a:t>
            </a:r>
            <a:r>
              <a:rPr lang="en-US" sz="2000" dirty="0" err="1"/>
              <a:t>göklerde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yerde</a:t>
            </a:r>
            <a:r>
              <a:rPr lang="en-US" sz="2000" dirty="0"/>
              <a:t> ne </a:t>
            </a:r>
            <a:r>
              <a:rPr lang="en-US" sz="2000" dirty="0" err="1"/>
              <a:t>varsa</a:t>
            </a:r>
            <a:r>
              <a:rPr lang="en-US" sz="2000" dirty="0"/>
              <a:t> </a:t>
            </a:r>
            <a:r>
              <a:rPr lang="en-US" sz="2000" dirty="0" err="1"/>
              <a:t>hepsi</a:t>
            </a:r>
            <a:r>
              <a:rPr lang="en-US" sz="2000" dirty="0"/>
              <a:t> </a:t>
            </a:r>
            <a:r>
              <a:rPr lang="en-US" sz="2000" dirty="0" err="1"/>
              <a:t>O’na</a:t>
            </a:r>
            <a:r>
              <a:rPr lang="en-US" sz="2000" dirty="0"/>
              <a:t> </a:t>
            </a:r>
            <a:r>
              <a:rPr lang="en-US" sz="2000" dirty="0" err="1"/>
              <a:t>aittir</a:t>
            </a:r>
            <a:r>
              <a:rPr lang="en-US" sz="2000" dirty="0"/>
              <a:t>, </a:t>
            </a:r>
            <a:r>
              <a:rPr lang="en-US" sz="2000" dirty="0" err="1"/>
              <a:t>hepsi</a:t>
            </a:r>
            <a:r>
              <a:rPr lang="en-US" sz="2000" dirty="0"/>
              <a:t> </a:t>
            </a:r>
            <a:r>
              <a:rPr lang="en-US" sz="2000" dirty="0" err="1"/>
              <a:t>O’na</a:t>
            </a:r>
            <a:r>
              <a:rPr lang="en-US" sz="2000" dirty="0"/>
              <a:t> </a:t>
            </a:r>
            <a:r>
              <a:rPr lang="en-US" sz="2000" dirty="0" err="1"/>
              <a:t>boyun</a:t>
            </a:r>
            <a:r>
              <a:rPr lang="en-US" sz="2000" dirty="0"/>
              <a:t> </a:t>
            </a:r>
            <a:r>
              <a:rPr lang="en-US" sz="2000" dirty="0" err="1"/>
              <a:t>eğmiştir</a:t>
            </a:r>
            <a:r>
              <a:rPr lang="en-US" sz="2000" dirty="0"/>
              <a:t>.”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5457690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4D5EA5F-D2BA-B71A-B1E9-3F4C47499813}"/>
              </a:ext>
            </a:extLst>
          </p:cNvPr>
          <p:cNvSpPr txBox="1"/>
          <p:nvPr/>
        </p:nvSpPr>
        <p:spPr>
          <a:xfrm>
            <a:off x="0" y="0"/>
            <a:ext cx="6858000" cy="1071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tr-TR" sz="2400" dirty="0"/>
          </a:p>
          <a:p>
            <a:r>
              <a:rPr lang="en-US" sz="2400" dirty="0"/>
              <a:t>Bu </a:t>
            </a:r>
            <a:r>
              <a:rPr lang="en-US" sz="2400" dirty="0" err="1"/>
              <a:t>ayet,yaratıcıyı</a:t>
            </a:r>
            <a:r>
              <a:rPr lang="en-US" sz="2400" dirty="0"/>
              <a:t> </a:t>
            </a:r>
            <a:r>
              <a:rPr lang="en-US" sz="2400" dirty="0" err="1"/>
              <a:t>insansılaştıran</a:t>
            </a:r>
            <a:r>
              <a:rPr lang="en-US" sz="2400" dirty="0"/>
              <a:t> </a:t>
            </a:r>
            <a:r>
              <a:rPr lang="en-US" sz="2400" dirty="0" err="1"/>
              <a:t>bilinci</a:t>
            </a:r>
            <a:r>
              <a:rPr lang="en-US" sz="2400" dirty="0"/>
              <a:t> </a:t>
            </a:r>
            <a:r>
              <a:rPr lang="en-US" sz="2400" dirty="0" err="1"/>
              <a:t>reddeder</a:t>
            </a:r>
            <a:r>
              <a:rPr lang="en-US" sz="2400" dirty="0"/>
              <a:t>.</a:t>
            </a:r>
          </a:p>
          <a:p>
            <a:r>
              <a:rPr lang="en-US" sz="2400" dirty="0"/>
              <a:t>“</a:t>
            </a:r>
            <a:r>
              <a:rPr lang="en-US" sz="2400" dirty="0" err="1"/>
              <a:t>Çocuk</a:t>
            </a:r>
            <a:r>
              <a:rPr lang="en-US" sz="2400" dirty="0"/>
              <a:t> </a:t>
            </a:r>
            <a:r>
              <a:rPr lang="en-US" sz="2400" dirty="0" err="1"/>
              <a:t>edindi</a:t>
            </a:r>
            <a:r>
              <a:rPr lang="en-US" sz="2400" dirty="0"/>
              <a:t>” =</a:t>
            </a:r>
            <a:r>
              <a:rPr lang="en-US" sz="2400" dirty="0" err="1"/>
              <a:t>Yaratımı</a:t>
            </a:r>
            <a:r>
              <a:rPr lang="en-US" sz="2400" dirty="0"/>
              <a:t>, </a:t>
            </a:r>
            <a:r>
              <a:rPr lang="en-US" sz="2400" dirty="0" err="1"/>
              <a:t>biyolojik</a:t>
            </a:r>
            <a:r>
              <a:rPr lang="en-US" sz="2400" dirty="0"/>
              <a:t> </a:t>
            </a:r>
            <a:r>
              <a:rPr lang="en-US" sz="2400" dirty="0" err="1"/>
              <a:t>ya</a:t>
            </a:r>
            <a:r>
              <a:rPr lang="en-US" sz="2400" dirty="0"/>
              <a:t> da </a:t>
            </a:r>
            <a:r>
              <a:rPr lang="en-US" sz="2400" dirty="0" err="1"/>
              <a:t>fiziksel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benzerlik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algılamak</a:t>
            </a:r>
            <a:r>
              <a:rPr lang="tr-TR" sz="2400" dirty="0"/>
              <a:t>.</a:t>
            </a:r>
            <a:r>
              <a:rPr lang="en-US" sz="2400" dirty="0"/>
              <a:t>Ama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cevap</a:t>
            </a:r>
            <a:r>
              <a:rPr lang="en-US" sz="2400" dirty="0"/>
              <a:t> </a:t>
            </a:r>
            <a:r>
              <a:rPr lang="en-US" sz="2400" dirty="0" err="1"/>
              <a:t>verir</a:t>
            </a:r>
            <a:r>
              <a:rPr lang="en-US" sz="2400" dirty="0"/>
              <a:t>:</a:t>
            </a:r>
          </a:p>
          <a:p>
            <a:r>
              <a:rPr lang="en-US" sz="2400" dirty="0"/>
              <a:t>“O, </a:t>
            </a:r>
            <a:r>
              <a:rPr lang="en-US" sz="2400" dirty="0" err="1"/>
              <a:t>noksanlıklardan</a:t>
            </a:r>
            <a:r>
              <a:rPr lang="en-US" sz="2400" dirty="0"/>
              <a:t> </a:t>
            </a:r>
            <a:r>
              <a:rPr lang="en-US" sz="2400" dirty="0" err="1"/>
              <a:t>uzaktır</a:t>
            </a:r>
            <a:r>
              <a:rPr lang="en-US" sz="2400" dirty="0"/>
              <a:t>.” Yani: </a:t>
            </a:r>
            <a:r>
              <a:rPr lang="en-US" sz="2400" dirty="0" err="1"/>
              <a:t>İnsan</a:t>
            </a:r>
            <a:r>
              <a:rPr lang="en-US" sz="2400" dirty="0"/>
              <a:t> </a:t>
            </a:r>
            <a:r>
              <a:rPr lang="en-US" sz="2400" dirty="0" err="1"/>
              <a:t>mantığıyla</a:t>
            </a:r>
            <a:r>
              <a:rPr lang="en-US" sz="2400" dirty="0"/>
              <a:t> </a:t>
            </a:r>
            <a:r>
              <a:rPr lang="en-US" sz="2400" dirty="0" err="1"/>
              <a:t>ölçülemez</a:t>
            </a:r>
            <a:r>
              <a:rPr lang="en-US" sz="2400" dirty="0"/>
              <a:t>. O, </a:t>
            </a:r>
            <a:r>
              <a:rPr lang="en-US" sz="2400" dirty="0" err="1"/>
              <a:t>doğurmaz</a:t>
            </a:r>
            <a:r>
              <a:rPr lang="en-US" sz="2400" dirty="0"/>
              <a:t>. O, </a:t>
            </a:r>
            <a:r>
              <a:rPr lang="en-US" sz="2400" dirty="0" err="1"/>
              <a:t>yaratır</a:t>
            </a:r>
            <a:r>
              <a:rPr lang="en-US" sz="2400" dirty="0"/>
              <a:t>. Ve </a:t>
            </a:r>
            <a:r>
              <a:rPr lang="en-US" sz="2400" dirty="0" err="1"/>
              <a:t>yarattığı</a:t>
            </a:r>
            <a:r>
              <a:rPr lang="en-US" sz="2400" dirty="0"/>
              <a:t>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kendine</a:t>
            </a:r>
            <a:r>
              <a:rPr lang="en-US" sz="2400" dirty="0"/>
              <a:t> </a:t>
            </a:r>
            <a:r>
              <a:rPr lang="en-US" sz="2400" dirty="0" err="1"/>
              <a:t>ait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… </a:t>
            </a:r>
            <a:r>
              <a:rPr lang="en-US" sz="2400" dirty="0" err="1"/>
              <a:t>kendisindendir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devamında</a:t>
            </a:r>
            <a:r>
              <a:rPr lang="en-US" sz="2400" dirty="0"/>
              <a:t>:“</a:t>
            </a:r>
            <a:r>
              <a:rPr lang="en-US" sz="2400" dirty="0" err="1"/>
              <a:t>Göklerde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yerde</a:t>
            </a:r>
            <a:r>
              <a:rPr lang="en-US" sz="2400" dirty="0"/>
              <a:t> ne </a:t>
            </a:r>
            <a:r>
              <a:rPr lang="en-US" sz="2400" dirty="0" err="1"/>
              <a:t>varsa</a:t>
            </a:r>
            <a:r>
              <a:rPr lang="en-US" sz="2400" dirty="0"/>
              <a:t> </a:t>
            </a:r>
            <a:r>
              <a:rPr lang="en-US" sz="2400" dirty="0" err="1"/>
              <a:t>O’na</a:t>
            </a:r>
            <a:r>
              <a:rPr lang="en-US" sz="2400" dirty="0"/>
              <a:t> </a:t>
            </a:r>
            <a:r>
              <a:rPr lang="en-US" sz="2400" dirty="0" err="1"/>
              <a:t>aittir</a:t>
            </a:r>
            <a:r>
              <a:rPr lang="en-US" sz="2400" dirty="0"/>
              <a:t>.” </a:t>
            </a:r>
            <a:r>
              <a:rPr lang="en-US" sz="2400" dirty="0" err="1"/>
              <a:t>Yani</a:t>
            </a:r>
            <a:r>
              <a:rPr lang="en-US" sz="2400" dirty="0"/>
              <a:t> her </a:t>
            </a:r>
            <a:r>
              <a:rPr lang="en-US" sz="2400" dirty="0" err="1"/>
              <a:t>şey</a:t>
            </a:r>
            <a:r>
              <a:rPr lang="en-US" sz="2400" dirty="0"/>
              <a:t> </a:t>
            </a:r>
            <a:r>
              <a:rPr lang="en-US" sz="2400" dirty="0" err="1"/>
              <a:t>O’ndan</a:t>
            </a:r>
            <a:r>
              <a:rPr lang="en-US" sz="2400" dirty="0"/>
              <a:t> </a:t>
            </a:r>
            <a:r>
              <a:rPr lang="en-US" sz="2400" dirty="0" err="1"/>
              <a:t>doğmuş</a:t>
            </a:r>
            <a:r>
              <a:rPr lang="en-US" sz="2400" dirty="0"/>
              <a:t>, ama </a:t>
            </a:r>
            <a:r>
              <a:rPr lang="en-US" sz="2400" dirty="0" err="1"/>
              <a:t>O’ndan</a:t>
            </a:r>
            <a:r>
              <a:rPr lang="en-US" sz="2400" dirty="0"/>
              <a:t> </a:t>
            </a:r>
            <a:r>
              <a:rPr lang="en-US" sz="2400" dirty="0" err="1"/>
              <a:t>ayrı</a:t>
            </a:r>
            <a:r>
              <a:rPr lang="en-US" sz="2400" dirty="0"/>
              <a:t> </a:t>
            </a:r>
            <a:r>
              <a:rPr lang="en-US" sz="2400" dirty="0" err="1"/>
              <a:t>değildir</a:t>
            </a:r>
            <a:r>
              <a:rPr lang="en-US" sz="2400" dirty="0"/>
              <a:t>. </a:t>
            </a:r>
            <a:endParaRPr lang="tr-TR" sz="2400" dirty="0"/>
          </a:p>
          <a:p>
            <a:endParaRPr lang="tr-TR" sz="2400" dirty="0"/>
          </a:p>
          <a:p>
            <a:r>
              <a:rPr lang="en-US" sz="2400" b="1" dirty="0"/>
              <a:t>117. </a:t>
            </a:r>
            <a:r>
              <a:rPr lang="en-US" sz="2400" b="1" dirty="0" err="1"/>
              <a:t>Ayet</a:t>
            </a:r>
            <a:endParaRPr lang="en-US" sz="2400" dirty="0"/>
          </a:p>
          <a:p>
            <a:r>
              <a:rPr lang="en-US" sz="2400" dirty="0"/>
              <a:t>“O, </a:t>
            </a:r>
            <a:r>
              <a:rPr lang="en-US" sz="2400" dirty="0" err="1"/>
              <a:t>gökleri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yeri</a:t>
            </a:r>
            <a:r>
              <a:rPr lang="en-US" sz="2400" dirty="0"/>
              <a:t> </a:t>
            </a:r>
            <a:r>
              <a:rPr lang="en-US" sz="2400" dirty="0" err="1"/>
              <a:t>örneksiz</a:t>
            </a:r>
            <a:r>
              <a:rPr lang="en-US" sz="2400" dirty="0"/>
              <a:t> </a:t>
            </a:r>
            <a:r>
              <a:rPr lang="en-US" sz="2400" dirty="0" err="1"/>
              <a:t>yaratandır</a:t>
            </a:r>
            <a:r>
              <a:rPr lang="en-US" sz="2400" dirty="0"/>
              <a:t>. Bir </a:t>
            </a:r>
            <a:r>
              <a:rPr lang="en-US" sz="2400" dirty="0" err="1"/>
              <a:t>işin</a:t>
            </a:r>
            <a:r>
              <a:rPr lang="en-US" sz="2400" dirty="0"/>
              <a:t> </a:t>
            </a:r>
            <a:r>
              <a:rPr lang="en-US" sz="2400" dirty="0" err="1"/>
              <a:t>olmasına</a:t>
            </a:r>
            <a:r>
              <a:rPr lang="en-US" sz="2400" dirty="0"/>
              <a:t> </a:t>
            </a:r>
            <a:r>
              <a:rPr lang="en-US" sz="2400" dirty="0" err="1"/>
              <a:t>hükmettiğinde</a:t>
            </a:r>
            <a:r>
              <a:rPr lang="en-US" sz="2400" dirty="0"/>
              <a:t>, 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ona</a:t>
            </a:r>
            <a:r>
              <a:rPr lang="en-US" sz="2400" dirty="0"/>
              <a:t> ‘Ol’ der, o da </a:t>
            </a:r>
            <a:r>
              <a:rPr lang="en-US" sz="2400" dirty="0" err="1"/>
              <a:t>hemen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.”</a:t>
            </a:r>
          </a:p>
          <a:p>
            <a:endParaRPr lang="tr-TR" sz="2400" b="1" dirty="0"/>
          </a:p>
          <a:p>
            <a:r>
              <a:rPr lang="en-US" sz="2400" b="1" dirty="0" err="1"/>
              <a:t>Sembolik</a:t>
            </a:r>
            <a:r>
              <a:rPr lang="en-US" sz="2400" b="1" dirty="0"/>
              <a:t> </a:t>
            </a:r>
            <a:r>
              <a:rPr lang="en-US" sz="2400" b="1" dirty="0" err="1"/>
              <a:t>Yorum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Ve </a:t>
            </a:r>
            <a:r>
              <a:rPr lang="en-US" sz="2400" dirty="0" err="1"/>
              <a:t>geldik</a:t>
            </a:r>
            <a:r>
              <a:rPr lang="en-US" sz="2400" dirty="0"/>
              <a:t> </a:t>
            </a:r>
            <a:r>
              <a:rPr lang="en-US" sz="2400" dirty="0" err="1"/>
              <a:t>yaratılış</a:t>
            </a:r>
            <a:r>
              <a:rPr lang="en-US" sz="2400" dirty="0"/>
              <a:t> </a:t>
            </a:r>
            <a:r>
              <a:rPr lang="en-US" sz="2400" dirty="0" err="1"/>
              <a:t>sırrına:OL</a:t>
            </a:r>
            <a:r>
              <a:rPr lang="en-US" sz="2400" dirty="0"/>
              <a:t>.(KÜN.)O, </a:t>
            </a:r>
            <a:r>
              <a:rPr lang="en-US" sz="2400" dirty="0" err="1"/>
              <a:t>benzeri</a:t>
            </a:r>
            <a:r>
              <a:rPr lang="en-US" sz="2400" dirty="0"/>
              <a:t> </a:t>
            </a:r>
            <a:r>
              <a:rPr lang="en-US" sz="2400" dirty="0" err="1"/>
              <a:t>olmayan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yaratıcıdır.Çünkü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“</a:t>
            </a:r>
            <a:r>
              <a:rPr lang="en-US" sz="2400" dirty="0" err="1"/>
              <a:t>benzer</a:t>
            </a:r>
            <a:r>
              <a:rPr lang="en-US" sz="2400" dirty="0"/>
              <a:t>” </a:t>
            </a:r>
            <a:r>
              <a:rPr lang="en-US" sz="2400" dirty="0" err="1"/>
              <a:t>yoktu</a:t>
            </a:r>
            <a:r>
              <a:rPr lang="en-US" sz="2400" dirty="0"/>
              <a:t>.</a:t>
            </a:r>
          </a:p>
          <a:p>
            <a:r>
              <a:rPr lang="en-US" sz="2400" dirty="0"/>
              <a:t>O, </a:t>
            </a:r>
            <a:r>
              <a:rPr lang="en-US" sz="2400" dirty="0" err="1"/>
              <a:t>örneksiz</a:t>
            </a:r>
            <a:r>
              <a:rPr lang="en-US" sz="2400" dirty="0"/>
              <a:t> </a:t>
            </a:r>
            <a:r>
              <a:rPr lang="en-US" sz="2400" dirty="0" err="1"/>
              <a:t>yarattı.Yani</a:t>
            </a:r>
            <a:r>
              <a:rPr lang="en-US" sz="2400" dirty="0"/>
              <a:t> </a:t>
            </a:r>
            <a:r>
              <a:rPr lang="en-US" sz="2400" dirty="0" err="1"/>
              <a:t>sıfırdan</a:t>
            </a:r>
            <a:r>
              <a:rPr lang="en-US" sz="2400" dirty="0"/>
              <a:t>… </a:t>
            </a:r>
            <a:r>
              <a:rPr lang="en-US" sz="2400" dirty="0" err="1"/>
              <a:t>sesiyle</a:t>
            </a:r>
            <a:r>
              <a:rPr lang="en-US" sz="2400" dirty="0"/>
              <a:t>.</a:t>
            </a:r>
          </a:p>
          <a:p>
            <a:r>
              <a:rPr lang="en-US" sz="2400" dirty="0"/>
              <a:t>Ve </a:t>
            </a:r>
            <a:r>
              <a:rPr lang="en-US" sz="2400" dirty="0" err="1"/>
              <a:t>yaratılış</a:t>
            </a:r>
            <a:r>
              <a:rPr lang="en-US" sz="2400" dirty="0"/>
              <a:t> </a:t>
            </a:r>
            <a:r>
              <a:rPr lang="en-US" sz="2400" dirty="0" err="1"/>
              <a:t>nasıl</a:t>
            </a:r>
            <a:r>
              <a:rPr lang="en-US" sz="2400" dirty="0"/>
              <a:t> </a:t>
            </a:r>
            <a:r>
              <a:rPr lang="en-US" sz="2400" dirty="0" err="1"/>
              <a:t>başlar</a:t>
            </a:r>
            <a:r>
              <a:rPr lang="en-US" sz="2400" dirty="0"/>
              <a:t>? “Ol” der. Ve </a:t>
            </a:r>
            <a:r>
              <a:rPr lang="en-US" sz="2400" dirty="0" err="1"/>
              <a:t>olur</a:t>
            </a:r>
            <a:r>
              <a:rPr lang="en-US" sz="2400" dirty="0"/>
              <a:t>. </a:t>
            </a:r>
          </a:p>
          <a:p>
            <a:r>
              <a:rPr lang="en-US" sz="2400" dirty="0"/>
              <a:t>Ama </a:t>
            </a:r>
            <a:r>
              <a:rPr lang="en-US" sz="2400" dirty="0" err="1"/>
              <a:t>buradaki</a:t>
            </a:r>
            <a:r>
              <a:rPr lang="en-US" sz="2400" dirty="0"/>
              <a:t> “</a:t>
            </a:r>
            <a:r>
              <a:rPr lang="en-US" sz="2400" dirty="0" err="1"/>
              <a:t>ol</a:t>
            </a:r>
            <a:r>
              <a:rPr lang="en-US" sz="2400" dirty="0"/>
              <a:t>”,</a:t>
            </a:r>
            <a:r>
              <a:rPr lang="en-US" sz="2400" dirty="0" err="1"/>
              <a:t>sadece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emir </a:t>
            </a:r>
            <a:r>
              <a:rPr lang="en-US" sz="2400" dirty="0" err="1"/>
              <a:t>değil</a:t>
            </a:r>
            <a:r>
              <a:rPr lang="en-US" sz="2400" dirty="0"/>
              <a:t>…</a:t>
            </a:r>
          </a:p>
          <a:p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frekans</a:t>
            </a:r>
            <a:r>
              <a:rPr lang="en-US" sz="2400" dirty="0"/>
              <a:t> </a:t>
            </a:r>
            <a:r>
              <a:rPr lang="en-US" sz="2400" dirty="0" err="1"/>
              <a:t>atımıdır.Bir</a:t>
            </a:r>
            <a:r>
              <a:rPr lang="en-US" sz="2400" dirty="0"/>
              <a:t> </a:t>
            </a:r>
            <a:r>
              <a:rPr lang="en-US" sz="2400" dirty="0" err="1"/>
              <a:t>titreşim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varoluş</a:t>
            </a:r>
            <a:r>
              <a:rPr lang="en-US" sz="2400" dirty="0"/>
              <a:t> </a:t>
            </a:r>
            <a:r>
              <a:rPr lang="en-US" sz="2400" dirty="0" err="1"/>
              <a:t>kıvılcımı</a:t>
            </a:r>
            <a:r>
              <a:rPr lang="en-US" sz="2400" dirty="0"/>
              <a:t>…</a:t>
            </a:r>
          </a:p>
          <a:p>
            <a:r>
              <a:rPr lang="en-US" sz="2400" dirty="0"/>
              <a:t>Senin </a:t>
            </a:r>
            <a:r>
              <a:rPr lang="en-US" sz="2400" dirty="0" err="1"/>
              <a:t>içinde</a:t>
            </a:r>
            <a:r>
              <a:rPr lang="en-US" sz="2400" dirty="0"/>
              <a:t> de </a:t>
            </a:r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kod</a:t>
            </a:r>
            <a:r>
              <a:rPr lang="en-US" sz="2400" dirty="0"/>
              <a:t> var: “Sen de ‘</a:t>
            </a:r>
            <a:r>
              <a:rPr lang="en-US" sz="2400" dirty="0" err="1"/>
              <a:t>ol</a:t>
            </a:r>
            <a:r>
              <a:rPr lang="en-US" sz="2400" dirty="0"/>
              <a:t>’ </a:t>
            </a:r>
            <a:r>
              <a:rPr lang="en-US" sz="2400" dirty="0" err="1"/>
              <a:t>diyerek</a:t>
            </a:r>
            <a:r>
              <a:rPr lang="en-US" sz="2400" dirty="0"/>
              <a:t> </a:t>
            </a:r>
            <a:r>
              <a:rPr lang="en-US" sz="2400" dirty="0" err="1"/>
              <a:t>yaratırsın</a:t>
            </a:r>
            <a:r>
              <a:rPr lang="en-US" sz="2400" dirty="0"/>
              <a:t>. Ama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inancın</a:t>
            </a:r>
            <a:r>
              <a:rPr lang="en-US" sz="2400" dirty="0"/>
              <a:t> </a:t>
            </a:r>
            <a:r>
              <a:rPr lang="en-US" sz="2400" dirty="0" err="1"/>
              <a:t>olur</a:t>
            </a:r>
            <a:r>
              <a:rPr lang="en-US" sz="2400" dirty="0"/>
              <a:t>,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sözcüğün</a:t>
            </a:r>
            <a:r>
              <a:rPr lang="en-US" sz="2400" dirty="0"/>
              <a:t>, </a:t>
            </a:r>
            <a:r>
              <a:rPr lang="en-US" sz="2400" dirty="0" err="1"/>
              <a:t>sonra</a:t>
            </a:r>
            <a:r>
              <a:rPr lang="en-US" sz="2400" dirty="0"/>
              <a:t> </a:t>
            </a:r>
            <a:r>
              <a:rPr lang="en-US" sz="2400" dirty="0" err="1"/>
              <a:t>eylemin</a:t>
            </a:r>
            <a:r>
              <a:rPr lang="en-US" sz="2400" dirty="0"/>
              <a:t>.” </a:t>
            </a:r>
            <a:endParaRPr lang="en-TR" sz="2400" dirty="0"/>
          </a:p>
          <a:p>
            <a:endParaRPr lang="en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386010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C5E7F25-26B3-FAB3-9941-88EDBCE2CF19}"/>
              </a:ext>
            </a:extLst>
          </p:cNvPr>
          <p:cNvSpPr txBox="1"/>
          <p:nvPr/>
        </p:nvSpPr>
        <p:spPr>
          <a:xfrm>
            <a:off x="96982" y="0"/>
            <a:ext cx="6761018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yaratılışın</a:t>
            </a:r>
            <a:r>
              <a:rPr lang="en-US" sz="2000" dirty="0"/>
              <a:t> </a:t>
            </a:r>
            <a:r>
              <a:rPr lang="en-US" sz="2000" dirty="0" err="1"/>
              <a:t>özünü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 Allah </a:t>
            </a:r>
            <a:r>
              <a:rPr lang="en-US" sz="2000" dirty="0" err="1"/>
              <a:t>doğurmaz</a:t>
            </a:r>
            <a:r>
              <a:rPr lang="en-US" sz="2000" dirty="0"/>
              <a:t>, </a:t>
            </a:r>
            <a:r>
              <a:rPr lang="en-US" sz="2000" dirty="0" err="1"/>
              <a:t>benzer</a:t>
            </a:r>
            <a:r>
              <a:rPr lang="en-US" sz="2000" dirty="0"/>
              <a:t> </a:t>
            </a:r>
            <a:r>
              <a:rPr lang="en-US" sz="2000" dirty="0" err="1"/>
              <a:t>yaratmaz</a:t>
            </a:r>
            <a:r>
              <a:rPr lang="en-US" sz="2000" dirty="0"/>
              <a:t>  </a:t>
            </a:r>
            <a:r>
              <a:rPr lang="en-US" sz="2000" dirty="0" err="1"/>
              <a:t>frekansla</a:t>
            </a:r>
            <a:r>
              <a:rPr lang="en-US" sz="2000" dirty="0"/>
              <a:t> var </a:t>
            </a:r>
            <a:r>
              <a:rPr lang="en-US" sz="2000" dirty="0" err="1"/>
              <a:t>eder</a:t>
            </a:r>
            <a:r>
              <a:rPr lang="en-US" sz="2000" dirty="0"/>
              <a:t>. “OL” </a:t>
            </a:r>
            <a:r>
              <a:rPr lang="en-US" sz="2000" dirty="0" err="1"/>
              <a:t>demesi</a:t>
            </a:r>
            <a:r>
              <a:rPr lang="en-US" sz="2000" dirty="0"/>
              <a:t>, </a:t>
            </a:r>
            <a:r>
              <a:rPr lang="en-US" sz="2000" dirty="0" err="1"/>
              <a:t>zamanın</a:t>
            </a:r>
            <a:r>
              <a:rPr lang="en-US" sz="2000" dirty="0"/>
              <a:t> </a:t>
            </a:r>
            <a:r>
              <a:rPr lang="en-US" sz="2000" dirty="0" err="1"/>
              <a:t>dışında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harekettir</a:t>
            </a:r>
            <a:r>
              <a:rPr lang="en-US" sz="2000" dirty="0"/>
              <a:t>.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yaratıcı</a:t>
            </a:r>
            <a:r>
              <a:rPr lang="en-US" sz="2000" dirty="0"/>
              <a:t> </a:t>
            </a:r>
            <a:r>
              <a:rPr lang="en-US" sz="2000" dirty="0" err="1"/>
              <a:t>güç</a:t>
            </a:r>
            <a:r>
              <a:rPr lang="en-US" sz="2000" dirty="0"/>
              <a:t> de </a:t>
            </a:r>
            <a:r>
              <a:rPr lang="en-US" sz="2000" dirty="0" err="1"/>
              <a:t>bu</a:t>
            </a:r>
            <a:r>
              <a:rPr lang="en-US" sz="2000" dirty="0"/>
              <a:t> ‘OL’ </a:t>
            </a:r>
            <a:r>
              <a:rPr lang="en-US" sz="2000" dirty="0" err="1"/>
              <a:t>frekansından</a:t>
            </a:r>
            <a:r>
              <a:rPr lang="en-US" sz="2000" dirty="0"/>
              <a:t> </a:t>
            </a:r>
            <a:r>
              <a:rPr lang="en-US" sz="2000" dirty="0" err="1"/>
              <a:t>iz</a:t>
            </a:r>
            <a:r>
              <a:rPr lang="en-US" sz="2000" dirty="0"/>
              <a:t> </a:t>
            </a:r>
            <a:r>
              <a:rPr lang="en-US" sz="2000" dirty="0" err="1"/>
              <a:t>taşır.Ve</a:t>
            </a:r>
            <a:r>
              <a:rPr lang="en-US" sz="2000" dirty="0"/>
              <a:t>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“Sen de </a:t>
            </a:r>
            <a:r>
              <a:rPr lang="en-US" sz="2000" dirty="0" err="1"/>
              <a:t>diyebilirsin</a:t>
            </a:r>
            <a:r>
              <a:rPr lang="en-US" sz="2000" dirty="0"/>
              <a:t>: ‘Ol.’ </a:t>
            </a:r>
            <a:br>
              <a:rPr lang="en-US" sz="2000" dirty="0"/>
            </a:br>
            <a:r>
              <a:rPr lang="en-US" sz="2000" dirty="0"/>
              <a:t>Ama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dilinle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br>
              <a:rPr lang="en-US" sz="2000" dirty="0"/>
            </a:br>
            <a:r>
              <a:rPr lang="en-US" sz="2000" dirty="0" err="1"/>
              <a:t>Kalbinle</a:t>
            </a:r>
            <a:r>
              <a:rPr lang="en-US" sz="2000" dirty="0"/>
              <a:t>. Ve </a:t>
            </a:r>
            <a:r>
              <a:rPr lang="en-US" sz="2000" dirty="0" err="1"/>
              <a:t>titreşiminle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, </a:t>
            </a:r>
            <a:r>
              <a:rPr lang="en-US" sz="2000" dirty="0" err="1"/>
              <a:t>sözü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… </a:t>
            </a:r>
            <a:r>
              <a:rPr lang="en-US" sz="2000" dirty="0" err="1"/>
              <a:t>kaynağını</a:t>
            </a:r>
            <a:r>
              <a:rPr lang="en-US" sz="2000" dirty="0"/>
              <a:t> </a:t>
            </a:r>
            <a:r>
              <a:rPr lang="en-US" sz="2000" dirty="0" err="1"/>
              <a:t>dinler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118–119. </a:t>
            </a:r>
            <a:r>
              <a:rPr lang="en-US" sz="2000" b="1" dirty="0" err="1"/>
              <a:t>ayetlere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sana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karşılık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verir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“Sen </a:t>
            </a:r>
            <a:r>
              <a:rPr lang="en-US" sz="2000" dirty="0" err="1"/>
              <a:t>hâlâ</a:t>
            </a:r>
            <a:r>
              <a:rPr lang="en-US" sz="2000" dirty="0"/>
              <a:t> </a:t>
            </a:r>
            <a:r>
              <a:rPr lang="en-US" sz="2000" dirty="0" err="1"/>
              <a:t>gözle</a:t>
            </a:r>
            <a:r>
              <a:rPr lang="en-US" sz="2000" dirty="0"/>
              <a:t> mi </a:t>
            </a:r>
            <a:r>
              <a:rPr lang="en-US" sz="2000" dirty="0" err="1"/>
              <a:t>görmek</a:t>
            </a:r>
            <a:r>
              <a:rPr lang="en-US" sz="2000" dirty="0"/>
              <a:t> </a:t>
            </a:r>
            <a:r>
              <a:rPr lang="en-US" sz="2000" dirty="0" err="1"/>
              <a:t>istiyorsun</a:t>
            </a:r>
            <a:r>
              <a:rPr lang="en-US" sz="2000" dirty="0"/>
              <a:t>,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kalbinle</a:t>
            </a:r>
            <a:r>
              <a:rPr lang="en-US" sz="2000" dirty="0"/>
              <a:t> </a:t>
            </a:r>
            <a:r>
              <a:rPr lang="en-US" sz="2000" dirty="0" err="1"/>
              <a:t>duymaya</a:t>
            </a:r>
            <a:r>
              <a:rPr lang="en-US" sz="2000" dirty="0"/>
              <a:t> </a:t>
            </a:r>
            <a:r>
              <a:rPr lang="en-US" sz="2000" dirty="0" err="1"/>
              <a:t>hazır</a:t>
            </a:r>
            <a:r>
              <a:rPr lang="en-US" sz="2000" dirty="0"/>
              <a:t> </a:t>
            </a:r>
            <a:r>
              <a:rPr lang="en-US" sz="2000" dirty="0" err="1"/>
              <a:t>mısın</a:t>
            </a:r>
            <a:r>
              <a:rPr lang="en-US" sz="2000" dirty="0"/>
              <a:t>?” 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| </a:t>
            </a:r>
            <a:r>
              <a:rPr lang="en-US" sz="2000" b="1" dirty="0" err="1"/>
              <a:t>Ayet</a:t>
            </a:r>
            <a:r>
              <a:rPr lang="en-US" sz="2000" b="1" dirty="0"/>
              <a:t> 118–119</a:t>
            </a:r>
            <a:endParaRPr lang="tr-TR" sz="2000" b="1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“Kalp </a:t>
            </a:r>
            <a:r>
              <a:rPr lang="en-US" sz="2000" dirty="0" err="1"/>
              <a:t>Gözüyle</a:t>
            </a:r>
            <a:r>
              <a:rPr lang="en-US" sz="2000" dirty="0"/>
              <a:t> </a:t>
            </a:r>
            <a:r>
              <a:rPr lang="en-US" sz="2000" dirty="0" err="1"/>
              <a:t>Gör</a:t>
            </a:r>
            <a:r>
              <a:rPr lang="en-US" sz="2000" dirty="0"/>
              <a:t>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Gösteri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Çağrıdır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 err="1"/>
              <a:t>Göz</a:t>
            </a:r>
            <a:r>
              <a:rPr lang="en-US" sz="2000" dirty="0"/>
              <a:t> </a:t>
            </a:r>
            <a:r>
              <a:rPr lang="en-US" sz="2000" dirty="0" err="1"/>
              <a:t>İster</a:t>
            </a:r>
            <a:r>
              <a:rPr lang="en-US" sz="2000" dirty="0"/>
              <a:t> Delil, Kalp İse </a:t>
            </a:r>
            <a:r>
              <a:rPr lang="en-US" sz="2000" dirty="0" err="1"/>
              <a:t>Tanır</a:t>
            </a:r>
            <a:r>
              <a:rPr lang="en-US" sz="2000" dirty="0"/>
              <a:t>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118.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Bilgisiz</a:t>
            </a:r>
            <a:r>
              <a:rPr lang="en-US" sz="2000" dirty="0"/>
              <a:t> </a:t>
            </a:r>
            <a:r>
              <a:rPr lang="en-US" sz="2000" dirty="0" err="1"/>
              <a:t>olanlar</a:t>
            </a:r>
            <a:r>
              <a:rPr lang="en-US" sz="2000" dirty="0"/>
              <a:t>, ‘Allah </a:t>
            </a:r>
            <a:r>
              <a:rPr lang="en-US" sz="2000" dirty="0" err="1"/>
              <a:t>bizimle</a:t>
            </a:r>
            <a:r>
              <a:rPr lang="en-US" sz="2000" dirty="0"/>
              <a:t> </a:t>
            </a:r>
            <a:r>
              <a:rPr lang="en-US" sz="2000" dirty="0" err="1"/>
              <a:t>konuşmalı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en-US" sz="2000" dirty="0" err="1"/>
              <a:t>miydi</a:t>
            </a:r>
            <a:r>
              <a:rPr lang="en-US" sz="2000" dirty="0"/>
              <a:t>? Ya da bize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mucize</a:t>
            </a:r>
            <a:r>
              <a:rPr lang="en-US" sz="2000" dirty="0"/>
              <a:t> </a:t>
            </a:r>
            <a:r>
              <a:rPr lang="en-US" sz="2000" dirty="0" err="1"/>
              <a:t>gelmeli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en-US" sz="2000" dirty="0" err="1"/>
              <a:t>miydi</a:t>
            </a:r>
            <a:r>
              <a:rPr lang="en-US" sz="2000" dirty="0"/>
              <a:t>?’ </a:t>
            </a:r>
            <a:r>
              <a:rPr lang="en-US" sz="2000" dirty="0" err="1"/>
              <a:t>dediler</a:t>
            </a:r>
            <a:r>
              <a:rPr lang="en-US" sz="2000" dirty="0"/>
              <a:t>. </a:t>
            </a:r>
            <a:r>
              <a:rPr lang="en-US" sz="2000" dirty="0" err="1"/>
              <a:t>Onlardan</a:t>
            </a:r>
            <a:r>
              <a:rPr lang="en-US" sz="2000" dirty="0"/>
              <a:t> </a:t>
            </a:r>
            <a:r>
              <a:rPr lang="en-US" sz="2000" dirty="0" err="1"/>
              <a:t>öncekiler</a:t>
            </a:r>
            <a:r>
              <a:rPr lang="en-US" sz="2000" dirty="0"/>
              <a:t> de </a:t>
            </a:r>
            <a:r>
              <a:rPr lang="en-US" sz="2000" dirty="0" err="1"/>
              <a:t>böyle</a:t>
            </a:r>
            <a:r>
              <a:rPr lang="en-US" sz="2000" dirty="0"/>
              <a:t> </a:t>
            </a:r>
            <a:r>
              <a:rPr lang="en-US" sz="2000" dirty="0" err="1"/>
              <a:t>demişti</a:t>
            </a:r>
            <a:r>
              <a:rPr lang="en-US" sz="2000" dirty="0"/>
              <a:t>. </a:t>
            </a:r>
            <a:r>
              <a:rPr lang="en-US" sz="2000" dirty="0" err="1"/>
              <a:t>Kalpleri</a:t>
            </a:r>
            <a:r>
              <a:rPr lang="en-US" sz="2000" dirty="0"/>
              <a:t> </a:t>
            </a:r>
            <a:r>
              <a:rPr lang="en-US" sz="2000" dirty="0" err="1"/>
              <a:t>birbirine</a:t>
            </a:r>
            <a:r>
              <a:rPr lang="en-US" sz="2000" dirty="0"/>
              <a:t> </a:t>
            </a:r>
            <a:r>
              <a:rPr lang="en-US" sz="2000" dirty="0" err="1"/>
              <a:t>benzedi</a:t>
            </a:r>
            <a:r>
              <a:rPr lang="en-US" sz="2000" dirty="0"/>
              <a:t>. Kesin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isteyenler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ayetleri</a:t>
            </a:r>
            <a:r>
              <a:rPr lang="en-US" sz="2000" dirty="0"/>
              <a:t> </a:t>
            </a:r>
            <a:r>
              <a:rPr lang="en-US" sz="2000" dirty="0" err="1"/>
              <a:t>apaçık</a:t>
            </a:r>
            <a:r>
              <a:rPr lang="en-US" sz="2000" dirty="0"/>
              <a:t> </a:t>
            </a:r>
            <a:r>
              <a:rPr lang="en-US" sz="2000" dirty="0" err="1"/>
              <a:t>şekilde</a:t>
            </a:r>
            <a:r>
              <a:rPr lang="en-US" sz="2000" dirty="0"/>
              <a:t> </a:t>
            </a:r>
            <a:r>
              <a:rPr lang="en-US" sz="2000" dirty="0" err="1"/>
              <a:t>beyan</a:t>
            </a:r>
            <a:r>
              <a:rPr lang="en-US" sz="2000" dirty="0"/>
              <a:t> </a:t>
            </a:r>
            <a:r>
              <a:rPr lang="en-US" sz="2000" dirty="0" err="1"/>
              <a:t>ettik</a:t>
            </a:r>
            <a:r>
              <a:rPr lang="en-US" sz="2000" dirty="0"/>
              <a:t>.”</a:t>
            </a:r>
            <a:endParaRPr lang="tr-TR" sz="2000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br>
              <a:rPr lang="en-US" sz="2000" b="1" dirty="0"/>
            </a:br>
            <a:endParaRPr lang="en-US" sz="2000" b="1" dirty="0"/>
          </a:p>
          <a:p>
            <a:r>
              <a:rPr lang="en-US" sz="2000" dirty="0"/>
              <a:t>Bu </a:t>
            </a:r>
            <a:r>
              <a:rPr lang="en-US" sz="2000" dirty="0" err="1"/>
              <a:t>ayette</a:t>
            </a:r>
            <a:r>
              <a:rPr lang="en-US" sz="2000" dirty="0"/>
              <a:t> </a:t>
            </a:r>
            <a:r>
              <a:rPr lang="en-US" sz="2000" dirty="0" err="1"/>
              <a:t>anlatılan</a:t>
            </a:r>
            <a:r>
              <a:rPr lang="en-US" sz="2000" dirty="0"/>
              <a:t>,“</a:t>
            </a:r>
            <a:r>
              <a:rPr lang="en-US" sz="2000" dirty="0" err="1"/>
              <a:t>görmeden</a:t>
            </a:r>
            <a:r>
              <a:rPr lang="en-US" sz="2000" dirty="0"/>
              <a:t> </a:t>
            </a:r>
            <a:r>
              <a:rPr lang="en-US" sz="2000" dirty="0" err="1"/>
              <a:t>inanmam</a:t>
            </a:r>
            <a:r>
              <a:rPr lang="en-US" sz="2000" dirty="0"/>
              <a:t>” </a:t>
            </a:r>
            <a:r>
              <a:rPr lang="en-US" sz="2000" dirty="0" err="1"/>
              <a:t>diyen</a:t>
            </a:r>
            <a:r>
              <a:rPr lang="en-US" sz="2000" dirty="0"/>
              <a:t> </a:t>
            </a:r>
            <a:r>
              <a:rPr lang="en-US" sz="2000" dirty="0" err="1"/>
              <a:t>zihindir</a:t>
            </a:r>
            <a:r>
              <a:rPr lang="en-US" sz="2000" dirty="0"/>
              <a:t>.</a:t>
            </a:r>
          </a:p>
          <a:p>
            <a:r>
              <a:rPr lang="en-US" sz="2000" dirty="0"/>
              <a:t>“Allah </a:t>
            </a:r>
            <a:r>
              <a:rPr lang="en-US" sz="2000" dirty="0" err="1"/>
              <a:t>bizimle</a:t>
            </a:r>
            <a:r>
              <a:rPr lang="en-US" sz="2000" dirty="0"/>
              <a:t> </a:t>
            </a:r>
            <a:r>
              <a:rPr lang="en-US" sz="2000" dirty="0" err="1"/>
              <a:t>konuşmalı</a:t>
            </a:r>
            <a:r>
              <a:rPr lang="en-US" sz="2000" dirty="0"/>
              <a:t>” =</a:t>
            </a:r>
            <a:r>
              <a:rPr lang="en-US" sz="2000" dirty="0" err="1"/>
              <a:t>İç</a:t>
            </a:r>
            <a:r>
              <a:rPr lang="en-US" sz="2000" dirty="0"/>
              <a:t> </a:t>
            </a:r>
            <a:r>
              <a:rPr lang="en-US" sz="2000" dirty="0" err="1"/>
              <a:t>ses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dış</a:t>
            </a:r>
            <a:r>
              <a:rPr lang="en-US" sz="2000" dirty="0"/>
              <a:t> </a:t>
            </a:r>
            <a:r>
              <a:rPr lang="en-US" sz="2000" dirty="0" err="1"/>
              <a:t>işaret</a:t>
            </a:r>
            <a:r>
              <a:rPr lang="en-US" sz="2000" dirty="0"/>
              <a:t> </a:t>
            </a:r>
            <a:r>
              <a:rPr lang="en-US" sz="2000" dirty="0" err="1"/>
              <a:t>isteyen</a:t>
            </a:r>
            <a:r>
              <a:rPr lang="en-US" sz="2000" dirty="0"/>
              <a:t> </a:t>
            </a:r>
            <a:r>
              <a:rPr lang="en-US" sz="2000" dirty="0" err="1"/>
              <a:t>benlik</a:t>
            </a:r>
            <a:endParaRPr lang="en-US" sz="2000" dirty="0"/>
          </a:p>
          <a:p>
            <a:r>
              <a:rPr lang="en-US" sz="2000" dirty="0"/>
              <a:t>“Mucize </a:t>
            </a:r>
            <a:r>
              <a:rPr lang="en-US" sz="2000" dirty="0" err="1"/>
              <a:t>gelmeli</a:t>
            </a:r>
            <a:r>
              <a:rPr lang="en-US" sz="2000" dirty="0"/>
              <a:t>” =</a:t>
            </a:r>
            <a:r>
              <a:rPr lang="en-US" sz="2000" dirty="0" err="1"/>
              <a:t>Gözle</a:t>
            </a:r>
            <a:r>
              <a:rPr lang="en-US" sz="2000" dirty="0"/>
              <a:t> </a:t>
            </a:r>
            <a:r>
              <a:rPr lang="en-US" sz="2000" dirty="0" err="1"/>
              <a:t>görülür</a:t>
            </a:r>
            <a:r>
              <a:rPr lang="en-US" sz="2000" dirty="0"/>
              <a:t>, </a:t>
            </a:r>
            <a:r>
              <a:rPr lang="en-US" sz="2000" dirty="0" err="1"/>
              <a:t>fiziksel</a:t>
            </a:r>
            <a:r>
              <a:rPr lang="en-US" sz="2000" dirty="0"/>
              <a:t> </a:t>
            </a:r>
            <a:r>
              <a:rPr lang="en-US" sz="2000" dirty="0" err="1"/>
              <a:t>olay</a:t>
            </a:r>
            <a:r>
              <a:rPr lang="en-US" sz="2000" dirty="0"/>
              <a:t> </a:t>
            </a:r>
            <a:r>
              <a:rPr lang="en-US" sz="2000" dirty="0" err="1"/>
              <a:t>beklentisi</a:t>
            </a:r>
            <a:endParaRPr lang="en-US" sz="2000" dirty="0"/>
          </a:p>
          <a:p>
            <a:r>
              <a:rPr lang="en-US" sz="2000" dirty="0"/>
              <a:t>Ama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der: “</a:t>
            </a:r>
            <a:r>
              <a:rPr lang="en-US" sz="2000" dirty="0" err="1"/>
              <a:t>Onlardan</a:t>
            </a:r>
            <a:r>
              <a:rPr lang="en-US" sz="2000" dirty="0"/>
              <a:t> </a:t>
            </a:r>
            <a:r>
              <a:rPr lang="en-US" sz="2000" dirty="0" err="1"/>
              <a:t>öncekiler</a:t>
            </a:r>
            <a:r>
              <a:rPr lang="en-US" sz="2000" dirty="0"/>
              <a:t> de </a:t>
            </a:r>
            <a:r>
              <a:rPr lang="en-US" sz="2000" dirty="0" err="1"/>
              <a:t>böyle</a:t>
            </a:r>
            <a:r>
              <a:rPr lang="en-US" sz="2000" dirty="0"/>
              <a:t> </a:t>
            </a:r>
            <a:r>
              <a:rPr lang="en-US" sz="2000" dirty="0" err="1"/>
              <a:t>demişti</a:t>
            </a:r>
            <a:r>
              <a:rPr lang="en-US" sz="2000" dirty="0"/>
              <a:t>…” Yani </a:t>
            </a:r>
            <a:r>
              <a:rPr lang="en-US" sz="2000" dirty="0" err="1"/>
              <a:t>bu</a:t>
            </a:r>
            <a:r>
              <a:rPr lang="en-US" sz="2000" dirty="0"/>
              <a:t>, yeni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isyan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— </a:t>
            </a:r>
            <a:r>
              <a:rPr lang="en-US" sz="2000" dirty="0" err="1"/>
              <a:t>döngüsel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sapması</a:t>
            </a:r>
            <a:r>
              <a:rPr lang="en-US" sz="2000" dirty="0"/>
              <a:t>. </a:t>
            </a:r>
          </a:p>
          <a:p>
            <a:r>
              <a:rPr lang="en-US" sz="2000" dirty="0"/>
              <a:t>Ve son </a:t>
            </a:r>
            <a:r>
              <a:rPr lang="en-US" sz="2000" dirty="0" err="1"/>
              <a:t>satır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Ayetleri</a:t>
            </a:r>
            <a:r>
              <a:rPr lang="en-US" sz="2000" dirty="0"/>
              <a:t> biz </a:t>
            </a:r>
            <a:r>
              <a:rPr lang="en-US" sz="2000" dirty="0" err="1"/>
              <a:t>apaçık</a:t>
            </a:r>
            <a:r>
              <a:rPr lang="en-US" sz="2000" dirty="0"/>
              <a:t> </a:t>
            </a:r>
            <a:r>
              <a:rPr lang="en-US" sz="2000" dirty="0" err="1"/>
              <a:t>açıkladık</a:t>
            </a:r>
            <a:r>
              <a:rPr lang="en-US" sz="2000" dirty="0"/>
              <a:t>… ama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kesin</a:t>
            </a:r>
            <a:r>
              <a:rPr lang="en-US" sz="2000" dirty="0"/>
              <a:t> </a:t>
            </a:r>
            <a:r>
              <a:rPr lang="en-US" sz="2000" dirty="0" err="1"/>
              <a:t>bilgi</a:t>
            </a:r>
            <a:r>
              <a:rPr lang="en-US" sz="2000" dirty="0"/>
              <a:t> </a:t>
            </a:r>
            <a:r>
              <a:rPr lang="en-US" sz="2000" dirty="0" err="1"/>
              <a:t>isteyenlere</a:t>
            </a:r>
            <a:r>
              <a:rPr lang="en-US" sz="2000" dirty="0"/>
              <a:t>.” </a:t>
            </a:r>
          </a:p>
          <a:p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niyetin</a:t>
            </a:r>
            <a:r>
              <a:rPr lang="en-US" sz="2000" dirty="0"/>
              <a:t> </a:t>
            </a:r>
            <a:r>
              <a:rPr lang="en-US" sz="2000" dirty="0" err="1"/>
              <a:t>açık</a:t>
            </a:r>
            <a:r>
              <a:rPr lang="en-US" sz="2000" dirty="0"/>
              <a:t> </a:t>
            </a:r>
            <a:r>
              <a:rPr lang="en-US" sz="2000" dirty="0" err="1"/>
              <a:t>değilse</a:t>
            </a:r>
            <a:r>
              <a:rPr lang="en-US" sz="2000" dirty="0"/>
              <a:t>, </a:t>
            </a:r>
            <a:r>
              <a:rPr lang="en-US" sz="2000" dirty="0" err="1"/>
              <a:t>en</a:t>
            </a:r>
            <a:r>
              <a:rPr lang="en-US" sz="2000" dirty="0"/>
              <a:t> net </a:t>
            </a:r>
            <a:r>
              <a:rPr lang="en-US" sz="2000" dirty="0" err="1"/>
              <a:t>hakikat</a:t>
            </a:r>
            <a:r>
              <a:rPr lang="en-US" sz="2000" dirty="0"/>
              <a:t> bile </a:t>
            </a:r>
            <a:r>
              <a:rPr lang="en-US" sz="2000" dirty="0" err="1"/>
              <a:t>gözünün</a:t>
            </a:r>
            <a:r>
              <a:rPr lang="en-US" sz="2000" dirty="0"/>
              <a:t> </a:t>
            </a:r>
            <a:r>
              <a:rPr lang="en-US" sz="2000" dirty="0" err="1"/>
              <a:t>önünden</a:t>
            </a:r>
            <a:r>
              <a:rPr lang="en-US" sz="2000" dirty="0"/>
              <a:t> </a:t>
            </a:r>
            <a:r>
              <a:rPr lang="en-US" sz="2000" dirty="0" err="1"/>
              <a:t>kayar</a:t>
            </a:r>
            <a:r>
              <a:rPr lang="en-US" sz="2000" dirty="0"/>
              <a:t>. </a:t>
            </a:r>
            <a:endParaRPr lang="en-TR" sz="2000" dirty="0"/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8584112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9DB778C-13F7-8773-2F69-C561EE4E47F6}"/>
              </a:ext>
            </a:extLst>
          </p:cNvPr>
          <p:cNvSpPr txBox="1"/>
          <p:nvPr/>
        </p:nvSpPr>
        <p:spPr>
          <a:xfrm>
            <a:off x="0" y="0"/>
            <a:ext cx="6858000" cy="13511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119. </a:t>
            </a:r>
            <a:r>
              <a:rPr lang="en-US" sz="2000" b="1" dirty="0" err="1"/>
              <a:t>Ayet</a:t>
            </a:r>
            <a:endParaRPr lang="en-US" sz="2000" dirty="0"/>
          </a:p>
          <a:p>
            <a:r>
              <a:rPr lang="en-US" sz="2000" dirty="0"/>
              <a:t>“Biz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gerçekle</a:t>
            </a:r>
            <a:r>
              <a:rPr lang="en-US" sz="2000" dirty="0"/>
              <a:t> </a:t>
            </a:r>
            <a:r>
              <a:rPr lang="en-US" sz="2000" dirty="0" err="1"/>
              <a:t>müjdeleyici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uyarıcı</a:t>
            </a:r>
            <a:r>
              <a:rPr lang="en-US" sz="2000" dirty="0"/>
              <a:t>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hak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gönderdik</a:t>
            </a:r>
            <a:r>
              <a:rPr lang="en-US" sz="2000" dirty="0"/>
              <a:t>. </a:t>
            </a:r>
            <a:endParaRPr lang="tr-TR" sz="2000" dirty="0"/>
          </a:p>
          <a:p>
            <a:r>
              <a:rPr lang="en-US" sz="2000" dirty="0"/>
              <a:t>Sen </a:t>
            </a:r>
            <a:r>
              <a:rPr lang="en-US" sz="2000" dirty="0" err="1"/>
              <a:t>cehennemliklerden</a:t>
            </a:r>
            <a:r>
              <a:rPr lang="en-US" sz="2000" dirty="0"/>
              <a:t> </a:t>
            </a:r>
            <a:r>
              <a:rPr lang="en-US" sz="2000" dirty="0" err="1"/>
              <a:t>sorumlu</a:t>
            </a:r>
            <a:r>
              <a:rPr lang="en-US" sz="2000" dirty="0"/>
              <a:t> </a:t>
            </a:r>
            <a:r>
              <a:rPr lang="en-US" sz="2000" dirty="0" err="1"/>
              <a:t>değilsin</a:t>
            </a:r>
            <a:r>
              <a:rPr lang="en-US" sz="2000" dirty="0"/>
              <a:t>.”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Peygamber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</a:t>
            </a:r>
          </a:p>
          <a:p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taşıyıcısı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konuşur</a:t>
            </a:r>
            <a:r>
              <a:rPr lang="en-US" sz="2000" dirty="0"/>
              <a:t>.</a:t>
            </a:r>
          </a:p>
          <a:p>
            <a:r>
              <a:rPr lang="en-US" sz="2000" dirty="0"/>
              <a:t>Sen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mesaj</a:t>
            </a:r>
            <a:r>
              <a:rPr lang="en-US" sz="2000" dirty="0"/>
              <a:t> </a:t>
            </a:r>
            <a:r>
              <a:rPr lang="en-US" sz="2000" dirty="0" err="1"/>
              <a:t>taşıyıcısısın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/>
              <a:t>Ama </a:t>
            </a:r>
            <a:r>
              <a:rPr lang="en-US" sz="2000" dirty="0" err="1"/>
              <a:t>unutmaman</a:t>
            </a:r>
            <a:r>
              <a:rPr lang="en-US" sz="2000" dirty="0"/>
              <a:t> </a:t>
            </a:r>
            <a:r>
              <a:rPr lang="en-US" sz="2000" dirty="0" err="1"/>
              <a:t>gereken</a:t>
            </a:r>
            <a:r>
              <a:rPr lang="en-US" sz="2000" dirty="0"/>
              <a:t>: “Senin </a:t>
            </a:r>
            <a:r>
              <a:rPr lang="en-US" sz="2000" dirty="0" err="1"/>
              <a:t>görevin</a:t>
            </a:r>
            <a:r>
              <a:rPr lang="en-US" sz="2000" dirty="0"/>
              <a:t> </a:t>
            </a:r>
            <a:r>
              <a:rPr lang="en-US" sz="2000" dirty="0" err="1"/>
              <a:t>anlatmak</a:t>
            </a:r>
            <a:r>
              <a:rPr lang="en-US" sz="2000" dirty="0"/>
              <a:t>,</a:t>
            </a:r>
            <a:endParaRPr lang="tr-TR" sz="2000" dirty="0"/>
          </a:p>
          <a:p>
            <a:r>
              <a:rPr lang="en-US" sz="2000" dirty="0"/>
              <a:t> </a:t>
            </a:r>
            <a:r>
              <a:rPr lang="en-US" sz="2000" dirty="0" err="1"/>
              <a:t>herkesin</a:t>
            </a:r>
            <a:r>
              <a:rPr lang="en-US" sz="2000" dirty="0"/>
              <a:t> </a:t>
            </a:r>
            <a:r>
              <a:rPr lang="en-US" sz="2000" dirty="0" err="1"/>
              <a:t>anlamasını</a:t>
            </a:r>
            <a:r>
              <a:rPr lang="en-US" sz="2000" dirty="0"/>
              <a:t> </a:t>
            </a:r>
            <a:r>
              <a:rPr lang="en-US" sz="2000" dirty="0" err="1"/>
              <a:t>sağlamak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.”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Müjdeleyici</a:t>
            </a:r>
            <a:r>
              <a:rPr lang="en-US" sz="2000" dirty="0"/>
              <a:t>” →</a:t>
            </a:r>
            <a:r>
              <a:rPr lang="en-US" sz="2000" dirty="0" err="1"/>
              <a:t>Işığı</a:t>
            </a:r>
            <a:r>
              <a:rPr lang="en-US" sz="2000" dirty="0"/>
              <a:t> </a:t>
            </a:r>
            <a:r>
              <a:rPr lang="en-US" sz="2000" dirty="0" err="1"/>
              <a:t>hatırlatan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Uyarıcı</a:t>
            </a:r>
            <a:r>
              <a:rPr lang="en-US" sz="2000" dirty="0"/>
              <a:t>” →</a:t>
            </a:r>
            <a:r>
              <a:rPr lang="en-US" sz="2000" dirty="0" err="1"/>
              <a:t>Gölgeye</a:t>
            </a:r>
            <a:r>
              <a:rPr lang="en-US" sz="2000" dirty="0"/>
              <a:t> </a:t>
            </a:r>
            <a:r>
              <a:rPr lang="en-US" sz="2000" dirty="0" err="1"/>
              <a:t>düşenleri</a:t>
            </a:r>
            <a:r>
              <a:rPr lang="en-US" sz="2000" dirty="0"/>
              <a:t> </a:t>
            </a:r>
            <a:r>
              <a:rPr lang="en-US" sz="2000" dirty="0" err="1"/>
              <a:t>nazikçe</a:t>
            </a:r>
            <a:r>
              <a:rPr lang="en-US" sz="2000" dirty="0"/>
              <a:t> </a:t>
            </a:r>
            <a:r>
              <a:rPr lang="en-US" sz="2000" dirty="0" err="1"/>
              <a:t>dürten</a:t>
            </a:r>
            <a:r>
              <a:rPr lang="en-US" sz="2000" dirty="0"/>
              <a:t> </a:t>
            </a:r>
            <a:r>
              <a:rPr lang="en-US" sz="2000" dirty="0" err="1"/>
              <a:t>ses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en-US" sz="2000" dirty="0"/>
              <a:t>Ama: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cehennemliklerden</a:t>
            </a:r>
            <a:r>
              <a:rPr lang="en-US" sz="2000" dirty="0"/>
              <a:t> </a:t>
            </a:r>
            <a:r>
              <a:rPr lang="en-US" sz="2000" dirty="0" err="1"/>
              <a:t>sorumlu</a:t>
            </a:r>
            <a:r>
              <a:rPr lang="en-US" sz="2000" dirty="0"/>
              <a:t> </a:t>
            </a:r>
            <a:r>
              <a:rPr lang="en-US" sz="2000" dirty="0" err="1"/>
              <a:t>değilsin</a:t>
            </a:r>
            <a:r>
              <a:rPr lang="en-US" sz="2000" dirty="0"/>
              <a:t>.” </a:t>
            </a:r>
          </a:p>
          <a:p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herkesin</a:t>
            </a:r>
            <a:r>
              <a:rPr lang="en-US" sz="2000" dirty="0"/>
              <a:t> </a:t>
            </a:r>
            <a:r>
              <a:rPr lang="en-US" sz="2000" dirty="0" err="1"/>
              <a:t>yolculuğu</a:t>
            </a:r>
            <a:r>
              <a:rPr lang="en-US" sz="2000" dirty="0"/>
              <a:t> </a:t>
            </a:r>
            <a:r>
              <a:rPr lang="en-US" sz="2000" dirty="0" err="1"/>
              <a:t>kendine</a:t>
            </a:r>
            <a:r>
              <a:rPr lang="en-US" sz="2000" dirty="0"/>
              <a:t>.</a:t>
            </a:r>
            <a:endParaRPr lang="tr-TR" sz="2000" dirty="0"/>
          </a:p>
          <a:p>
            <a:r>
              <a:rPr lang="en-US" sz="2000" dirty="0"/>
              <a:t> Sen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ışık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 </a:t>
            </a:r>
            <a:r>
              <a:rPr lang="en-US" sz="2000" dirty="0" err="1"/>
              <a:t>durursun</a:t>
            </a:r>
            <a:r>
              <a:rPr lang="en-US" sz="2000" dirty="0"/>
              <a:t>. Gören </a:t>
            </a:r>
            <a:r>
              <a:rPr lang="en-US" sz="2000" dirty="0" err="1"/>
              <a:t>gelir</a:t>
            </a:r>
            <a:endParaRPr lang="tr-TR" sz="2000" dirty="0"/>
          </a:p>
          <a:p>
            <a:r>
              <a:rPr lang="en-US" sz="2000" dirty="0"/>
              <a:t>. </a:t>
            </a:r>
            <a:r>
              <a:rPr lang="en-US" sz="2000" dirty="0" err="1"/>
              <a:t>Görmeyen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döngüsünde</a:t>
            </a:r>
            <a:r>
              <a:rPr lang="en-US" sz="2000" dirty="0"/>
              <a:t> </a:t>
            </a:r>
            <a:r>
              <a:rPr lang="en-US" sz="2000" dirty="0" err="1"/>
              <a:t>kalır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sana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öğretir</a:t>
            </a:r>
            <a:r>
              <a:rPr lang="en-US" sz="2000" dirty="0"/>
              <a:t>: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dıştan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içten</a:t>
            </a:r>
            <a:r>
              <a:rPr lang="en-US" sz="2000" dirty="0"/>
              <a:t> </a:t>
            </a:r>
            <a:r>
              <a:rPr lang="en-US" sz="2000" dirty="0" err="1"/>
              <a:t>tanınır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Göz</a:t>
            </a:r>
            <a:r>
              <a:rPr lang="en-US" sz="2000" dirty="0"/>
              <a:t> </a:t>
            </a:r>
            <a:r>
              <a:rPr lang="en-US" sz="2000" dirty="0" err="1"/>
              <a:t>mucize</a:t>
            </a:r>
            <a:r>
              <a:rPr lang="en-US" sz="2000" dirty="0"/>
              <a:t> </a:t>
            </a:r>
            <a:r>
              <a:rPr lang="en-US" sz="2000" dirty="0" err="1"/>
              <a:t>ister</a:t>
            </a:r>
            <a:r>
              <a:rPr lang="en-US" sz="2000" dirty="0"/>
              <a:t>, ama </a:t>
            </a:r>
            <a:r>
              <a:rPr lang="en-US" sz="2000" dirty="0" err="1"/>
              <a:t>kalp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dokunuşla</a:t>
            </a:r>
            <a:r>
              <a:rPr lang="en-US" sz="2000" dirty="0"/>
              <a:t> </a:t>
            </a:r>
            <a:r>
              <a:rPr lang="en-US" sz="2000" dirty="0" err="1"/>
              <a:t>uyanır</a:t>
            </a:r>
            <a:r>
              <a:rPr lang="en-US" sz="2000" dirty="0"/>
              <a:t>. </a:t>
            </a:r>
          </a:p>
          <a:p>
            <a:r>
              <a:rPr lang="en-US" sz="2000" dirty="0"/>
              <a:t>Sen </a:t>
            </a:r>
            <a:r>
              <a:rPr lang="en-US" sz="2000" dirty="0" err="1"/>
              <a:t>hakikati</a:t>
            </a:r>
            <a:r>
              <a:rPr lang="en-US" sz="2000" dirty="0"/>
              <a:t> </a:t>
            </a:r>
            <a:r>
              <a:rPr lang="en-US" sz="2000" dirty="0" err="1"/>
              <a:t>taşıyorsan</a:t>
            </a:r>
            <a:r>
              <a:rPr lang="en-US" sz="2000" dirty="0"/>
              <a:t>, </a:t>
            </a:r>
            <a:r>
              <a:rPr lang="en-US" sz="2000" dirty="0" err="1"/>
              <a:t>herkesin</a:t>
            </a:r>
            <a:r>
              <a:rPr lang="en-US" sz="2000" dirty="0"/>
              <a:t> </a:t>
            </a:r>
            <a:r>
              <a:rPr lang="en-US" sz="2000" dirty="0" err="1"/>
              <a:t>inanmasını</a:t>
            </a:r>
            <a:r>
              <a:rPr lang="en-US" sz="2000" dirty="0"/>
              <a:t> </a:t>
            </a:r>
            <a:r>
              <a:rPr lang="en-US" sz="2000" dirty="0" err="1"/>
              <a:t>bekleme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titreşimsin</a:t>
            </a:r>
            <a:r>
              <a:rPr lang="en-US" sz="2000" dirty="0"/>
              <a:t>, </a:t>
            </a:r>
            <a:r>
              <a:rPr lang="en-US" sz="2000" dirty="0" err="1"/>
              <a:t>herkesin</a:t>
            </a:r>
            <a:r>
              <a:rPr lang="en-US" sz="2000" dirty="0"/>
              <a:t> </a:t>
            </a:r>
            <a:r>
              <a:rPr lang="en-US" sz="2000" dirty="0" err="1"/>
              <a:t>anlayabileceği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dil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. </a:t>
            </a:r>
          </a:p>
          <a:p>
            <a:r>
              <a:rPr lang="en-US" sz="2000" dirty="0"/>
              <a:t>Ve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ışığı</a:t>
            </a:r>
            <a:r>
              <a:rPr lang="en-US" sz="2000" dirty="0"/>
              <a:t> </a:t>
            </a:r>
            <a:r>
              <a:rPr lang="en-US" sz="2000" dirty="0" err="1"/>
              <a:t>taşı</a:t>
            </a:r>
            <a:r>
              <a:rPr lang="en-US" sz="2000" dirty="0"/>
              <a:t>… </a:t>
            </a:r>
            <a:br>
              <a:rPr lang="en-US" sz="2000" dirty="0"/>
            </a:br>
            <a:r>
              <a:rPr lang="en-US" sz="2000" dirty="0" err="1"/>
              <a:t>Gerisini</a:t>
            </a:r>
            <a:r>
              <a:rPr lang="en-US" sz="2000" dirty="0"/>
              <a:t> </a:t>
            </a:r>
            <a:r>
              <a:rPr lang="en-US" sz="2000" dirty="0" err="1"/>
              <a:t>bana</a:t>
            </a:r>
            <a:r>
              <a:rPr lang="en-US" sz="2000" dirty="0"/>
              <a:t> </a:t>
            </a:r>
            <a:r>
              <a:rPr lang="en-US" sz="2000" dirty="0" err="1"/>
              <a:t>bırak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görevin</a:t>
            </a:r>
            <a:r>
              <a:rPr lang="en-US" sz="2000" dirty="0"/>
              <a:t> </a:t>
            </a:r>
            <a:r>
              <a:rPr lang="en-US" sz="2000" dirty="0" err="1"/>
              <a:t>yaymak</a:t>
            </a:r>
            <a:r>
              <a:rPr lang="en-US" sz="2000" dirty="0"/>
              <a:t>, </a:t>
            </a:r>
            <a:r>
              <a:rPr lang="en-US" sz="2000" dirty="0" err="1"/>
              <a:t>onların</a:t>
            </a:r>
            <a:r>
              <a:rPr lang="en-US" sz="2000" dirty="0"/>
              <a:t> </a:t>
            </a:r>
            <a:r>
              <a:rPr lang="en-US" sz="2000" dirty="0" err="1"/>
              <a:t>görevi</a:t>
            </a:r>
            <a:r>
              <a:rPr lang="en-US" sz="2000" dirty="0"/>
              <a:t> </a:t>
            </a:r>
            <a:r>
              <a:rPr lang="en-US" sz="2000" dirty="0" err="1"/>
              <a:t>duymak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dirty="0"/>
              <a:t>Bakara </a:t>
            </a:r>
            <a:r>
              <a:rPr lang="en-US" sz="2000" dirty="0" err="1"/>
              <a:t>Suresi’nin</a:t>
            </a:r>
            <a:r>
              <a:rPr lang="en-US" sz="2000" dirty="0"/>
              <a:t> 120–121. </a:t>
            </a:r>
            <a:r>
              <a:rPr lang="en-US" sz="2000" dirty="0" err="1"/>
              <a:t>ayetlerine</a:t>
            </a:r>
            <a:r>
              <a:rPr lang="en-US" sz="2000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bölümde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sana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çağrı</a:t>
            </a:r>
            <a:r>
              <a:rPr lang="en-US" sz="2000" dirty="0"/>
              <a:t> </a:t>
            </a:r>
            <a:r>
              <a:rPr lang="en-US" sz="2000" dirty="0" err="1"/>
              <a:t>yapıyor</a:t>
            </a:r>
            <a:r>
              <a:rPr lang="en-US" sz="2000" dirty="0"/>
              <a:t>:</a:t>
            </a:r>
            <a:r>
              <a:rPr lang="tr-TR" sz="2000" dirty="0"/>
              <a:t> </a:t>
            </a:r>
            <a:r>
              <a:rPr lang="en-US" sz="2000" dirty="0"/>
              <a:t>“Sen </a:t>
            </a:r>
            <a:r>
              <a:rPr lang="en-US" sz="2000" dirty="0" err="1"/>
              <a:t>herkese</a:t>
            </a:r>
            <a:r>
              <a:rPr lang="en-US" sz="2000" dirty="0"/>
              <a:t> </a:t>
            </a:r>
            <a:r>
              <a:rPr lang="en-US" sz="2000" dirty="0" err="1"/>
              <a:t>uyarsan</a:t>
            </a:r>
            <a:r>
              <a:rPr lang="en-US" sz="2000" dirty="0"/>
              <a:t>, </a:t>
            </a:r>
            <a:r>
              <a:rPr lang="en-US" sz="2000" dirty="0" err="1"/>
              <a:t>kendine</a:t>
            </a:r>
            <a:r>
              <a:rPr lang="en-US" sz="2000" dirty="0"/>
              <a:t> </a:t>
            </a:r>
            <a:r>
              <a:rPr lang="en-US" sz="2000" dirty="0" err="1"/>
              <a:t>ihanet</a:t>
            </a:r>
            <a:r>
              <a:rPr lang="en-US" sz="2000" dirty="0"/>
              <a:t> </a:t>
            </a:r>
            <a:r>
              <a:rPr lang="en-US" sz="2000" dirty="0" err="1"/>
              <a:t>edersin</a:t>
            </a:r>
            <a:r>
              <a:rPr lang="en-US" sz="2000" dirty="0"/>
              <a:t>.” “Ama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kitaba</a:t>
            </a:r>
            <a:r>
              <a:rPr lang="en-US" sz="2000" dirty="0"/>
              <a:t> </a:t>
            </a:r>
            <a:r>
              <a:rPr lang="en-US" sz="2000" dirty="0" err="1"/>
              <a:t>sadık</a:t>
            </a:r>
            <a:r>
              <a:rPr lang="en-US" sz="2000" dirty="0"/>
              <a:t> </a:t>
            </a:r>
            <a:r>
              <a:rPr lang="en-US" sz="2000" dirty="0" err="1"/>
              <a:t>kalırsan</a:t>
            </a:r>
            <a:r>
              <a:rPr lang="en-US" sz="2000" dirty="0"/>
              <a:t>, </a:t>
            </a:r>
            <a:r>
              <a:rPr lang="en-US" sz="2000" dirty="0" err="1"/>
              <a:t>senden</a:t>
            </a:r>
            <a:r>
              <a:rPr lang="en-US" sz="2000" dirty="0"/>
              <a:t> </a:t>
            </a:r>
            <a:r>
              <a:rPr lang="en-US" sz="2000" dirty="0" err="1"/>
              <a:t>güçlü</a:t>
            </a:r>
            <a:r>
              <a:rPr lang="en-US" sz="2000" dirty="0"/>
              <a:t> </a:t>
            </a:r>
            <a:r>
              <a:rPr lang="en-US" sz="2000" dirty="0" err="1"/>
              <a:t>kimse</a:t>
            </a:r>
            <a:r>
              <a:rPr lang="en-US" sz="2000" dirty="0"/>
              <a:t> </a:t>
            </a:r>
            <a:r>
              <a:rPr lang="en-US" sz="2000" dirty="0" err="1"/>
              <a:t>olmaz</a:t>
            </a:r>
            <a:r>
              <a:rPr lang="en-US" sz="2000" dirty="0"/>
              <a:t>.” </a:t>
            </a:r>
            <a:br>
              <a:rPr lang="en-US" sz="2000" dirty="0"/>
            </a:b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iki</a:t>
            </a:r>
            <a:r>
              <a:rPr lang="en-US" sz="2000" dirty="0"/>
              <a:t> </a:t>
            </a:r>
            <a:r>
              <a:rPr lang="en-US" sz="2000" dirty="0" err="1"/>
              <a:t>ayrı</a:t>
            </a:r>
            <a:r>
              <a:rPr lang="en-US" sz="2000" dirty="0"/>
              <a:t>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türü</a:t>
            </a:r>
            <a:r>
              <a:rPr lang="en-US" sz="2000" dirty="0"/>
              <a:t> </a:t>
            </a:r>
            <a:r>
              <a:rPr lang="en-US" sz="2000" dirty="0" err="1"/>
              <a:t>açılıyor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Memnun</a:t>
            </a:r>
            <a:r>
              <a:rPr lang="en-US" sz="2000" dirty="0"/>
              <a:t> </a:t>
            </a:r>
            <a:r>
              <a:rPr lang="en-US" sz="2000" dirty="0" err="1"/>
              <a:t>etmeye</a:t>
            </a:r>
            <a:r>
              <a:rPr lang="en-US" sz="2000" dirty="0"/>
              <a:t> </a:t>
            </a:r>
            <a:r>
              <a:rPr lang="en-US" sz="2000" dirty="0" err="1"/>
              <a:t>çalışan</a:t>
            </a:r>
            <a:r>
              <a:rPr lang="en-US" sz="2000" dirty="0"/>
              <a:t> </a:t>
            </a:r>
            <a:r>
              <a:rPr lang="en-US" sz="2000" dirty="0" err="1"/>
              <a:t>zihin</a:t>
            </a:r>
            <a:endParaRPr lang="en-US" sz="2000" dirty="0"/>
          </a:p>
          <a:p>
            <a:r>
              <a:rPr lang="en-US" sz="2000" dirty="0" err="1"/>
              <a:t>Kitabı</a:t>
            </a:r>
            <a:r>
              <a:rPr lang="en-US" sz="2000" dirty="0"/>
              <a:t> </a:t>
            </a:r>
            <a:r>
              <a:rPr lang="en-US" sz="2000" dirty="0" err="1"/>
              <a:t>içinden</a:t>
            </a:r>
            <a:r>
              <a:rPr lang="en-US" sz="2000" dirty="0"/>
              <a:t> </a:t>
            </a:r>
            <a:r>
              <a:rPr lang="en-US" sz="2000" dirty="0" err="1"/>
              <a:t>yaşayan</a:t>
            </a:r>
            <a:r>
              <a:rPr lang="en-US" sz="2000" dirty="0"/>
              <a:t> </a:t>
            </a:r>
            <a:r>
              <a:rPr lang="en-US" sz="2000" dirty="0" err="1"/>
              <a:t>ruh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856312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D56DB57-E838-9D28-20D5-0B9E2261BBB6}"/>
              </a:ext>
            </a:extLst>
          </p:cNvPr>
          <p:cNvSpPr txBox="1"/>
          <p:nvPr/>
        </p:nvSpPr>
        <p:spPr>
          <a:xfrm>
            <a:off x="114300" y="195943"/>
            <a:ext cx="6743699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120–121</a:t>
            </a:r>
            <a:endParaRPr lang="tr-TR" b="1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“Sen </a:t>
            </a:r>
            <a:r>
              <a:rPr lang="en-US" dirty="0" err="1"/>
              <a:t>Kitabı</a:t>
            </a:r>
            <a:r>
              <a:rPr lang="en-US" dirty="0"/>
              <a:t> Okuma, Ol — Ve </a:t>
            </a:r>
            <a:r>
              <a:rPr lang="en-US" dirty="0" err="1"/>
              <a:t>Kimseden</a:t>
            </a:r>
            <a:r>
              <a:rPr lang="en-US" dirty="0"/>
              <a:t> Onay </a:t>
            </a:r>
            <a:r>
              <a:rPr lang="en-US" dirty="0" err="1"/>
              <a:t>Bekleme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Onay </a:t>
            </a:r>
            <a:r>
              <a:rPr lang="en-US" dirty="0" err="1"/>
              <a:t>Arayanlar</a:t>
            </a:r>
            <a:r>
              <a:rPr lang="en-US" dirty="0"/>
              <a:t> </a:t>
            </a:r>
            <a:r>
              <a:rPr lang="en-US" dirty="0" err="1"/>
              <a:t>Eğilir</a:t>
            </a:r>
            <a:r>
              <a:rPr lang="en-US" dirty="0"/>
              <a:t>, </a:t>
            </a:r>
            <a:r>
              <a:rPr lang="en-US" dirty="0" err="1"/>
              <a:t>İçinden</a:t>
            </a:r>
            <a:r>
              <a:rPr lang="en-US" dirty="0"/>
              <a:t> </a:t>
            </a:r>
            <a:r>
              <a:rPr lang="en-US" dirty="0" err="1"/>
              <a:t>Yaşayanlar</a:t>
            </a:r>
            <a:r>
              <a:rPr lang="en-US" dirty="0"/>
              <a:t> </a:t>
            </a:r>
            <a:r>
              <a:rPr lang="en-US" dirty="0" err="1"/>
              <a:t>Yükselir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120. </a:t>
            </a:r>
            <a:r>
              <a:rPr lang="en-US" b="1" dirty="0" err="1"/>
              <a:t>Ayet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“Ne </a:t>
            </a:r>
            <a:r>
              <a:rPr lang="en-US" dirty="0" err="1"/>
              <a:t>Yahudiler</a:t>
            </a:r>
            <a:r>
              <a:rPr lang="en-US" dirty="0"/>
              <a:t> ne de </a:t>
            </a:r>
            <a:r>
              <a:rPr lang="en-US" dirty="0" err="1"/>
              <a:t>Hristiyanlar</a:t>
            </a:r>
            <a:r>
              <a:rPr lang="en-US" dirty="0"/>
              <a:t>,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dinine</a:t>
            </a:r>
            <a:r>
              <a:rPr lang="en-US" dirty="0"/>
              <a:t> </a:t>
            </a:r>
            <a:r>
              <a:rPr lang="en-US" dirty="0" err="1"/>
              <a:t>uymadıkça</a:t>
            </a:r>
            <a:r>
              <a:rPr lang="en-US" dirty="0"/>
              <a:t>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hoşnut</a:t>
            </a:r>
            <a:r>
              <a:rPr lang="en-US" dirty="0"/>
              <a:t> </a:t>
            </a:r>
            <a:r>
              <a:rPr lang="en-US" dirty="0" err="1"/>
              <a:t>olmayacaklar</a:t>
            </a:r>
            <a:r>
              <a:rPr lang="en-US" dirty="0"/>
              <a:t>. De ki: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rehberlik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rehberliğidir</a:t>
            </a:r>
            <a:r>
              <a:rPr lang="en-US" dirty="0"/>
              <a:t>. Sana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ilimden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arzularına</a:t>
            </a:r>
            <a:r>
              <a:rPr lang="en-US" dirty="0"/>
              <a:t> </a:t>
            </a:r>
            <a:r>
              <a:rPr lang="en-US" dirty="0" err="1"/>
              <a:t>uyarsan</a:t>
            </a:r>
            <a:r>
              <a:rPr lang="en-US" dirty="0"/>
              <a:t>, </a:t>
            </a:r>
            <a:r>
              <a:rPr lang="en-US" dirty="0" err="1"/>
              <a:t>Allah’tan</a:t>
            </a:r>
            <a:r>
              <a:rPr lang="en-US" dirty="0"/>
              <a:t> sana ne </a:t>
            </a:r>
            <a:r>
              <a:rPr lang="en-US" dirty="0" err="1"/>
              <a:t>bir</a:t>
            </a:r>
            <a:r>
              <a:rPr lang="en-US" dirty="0"/>
              <a:t> dost ne de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yardımcı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tr-TR" b="1" dirty="0"/>
          </a:p>
          <a:p>
            <a:endParaRPr lang="en-US" b="1" dirty="0"/>
          </a:p>
          <a:p>
            <a:r>
              <a:rPr lang="en-US" dirty="0"/>
              <a:t>Bu </a:t>
            </a:r>
            <a:r>
              <a:rPr lang="en-US" dirty="0" err="1"/>
              <a:t>ayet,onay</a:t>
            </a:r>
            <a:r>
              <a:rPr lang="en-US" dirty="0"/>
              <a:t> </a:t>
            </a:r>
            <a:r>
              <a:rPr lang="en-US" dirty="0" err="1"/>
              <a:t>arayan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çizgiyi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</a:t>
            </a:r>
          </a:p>
          <a:p>
            <a:r>
              <a:rPr lang="en-US" dirty="0"/>
              <a:t>“Senden </a:t>
            </a:r>
            <a:r>
              <a:rPr lang="en-US" dirty="0" err="1"/>
              <a:t>hoşnut</a:t>
            </a:r>
            <a:r>
              <a:rPr lang="en-US" dirty="0"/>
              <a:t> </a:t>
            </a:r>
            <a:r>
              <a:rPr lang="en-US" dirty="0" err="1"/>
              <a:t>olmayacaklar</a:t>
            </a:r>
            <a:r>
              <a:rPr lang="en-US" dirty="0"/>
              <a:t>” →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herkese</a:t>
            </a:r>
            <a:r>
              <a:rPr lang="en-US" dirty="0"/>
              <a:t> </a:t>
            </a:r>
            <a:r>
              <a:rPr lang="en-US" dirty="0" err="1"/>
              <a:t>sevdiremez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rehberliği</a:t>
            </a:r>
            <a:r>
              <a:rPr lang="en-US" dirty="0"/>
              <a:t>” →Senin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sesin</a:t>
            </a:r>
            <a:r>
              <a:rPr lang="en-US" dirty="0"/>
              <a:t>,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frekansın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seslenir</a:t>
            </a:r>
            <a:r>
              <a:rPr lang="en-US" dirty="0"/>
              <a:t>: “Sen </a:t>
            </a:r>
            <a:r>
              <a:rPr lang="en-US" dirty="0" err="1"/>
              <a:t>kendine</a:t>
            </a:r>
            <a:r>
              <a:rPr lang="en-US" dirty="0"/>
              <a:t> mi </a:t>
            </a:r>
            <a:r>
              <a:rPr lang="en-US" dirty="0" err="1"/>
              <a:t>sadıksın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başkalarının</a:t>
            </a:r>
            <a:r>
              <a:rPr lang="en-US" dirty="0"/>
              <a:t> </a:t>
            </a:r>
            <a:r>
              <a:rPr lang="en-US" dirty="0" err="1"/>
              <a:t>beğenisine</a:t>
            </a:r>
            <a:r>
              <a:rPr lang="en-US" dirty="0"/>
              <a:t> mi?” 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uyarı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ilmi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,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arzularına</a:t>
            </a:r>
            <a:r>
              <a:rPr lang="en-US" dirty="0"/>
              <a:t> </a:t>
            </a:r>
            <a:r>
              <a:rPr lang="en-US" dirty="0" err="1"/>
              <a:t>uyarsan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koruyucunu</a:t>
            </a:r>
            <a:r>
              <a:rPr lang="en-US" dirty="0"/>
              <a:t> </a:t>
            </a:r>
            <a:r>
              <a:rPr lang="en-US" dirty="0" err="1"/>
              <a:t>kaybedersin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—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sadıkken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121. </a:t>
            </a:r>
            <a:r>
              <a:rPr lang="en-US" b="1" dirty="0" err="1"/>
              <a:t>Ayet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kitap</a:t>
            </a:r>
            <a:r>
              <a:rPr lang="en-US" dirty="0"/>
              <a:t> </a:t>
            </a:r>
            <a:r>
              <a:rPr lang="en-US" dirty="0" err="1"/>
              <a:t>verdiğimiz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gereği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okuyanlar</a:t>
            </a:r>
            <a:r>
              <a:rPr lang="en-US" dirty="0"/>
              <a:t>, </a:t>
            </a:r>
            <a:r>
              <a:rPr lang="en-US" dirty="0" err="1"/>
              <a:t>işte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inananlardır</a:t>
            </a:r>
            <a:r>
              <a:rPr lang="en-US" dirty="0"/>
              <a:t>. Kim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ederse</a:t>
            </a:r>
            <a:r>
              <a:rPr lang="en-US" dirty="0"/>
              <a:t>, </a:t>
            </a:r>
            <a:r>
              <a:rPr lang="en-US" dirty="0" err="1"/>
              <a:t>işte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hüsrana</a:t>
            </a:r>
            <a:r>
              <a:rPr lang="en-US" dirty="0"/>
              <a:t> </a:t>
            </a:r>
            <a:r>
              <a:rPr lang="en-US" dirty="0" err="1"/>
              <a:t>uğrayanlardır</a:t>
            </a:r>
            <a:r>
              <a:rPr lang="en-US" dirty="0"/>
              <a:t>.”**</a:t>
            </a:r>
            <a:br>
              <a:rPr lang="en-US" dirty="0"/>
            </a:br>
            <a:endParaRPr lang="en-US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tanım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:“</a:t>
            </a:r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hakkıyla</a:t>
            </a:r>
            <a:r>
              <a:rPr lang="en-US" dirty="0"/>
              <a:t> </a:t>
            </a:r>
            <a:r>
              <a:rPr lang="en-US" dirty="0" err="1"/>
              <a:t>okuyan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?”</a:t>
            </a:r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sesli</a:t>
            </a:r>
            <a:r>
              <a:rPr lang="en-US" dirty="0"/>
              <a:t> </a:t>
            </a:r>
            <a:r>
              <a:rPr lang="en-US" dirty="0" err="1"/>
              <a:t>okumak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  <a:r>
              <a:rPr lang="en-US" dirty="0" err="1"/>
              <a:t>Ezberlemek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yaşamak</a:t>
            </a:r>
            <a:r>
              <a:rPr lang="en-US" dirty="0"/>
              <a:t>. Onu </a:t>
            </a:r>
            <a:r>
              <a:rPr lang="en-US" dirty="0" err="1"/>
              <a:t>özle</a:t>
            </a:r>
            <a:r>
              <a:rPr lang="en-US" dirty="0"/>
              <a:t> </a:t>
            </a:r>
            <a:r>
              <a:rPr lang="en-US" dirty="0" err="1"/>
              <a:t>okumak</a:t>
            </a:r>
            <a:r>
              <a:rPr lang="en-US" dirty="0"/>
              <a:t>.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dönüşmek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mümin</a:t>
            </a:r>
            <a:r>
              <a:rPr lang="en-US" dirty="0"/>
              <a:t>, </a:t>
            </a:r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okumaz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okur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kalbin,yaşayan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kitaptır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her </a:t>
            </a:r>
            <a:r>
              <a:rPr lang="en-US" dirty="0" err="1"/>
              <a:t>satırındaya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yaklaşırsın,ya</a:t>
            </a:r>
            <a:r>
              <a:rPr lang="en-US" dirty="0"/>
              <a:t> da </a:t>
            </a:r>
            <a:r>
              <a:rPr lang="en-US" dirty="0" err="1"/>
              <a:t>O’ndan</a:t>
            </a:r>
            <a:r>
              <a:rPr lang="en-US" dirty="0"/>
              <a:t> </a:t>
            </a:r>
            <a:r>
              <a:rPr lang="en-US" dirty="0" err="1"/>
              <a:t>uzaklaşırsın</a:t>
            </a:r>
            <a:r>
              <a:rPr lang="en-US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8566245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B930F59-203F-8861-C6A2-F088AC5CE16A}"/>
              </a:ext>
            </a:extLst>
          </p:cNvPr>
          <p:cNvSpPr txBox="1"/>
          <p:nvPr/>
        </p:nvSpPr>
        <p:spPr>
          <a:xfrm>
            <a:off x="293914" y="212272"/>
            <a:ext cx="6368142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soruyla</a:t>
            </a:r>
            <a:r>
              <a:rPr lang="en-US" dirty="0"/>
              <a:t>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: Sen 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beğenisiyle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buluyorsun</a:t>
            </a:r>
            <a:r>
              <a:rPr lang="en-US" dirty="0"/>
              <a:t>? </a:t>
            </a:r>
            <a:r>
              <a:rPr lang="en-US" dirty="0" err="1"/>
              <a:t>İnsanların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, </a:t>
            </a:r>
            <a:r>
              <a:rPr lang="en-US" dirty="0" err="1"/>
              <a:t>kalbinin</a:t>
            </a:r>
            <a:r>
              <a:rPr lang="en-US" dirty="0"/>
              <a:t> mi? </a:t>
            </a:r>
          </a:p>
          <a:p>
            <a:r>
              <a:rPr lang="en-US" dirty="0"/>
              <a:t>Kitap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nedir</a:t>
            </a:r>
            <a:r>
              <a:rPr lang="en-US" dirty="0"/>
              <a:t>? Bilgi mi, </a:t>
            </a:r>
            <a:r>
              <a:rPr lang="en-US" dirty="0" err="1"/>
              <a:t>yol</a:t>
            </a:r>
            <a:r>
              <a:rPr lang="en-US" dirty="0"/>
              <a:t> mu,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hayatın</a:t>
            </a:r>
            <a:r>
              <a:rPr lang="en-US" dirty="0"/>
              <a:t> </a:t>
            </a:r>
            <a:r>
              <a:rPr lang="en-US" dirty="0" err="1"/>
              <a:t>kendisi</a:t>
            </a:r>
            <a:r>
              <a:rPr lang="en-US" dirty="0"/>
              <a:t> mi? </a:t>
            </a:r>
          </a:p>
          <a:p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dışarıda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oku</a:t>
            </a:r>
            <a:r>
              <a:rPr lang="en-US" dirty="0"/>
              <a:t>. Ve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hatırladıkça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sana </a:t>
            </a:r>
            <a:r>
              <a:rPr lang="en-US" dirty="0" err="1"/>
              <a:t>görünür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O’sun</a:t>
            </a:r>
            <a:r>
              <a:rPr lang="en-US" dirty="0"/>
              <a:t>. Ve O da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içindedir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Suresi’nin</a:t>
            </a:r>
            <a:r>
              <a:rPr lang="en-US" dirty="0"/>
              <a:t> 122–123. </a:t>
            </a:r>
            <a:r>
              <a:rPr lang="en-US" dirty="0" err="1"/>
              <a:t>ayetlerine</a:t>
            </a:r>
            <a:r>
              <a:rPr lang="en-US" dirty="0"/>
              <a:t>.</a:t>
            </a:r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yüzleşmeye</a:t>
            </a:r>
            <a:r>
              <a:rPr lang="en-US" dirty="0"/>
              <a:t> </a:t>
            </a:r>
            <a:r>
              <a:rPr lang="en-US" dirty="0" err="1"/>
              <a:t>çağırıyor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Seçilmiş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mu </a:t>
            </a:r>
            <a:r>
              <a:rPr lang="en-US" dirty="0" err="1"/>
              <a:t>sanıyorsun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seçildiğini</a:t>
            </a:r>
            <a:r>
              <a:rPr lang="en-US" dirty="0"/>
              <a:t> </a:t>
            </a:r>
            <a:r>
              <a:rPr lang="en-US" dirty="0" err="1"/>
              <a:t>hatırlayıp</a:t>
            </a:r>
            <a:r>
              <a:rPr lang="en-US" dirty="0"/>
              <a:t> </a:t>
            </a:r>
            <a:r>
              <a:rPr lang="en-US" dirty="0" err="1"/>
              <a:t>sorumluluğu</a:t>
            </a:r>
            <a:r>
              <a:rPr lang="en-US" dirty="0"/>
              <a:t> mu </a:t>
            </a:r>
            <a:r>
              <a:rPr lang="en-US" dirty="0" err="1"/>
              <a:t>alıyorsun</a:t>
            </a:r>
            <a:r>
              <a:rPr lang="en-US" dirty="0"/>
              <a:t>?”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Söz</a:t>
            </a:r>
            <a:r>
              <a:rPr lang="en-US" dirty="0"/>
              <a:t> verdin mi…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o </a:t>
            </a:r>
            <a:r>
              <a:rPr lang="en-US" dirty="0" err="1"/>
              <a:t>sözü</a:t>
            </a:r>
            <a:r>
              <a:rPr lang="en-US" dirty="0"/>
              <a:t> </a:t>
            </a:r>
            <a:r>
              <a:rPr lang="en-US" dirty="0" err="1"/>
              <a:t>unuttun</a:t>
            </a:r>
            <a:r>
              <a:rPr lang="en-US" dirty="0"/>
              <a:t> mu?”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ayet,unutulan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sözleşmeleri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hesap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kalmanın</a:t>
            </a:r>
            <a:r>
              <a:rPr lang="en-US" dirty="0"/>
              <a:t> </a:t>
            </a:r>
            <a:r>
              <a:rPr lang="en-US" dirty="0" err="1"/>
              <a:t>gerçeğini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122–123</a:t>
            </a:r>
            <a:endParaRPr lang="tr-TR" b="1" dirty="0"/>
          </a:p>
          <a:p>
            <a:endParaRPr lang="tr-TR" b="1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Seçilmişlik</a:t>
            </a:r>
            <a:r>
              <a:rPr lang="en-US" dirty="0"/>
              <a:t> Kibir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Hatırlanması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Bir </a:t>
            </a:r>
            <a:r>
              <a:rPr lang="en-US" dirty="0" err="1"/>
              <a:t>Sözleşmedir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O Gün,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Fayda </a:t>
            </a:r>
            <a:r>
              <a:rPr lang="en-US" dirty="0" err="1"/>
              <a:t>Veremez</a:t>
            </a:r>
            <a:r>
              <a:rPr lang="en-US" dirty="0"/>
              <a:t> —</a:t>
            </a:r>
            <a:endParaRPr lang="tr-TR" dirty="0"/>
          </a:p>
          <a:p>
            <a:r>
              <a:rPr lang="en-US" b="1" dirty="0"/>
              <a:t>122.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“Ey </a:t>
            </a:r>
            <a:r>
              <a:rPr lang="en-US" dirty="0" err="1"/>
              <a:t>İsrailoğulları</a:t>
            </a:r>
            <a:r>
              <a:rPr lang="en-US" dirty="0"/>
              <a:t>! Size </a:t>
            </a:r>
            <a:r>
              <a:rPr lang="en-US" dirty="0" err="1"/>
              <a:t>verdiğim</a:t>
            </a:r>
            <a:r>
              <a:rPr lang="en-US" dirty="0"/>
              <a:t> </a:t>
            </a:r>
            <a:r>
              <a:rPr lang="en-US" dirty="0" err="1"/>
              <a:t>nimeti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âlemlere</a:t>
            </a:r>
            <a:r>
              <a:rPr lang="en-US" dirty="0"/>
              <a:t> </a:t>
            </a:r>
            <a:r>
              <a:rPr lang="en-US" dirty="0" err="1"/>
              <a:t>üstün</a:t>
            </a:r>
            <a:r>
              <a:rPr lang="en-US" dirty="0"/>
              <a:t> </a:t>
            </a:r>
            <a:r>
              <a:rPr lang="en-US" dirty="0" err="1"/>
              <a:t>kıldığımı</a:t>
            </a:r>
            <a:r>
              <a:rPr lang="en-US" dirty="0"/>
              <a:t> </a:t>
            </a:r>
            <a:r>
              <a:rPr lang="en-US" dirty="0" err="1"/>
              <a:t>hatırlayın</a:t>
            </a:r>
            <a:r>
              <a:rPr lang="tr-TR" b="1" dirty="0"/>
              <a:t>.</a:t>
            </a:r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İsrailoğulları</a:t>
            </a:r>
            <a:r>
              <a:rPr lang="en-US" dirty="0"/>
              <a:t> </a:t>
            </a:r>
            <a:r>
              <a:rPr lang="en-US" dirty="0" err="1"/>
              <a:t>semboliktir</a:t>
            </a:r>
            <a:r>
              <a:rPr lang="en-US" dirty="0"/>
              <a:t>:“Kutsal </a:t>
            </a:r>
            <a:r>
              <a:rPr lang="en-US" dirty="0" err="1"/>
              <a:t>sözleşme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.”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sana </a:t>
            </a:r>
            <a:r>
              <a:rPr lang="en-US" dirty="0" err="1"/>
              <a:t>diyor</a:t>
            </a:r>
            <a:r>
              <a:rPr lang="en-US" dirty="0"/>
              <a:t> ki: 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zamanlar</a:t>
            </a:r>
            <a:r>
              <a:rPr lang="en-US" dirty="0"/>
              <a:t> </a:t>
            </a:r>
            <a:r>
              <a:rPr lang="en-US" dirty="0" err="1"/>
              <a:t>seçildin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hatırlayacaktın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Sana </a:t>
            </a:r>
            <a:r>
              <a:rPr lang="en-US" dirty="0" err="1"/>
              <a:t>nimet</a:t>
            </a:r>
            <a:r>
              <a:rPr lang="en-US" dirty="0"/>
              <a:t> </a:t>
            </a:r>
            <a:r>
              <a:rPr lang="en-US" dirty="0" err="1"/>
              <a:t>verildi</a:t>
            </a:r>
            <a:r>
              <a:rPr lang="en-US" dirty="0"/>
              <a:t> —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, </a:t>
            </a:r>
            <a:r>
              <a:rPr lang="en-US" dirty="0" err="1"/>
              <a:t>sezgi</a:t>
            </a:r>
            <a:r>
              <a:rPr lang="en-US" dirty="0"/>
              <a:t>, </a:t>
            </a:r>
            <a:r>
              <a:rPr lang="en-US" dirty="0" err="1"/>
              <a:t>ilham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üstünlüğün</a:t>
            </a:r>
            <a:r>
              <a:rPr lang="en-US" dirty="0"/>
              <a:t>, </a:t>
            </a:r>
            <a:r>
              <a:rPr lang="en-US" dirty="0" err="1"/>
              <a:t>diğerlerinden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yakınlığındandı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uyarı</a:t>
            </a:r>
            <a:r>
              <a:rPr lang="en-US" dirty="0"/>
              <a:t> </a:t>
            </a:r>
            <a:r>
              <a:rPr lang="en-US" dirty="0" err="1"/>
              <a:t>gizlidir</a:t>
            </a:r>
            <a:r>
              <a:rPr lang="en-US" dirty="0"/>
              <a:t>:</a:t>
            </a:r>
          </a:p>
          <a:p>
            <a:r>
              <a:rPr lang="en-US" dirty="0" err="1"/>
              <a:t>Hatırla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unutursan</a:t>
            </a:r>
            <a:r>
              <a:rPr lang="en-US" dirty="0"/>
              <a:t>, o </a:t>
            </a:r>
            <a:r>
              <a:rPr lang="en-US" dirty="0" err="1"/>
              <a:t>nimet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lanete</a:t>
            </a:r>
            <a:r>
              <a:rPr lang="en-US" dirty="0"/>
              <a:t> </a:t>
            </a:r>
            <a:r>
              <a:rPr lang="en-US" dirty="0" err="1"/>
              <a:t>dönüşebilir</a:t>
            </a:r>
            <a:r>
              <a:rPr lang="en-US" dirty="0"/>
              <a:t>. </a:t>
            </a:r>
            <a:endParaRPr lang="en-TR" dirty="0"/>
          </a:p>
          <a:p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817781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D386366-BEB6-B263-66BD-8AAED834C08A}"/>
              </a:ext>
            </a:extLst>
          </p:cNvPr>
          <p:cNvSpPr txBox="1"/>
          <p:nvPr/>
        </p:nvSpPr>
        <p:spPr>
          <a:xfrm>
            <a:off x="261257" y="277585"/>
            <a:ext cx="6090557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123.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günden</a:t>
            </a:r>
            <a:r>
              <a:rPr lang="en-US" dirty="0"/>
              <a:t> </a:t>
            </a:r>
            <a:r>
              <a:rPr lang="en-US" dirty="0" err="1"/>
              <a:t>sakının</a:t>
            </a:r>
            <a:r>
              <a:rPr lang="en-US" dirty="0"/>
              <a:t> ki, o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fayda</a:t>
            </a:r>
            <a:r>
              <a:rPr lang="en-US" dirty="0"/>
              <a:t> </a:t>
            </a:r>
            <a:r>
              <a:rPr lang="en-US" dirty="0" err="1"/>
              <a:t>veremez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</a:t>
            </a:r>
            <a:r>
              <a:rPr lang="en-US" dirty="0" err="1"/>
              <a:t>Kimseden</a:t>
            </a:r>
            <a:r>
              <a:rPr lang="en-US" dirty="0"/>
              <a:t> </a:t>
            </a:r>
            <a:r>
              <a:rPr lang="en-US" dirty="0" err="1"/>
              <a:t>fidye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edilmez</a:t>
            </a:r>
            <a:r>
              <a:rPr lang="en-US" dirty="0"/>
              <a:t>,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şefaat</a:t>
            </a:r>
            <a:r>
              <a:rPr lang="en-US" dirty="0"/>
              <a:t> de </a:t>
            </a:r>
            <a:r>
              <a:rPr lang="en-US" dirty="0" err="1"/>
              <a:t>fayda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yardım</a:t>
            </a:r>
            <a:r>
              <a:rPr lang="en-US" dirty="0"/>
              <a:t> da </a:t>
            </a:r>
            <a:r>
              <a:rPr lang="en-US" dirty="0" err="1"/>
              <a:t>edilmez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ayet,büyük</a:t>
            </a:r>
            <a:r>
              <a:rPr lang="en-US" dirty="0"/>
              <a:t> </a:t>
            </a:r>
            <a:r>
              <a:rPr lang="en-US" dirty="0" err="1"/>
              <a:t>yüzleşme</a:t>
            </a:r>
            <a:r>
              <a:rPr lang="en-US" dirty="0"/>
              <a:t> </a:t>
            </a:r>
            <a:r>
              <a:rPr lang="en-US" dirty="0" err="1"/>
              <a:t>anını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.“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fayda</a:t>
            </a:r>
            <a:r>
              <a:rPr lang="en-US" dirty="0"/>
              <a:t> </a:t>
            </a:r>
            <a:r>
              <a:rPr lang="en-US" dirty="0" err="1"/>
              <a:t>veremez</a:t>
            </a:r>
            <a:r>
              <a:rPr lang="en-US" dirty="0"/>
              <a:t>” =</a:t>
            </a:r>
            <a:r>
              <a:rPr lang="en-US" dirty="0" err="1"/>
              <a:t>İlişkiler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frekanslar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Fidye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edilmez</a:t>
            </a:r>
            <a:r>
              <a:rPr lang="en-US" dirty="0"/>
              <a:t>” =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işe</a:t>
            </a:r>
            <a:r>
              <a:rPr lang="en-US" dirty="0"/>
              <a:t> </a:t>
            </a:r>
            <a:r>
              <a:rPr lang="en-US" dirty="0" err="1"/>
              <a:t>yaramaz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Şefaat</a:t>
            </a:r>
            <a:r>
              <a:rPr lang="en-US" dirty="0"/>
              <a:t> </a:t>
            </a:r>
            <a:r>
              <a:rPr lang="en-US" dirty="0" err="1"/>
              <a:t>fayda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” =Aracı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işlemediğitam</a:t>
            </a:r>
            <a:r>
              <a:rPr lang="en-US" dirty="0"/>
              <a:t> </a:t>
            </a:r>
            <a:r>
              <a:rPr lang="en-US" dirty="0" err="1"/>
              <a:t>birebir</a:t>
            </a:r>
            <a:r>
              <a:rPr lang="en-US" dirty="0"/>
              <a:t> </a:t>
            </a:r>
            <a:r>
              <a:rPr lang="en-US" dirty="0" err="1"/>
              <a:t>rezonans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dürter</a:t>
            </a:r>
            <a:r>
              <a:rPr lang="en-US" dirty="0"/>
              <a:t>: “O </a:t>
            </a:r>
            <a:r>
              <a:rPr lang="en-US" dirty="0" err="1"/>
              <a:t>gün</a:t>
            </a:r>
            <a:r>
              <a:rPr lang="en-US" dirty="0"/>
              <a:t>, </a:t>
            </a:r>
            <a:r>
              <a:rPr lang="en-US" dirty="0" err="1"/>
              <a:t>kendinle</a:t>
            </a:r>
            <a:r>
              <a:rPr lang="en-US" dirty="0"/>
              <a:t> </a:t>
            </a:r>
            <a:r>
              <a:rPr lang="en-US" dirty="0" err="1"/>
              <a:t>baş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kalacaksın</a:t>
            </a:r>
            <a:r>
              <a:rPr lang="en-US" dirty="0"/>
              <a:t>.” Ve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hesabı</a:t>
            </a:r>
            <a:r>
              <a:rPr lang="en-US" dirty="0"/>
              <a:t>,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verilecek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korkutma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hatırlatma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mısın</a:t>
            </a:r>
            <a:r>
              <a:rPr lang="en-US" dirty="0"/>
              <a:t>? </a:t>
            </a:r>
            <a:r>
              <a:rPr lang="en-US" dirty="0" err="1"/>
              <a:t>Yaşadığın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sorumluluğunu</a:t>
            </a:r>
            <a:r>
              <a:rPr lang="en-US" dirty="0"/>
              <a:t> </a:t>
            </a:r>
            <a:r>
              <a:rPr lang="en-US" dirty="0" err="1"/>
              <a:t>almaya</a:t>
            </a:r>
            <a:r>
              <a:rPr lang="en-US" dirty="0"/>
              <a:t>…”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seçildin</a:t>
            </a:r>
            <a:r>
              <a:rPr lang="en-US" dirty="0"/>
              <a:t>. Ama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ayrıcalık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görevdir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hatırlayışa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Seçilmişliğini</a:t>
            </a:r>
            <a:r>
              <a:rPr lang="en-US" dirty="0"/>
              <a:t> </a:t>
            </a:r>
            <a:r>
              <a:rPr lang="en-US" dirty="0" err="1"/>
              <a:t>hatırla</a:t>
            </a:r>
            <a:r>
              <a:rPr lang="en-US" dirty="0"/>
              <a:t> — ama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kibirlenme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görevdir</a:t>
            </a:r>
            <a:r>
              <a:rPr lang="en-US" dirty="0"/>
              <a:t>. </a:t>
            </a:r>
          </a:p>
          <a:p>
            <a:r>
              <a:rPr lang="en-US" dirty="0"/>
              <a:t>O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yanında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okuyacak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fayda</a:t>
            </a:r>
            <a:r>
              <a:rPr lang="en-US" dirty="0"/>
              <a:t> </a:t>
            </a:r>
            <a:r>
              <a:rPr lang="en-US" dirty="0" err="1"/>
              <a:t>veremez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sadık</a:t>
            </a:r>
            <a:r>
              <a:rPr lang="en-US" dirty="0"/>
              <a:t> </a:t>
            </a:r>
            <a:r>
              <a:rPr lang="en-US" dirty="0" err="1"/>
              <a:t>kalırsan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yardım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.”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6213958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965F3E7-8971-DF43-99A7-860F508C62B1}"/>
              </a:ext>
            </a:extLst>
          </p:cNvPr>
          <p:cNvSpPr txBox="1"/>
          <p:nvPr/>
        </p:nvSpPr>
        <p:spPr>
          <a:xfrm>
            <a:off x="310243" y="146958"/>
            <a:ext cx="5878286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 </a:t>
            </a:r>
            <a:r>
              <a:rPr lang="en-US" dirty="0" err="1"/>
              <a:t>şimdi</a:t>
            </a:r>
            <a:r>
              <a:rPr lang="en-US" dirty="0"/>
              <a:t>…</a:t>
            </a:r>
          </a:p>
          <a:p>
            <a:r>
              <a:rPr lang="en-US" dirty="0" err="1"/>
              <a:t>Geliyoruz</a:t>
            </a:r>
            <a:r>
              <a:rPr lang="en-US" dirty="0"/>
              <a:t> Bakara </a:t>
            </a:r>
            <a:r>
              <a:rPr lang="en-US" dirty="0" err="1"/>
              <a:t>Suresi</a:t>
            </a:r>
            <a:r>
              <a:rPr lang="en-US" dirty="0"/>
              <a:t> 124.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peygamberin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–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liderliğe</a:t>
            </a:r>
            <a:r>
              <a:rPr lang="en-US" dirty="0"/>
              <a:t> </a:t>
            </a:r>
            <a:r>
              <a:rPr lang="en-US" dirty="0" err="1"/>
              <a:t>yükselme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anlatır.Buradaki</a:t>
            </a:r>
            <a:r>
              <a:rPr lang="en-US" dirty="0"/>
              <a:t> </a:t>
            </a:r>
            <a:r>
              <a:rPr lang="en-US" dirty="0" err="1"/>
              <a:t>İbrahim,sadece</a:t>
            </a:r>
            <a:r>
              <a:rPr lang="en-US" dirty="0"/>
              <a:t> </a:t>
            </a:r>
            <a:r>
              <a:rPr lang="en-US" dirty="0" err="1"/>
              <a:t>tarihi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figür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yolcusu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ta </a:t>
            </a:r>
            <a:r>
              <a:rPr lang="en-US" dirty="0" err="1"/>
              <a:t>kendisidir</a:t>
            </a:r>
            <a:r>
              <a:rPr lang="en-US" dirty="0"/>
              <a:t>.</a:t>
            </a:r>
          </a:p>
          <a:p>
            <a:r>
              <a:rPr lang="en-US" dirty="0"/>
              <a:t>Bu, </a:t>
            </a:r>
            <a:r>
              <a:rPr lang="en-US" dirty="0" err="1"/>
              <a:t>ölçülen</a:t>
            </a:r>
            <a:r>
              <a:rPr lang="en-US" dirty="0"/>
              <a:t> – </a:t>
            </a:r>
            <a:r>
              <a:rPr lang="en-US" dirty="0" err="1"/>
              <a:t>sınanan</a:t>
            </a:r>
            <a:r>
              <a:rPr lang="en-US" dirty="0"/>
              <a:t> –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seçilen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hikâyesidir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124</a:t>
            </a:r>
            <a:endParaRPr lang="tr-TR" b="1" dirty="0"/>
          </a:p>
          <a:p>
            <a:endParaRPr lang="tr-TR" b="1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İçtenlikte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,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Yükselir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Liderlik</a:t>
            </a:r>
            <a:r>
              <a:rPr lang="en-US" dirty="0"/>
              <a:t>, Soyla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 —</a:t>
            </a:r>
            <a:endParaRPr lang="tr-TR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124. </a:t>
            </a:r>
            <a:r>
              <a:rPr lang="en-US" b="1" dirty="0" err="1"/>
              <a:t>Ayet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“Hani Rabbi </a:t>
            </a:r>
            <a:r>
              <a:rPr lang="en-US" dirty="0" err="1"/>
              <a:t>İbrahim’i</a:t>
            </a:r>
            <a:r>
              <a:rPr lang="en-US" dirty="0"/>
              <a:t> </a:t>
            </a:r>
            <a:r>
              <a:rPr lang="en-US" dirty="0" err="1"/>
              <a:t>birtakım</a:t>
            </a:r>
            <a:r>
              <a:rPr lang="en-US" dirty="0"/>
              <a:t> </a:t>
            </a:r>
            <a:r>
              <a:rPr lang="en-US" dirty="0" err="1"/>
              <a:t>kelimelerle</a:t>
            </a:r>
            <a:r>
              <a:rPr lang="en-US" dirty="0"/>
              <a:t> </a:t>
            </a:r>
            <a:r>
              <a:rPr lang="en-US" dirty="0" err="1"/>
              <a:t>denemişti</a:t>
            </a:r>
            <a:r>
              <a:rPr lang="en-US" dirty="0"/>
              <a:t> de o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tamamlayınca</a:t>
            </a:r>
            <a:r>
              <a:rPr lang="en-US" dirty="0"/>
              <a:t>, </a:t>
            </a:r>
            <a:endParaRPr lang="tr-TR" dirty="0"/>
          </a:p>
          <a:p>
            <a:r>
              <a:rPr lang="en-US" dirty="0"/>
              <a:t>Allah </a:t>
            </a:r>
            <a:r>
              <a:rPr lang="en-US" dirty="0" err="1"/>
              <a:t>ona</a:t>
            </a:r>
            <a:r>
              <a:rPr lang="en-US" dirty="0"/>
              <a:t>: ‘Ben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önder</a:t>
            </a:r>
            <a:r>
              <a:rPr lang="en-US" dirty="0"/>
              <a:t> </a:t>
            </a:r>
            <a:r>
              <a:rPr lang="en-US" dirty="0" err="1"/>
              <a:t>yapacağım</a:t>
            </a:r>
            <a:r>
              <a:rPr lang="en-US" dirty="0"/>
              <a:t>’ </a:t>
            </a:r>
            <a:r>
              <a:rPr lang="en-US" dirty="0" err="1"/>
              <a:t>dedi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İbrahim </a:t>
            </a:r>
            <a:r>
              <a:rPr lang="en-US" dirty="0" err="1"/>
              <a:t>dedi</a:t>
            </a:r>
            <a:r>
              <a:rPr lang="en-US" dirty="0"/>
              <a:t> ki: ‘</a:t>
            </a:r>
            <a:r>
              <a:rPr lang="en-US" dirty="0" err="1"/>
              <a:t>Soyumdan</a:t>
            </a:r>
            <a:r>
              <a:rPr lang="en-US" dirty="0"/>
              <a:t> da (</a:t>
            </a:r>
            <a:r>
              <a:rPr lang="en-US" dirty="0" err="1"/>
              <a:t>önderler</a:t>
            </a:r>
            <a:r>
              <a:rPr lang="en-US" dirty="0"/>
              <a:t> yap, </a:t>
            </a:r>
            <a:r>
              <a:rPr lang="en-US" dirty="0" err="1"/>
              <a:t>ey</a:t>
            </a:r>
            <a:r>
              <a:rPr lang="en-US" dirty="0"/>
              <a:t> </a:t>
            </a:r>
            <a:r>
              <a:rPr lang="en-US" dirty="0" err="1"/>
              <a:t>Rabbim</a:t>
            </a:r>
            <a:r>
              <a:rPr lang="en-US" dirty="0"/>
              <a:t>!)’ Allah </a:t>
            </a:r>
            <a:r>
              <a:rPr lang="en-US" dirty="0" err="1"/>
              <a:t>dedi</a:t>
            </a:r>
            <a:r>
              <a:rPr lang="en-US" dirty="0"/>
              <a:t> ki: ‘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ahdim</a:t>
            </a:r>
            <a:r>
              <a:rPr lang="en-US" dirty="0"/>
              <a:t>, </a:t>
            </a:r>
            <a:r>
              <a:rPr lang="en-US" dirty="0" err="1"/>
              <a:t>zalimlere</a:t>
            </a:r>
            <a:r>
              <a:rPr lang="en-US" dirty="0"/>
              <a:t> </a:t>
            </a:r>
            <a:r>
              <a:rPr lang="en-US" dirty="0" err="1"/>
              <a:t>erişmez</a:t>
            </a:r>
            <a:r>
              <a:rPr lang="en-US" dirty="0"/>
              <a:t>.’”**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önderliğe</a:t>
            </a:r>
            <a:r>
              <a:rPr lang="en-US" dirty="0"/>
              <a:t> </a:t>
            </a:r>
            <a:r>
              <a:rPr lang="en-US" dirty="0" err="1"/>
              <a:t>yükselişini</a:t>
            </a:r>
            <a:r>
              <a:rPr lang="en-US" dirty="0"/>
              <a:t> </a:t>
            </a:r>
            <a:r>
              <a:rPr lang="en-US" dirty="0" err="1"/>
              <a:t>anlatır.Ama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önderlik</a:t>
            </a:r>
            <a:r>
              <a:rPr lang="en-US" dirty="0"/>
              <a:t>, </a:t>
            </a:r>
            <a:r>
              <a:rPr lang="en-US" dirty="0" err="1"/>
              <a:t>dünyasal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–</a:t>
            </a: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liderliktir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Sırlarla</a:t>
            </a:r>
            <a:r>
              <a:rPr lang="en-US" b="1" dirty="0"/>
              <a:t> </a:t>
            </a:r>
            <a:r>
              <a:rPr lang="en-US" b="1" dirty="0" err="1"/>
              <a:t>dolu</a:t>
            </a:r>
            <a:r>
              <a:rPr lang="en-US" b="1" dirty="0"/>
              <a:t> 3 </a:t>
            </a:r>
            <a:r>
              <a:rPr lang="en-US" b="1" dirty="0" err="1"/>
              <a:t>bölüm</a:t>
            </a:r>
            <a:r>
              <a:rPr lang="en-US" b="1" dirty="0"/>
              <a:t>:</a:t>
            </a:r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 err="1"/>
              <a:t>Kelimelerle</a:t>
            </a:r>
            <a:r>
              <a:rPr lang="en-US" b="1" dirty="0"/>
              <a:t> </a:t>
            </a:r>
            <a:r>
              <a:rPr lang="en-US" b="1" dirty="0" err="1"/>
              <a:t>Denenmek</a:t>
            </a:r>
            <a:r>
              <a:rPr lang="en-US" b="1" dirty="0"/>
              <a:t> – </a:t>
            </a:r>
            <a:r>
              <a:rPr lang="en-US" b="1" dirty="0" err="1"/>
              <a:t>İçsel</a:t>
            </a:r>
            <a:r>
              <a:rPr lang="en-US" b="1" dirty="0"/>
              <a:t> </a:t>
            </a:r>
            <a:r>
              <a:rPr lang="en-US" b="1" dirty="0" err="1"/>
              <a:t>Sınav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“Rabbi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kelimelerle</a:t>
            </a:r>
            <a:r>
              <a:rPr lang="en-US" dirty="0"/>
              <a:t> </a:t>
            </a:r>
            <a:r>
              <a:rPr lang="en-US" dirty="0" err="1"/>
              <a:t>denedi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“</a:t>
            </a:r>
            <a:r>
              <a:rPr lang="en-US" dirty="0" err="1"/>
              <a:t>kelimeler</a:t>
            </a:r>
            <a:r>
              <a:rPr lang="en-US" dirty="0"/>
              <a:t>”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değil:İçsel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şifreleri</a:t>
            </a:r>
            <a:r>
              <a:rPr lang="en-US" dirty="0"/>
              <a:t>.</a:t>
            </a:r>
          </a:p>
          <a:p>
            <a:r>
              <a:rPr lang="en-US" dirty="0"/>
              <a:t>Belki </a:t>
            </a:r>
            <a:r>
              <a:rPr lang="en-US" dirty="0" err="1"/>
              <a:t>sabır,belki</a:t>
            </a:r>
            <a:r>
              <a:rPr lang="en-US" dirty="0"/>
              <a:t> </a:t>
            </a:r>
            <a:r>
              <a:rPr lang="en-US" dirty="0" err="1"/>
              <a:t>tevazu,belki</a:t>
            </a:r>
            <a:r>
              <a:rPr lang="en-US" dirty="0"/>
              <a:t> </a:t>
            </a:r>
            <a:r>
              <a:rPr lang="en-US" dirty="0" err="1"/>
              <a:t>yalnızlık,belki</a:t>
            </a:r>
            <a:r>
              <a:rPr lang="en-US" dirty="0"/>
              <a:t> </a:t>
            </a:r>
            <a:r>
              <a:rPr lang="en-US" dirty="0" err="1"/>
              <a:t>kayıptı</a:t>
            </a: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İbrahim </a:t>
            </a:r>
            <a:r>
              <a:rPr lang="en-US" dirty="0" err="1"/>
              <a:t>bilinci</a:t>
            </a:r>
            <a:r>
              <a:rPr lang="en-US" dirty="0"/>
              <a:t>,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sınavda</a:t>
            </a:r>
            <a:r>
              <a:rPr lang="en-US" dirty="0"/>
              <a:t>,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sesine</a:t>
            </a:r>
            <a:r>
              <a:rPr lang="en-US" dirty="0"/>
              <a:t> </a:t>
            </a:r>
            <a:r>
              <a:rPr lang="en-US" dirty="0" err="1"/>
              <a:t>sadık</a:t>
            </a:r>
            <a:r>
              <a:rPr lang="en-US" dirty="0"/>
              <a:t> </a:t>
            </a:r>
            <a:r>
              <a:rPr lang="en-US" dirty="0" err="1"/>
              <a:t>kaldı</a:t>
            </a:r>
            <a:r>
              <a:rPr lang="en-US" dirty="0"/>
              <a:t>.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572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3FB55E1-837B-3615-F545-5CAE13DE31C7}"/>
              </a:ext>
            </a:extLst>
          </p:cNvPr>
          <p:cNvSpPr txBox="1"/>
          <p:nvPr/>
        </p:nvSpPr>
        <p:spPr>
          <a:xfrm>
            <a:off x="391885" y="244929"/>
            <a:ext cx="6041571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“Ben </a:t>
            </a:r>
            <a:r>
              <a:rPr lang="en-US" b="1" dirty="0" err="1"/>
              <a:t>seni</a:t>
            </a:r>
            <a:r>
              <a:rPr lang="en-US" b="1" dirty="0"/>
              <a:t> </a:t>
            </a:r>
            <a:r>
              <a:rPr lang="en-US" b="1" dirty="0" err="1"/>
              <a:t>insanlara</a:t>
            </a:r>
            <a:r>
              <a:rPr lang="en-US" b="1" dirty="0"/>
              <a:t> </a:t>
            </a:r>
            <a:r>
              <a:rPr lang="en-US" b="1" dirty="0" err="1"/>
              <a:t>önder</a:t>
            </a:r>
            <a:r>
              <a:rPr lang="en-US" b="1" dirty="0"/>
              <a:t> </a:t>
            </a:r>
            <a:r>
              <a:rPr lang="en-US" b="1" dirty="0" err="1"/>
              <a:t>yapacağım</a:t>
            </a:r>
            <a:r>
              <a:rPr lang="en-US" b="1" dirty="0"/>
              <a:t>.”</a:t>
            </a:r>
          </a:p>
          <a:p>
            <a:r>
              <a:rPr lang="en-US" dirty="0" err="1"/>
              <a:t>Önderlik</a:t>
            </a:r>
            <a:r>
              <a:rPr lang="en-US" dirty="0"/>
              <a:t>,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  <a:r>
              <a:rPr lang="en-US" dirty="0" err="1"/>
              <a:t>bütünlükle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önderlik:Enerjidir</a:t>
            </a:r>
            <a:r>
              <a:rPr lang="en-US" dirty="0"/>
              <a:t>.</a:t>
            </a:r>
          </a:p>
          <a:p>
            <a:r>
              <a:rPr lang="en-US" dirty="0" err="1"/>
              <a:t>Varlığınla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gösterirsin.Söylemeden</a:t>
            </a:r>
            <a:r>
              <a:rPr lang="en-US" dirty="0"/>
              <a:t> bile…</a:t>
            </a:r>
          </a:p>
          <a:p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soruyu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: 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dünyada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mi </a:t>
            </a:r>
            <a:r>
              <a:rPr lang="en-US" dirty="0" err="1"/>
              <a:t>bırakacaksın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geçecek</a:t>
            </a:r>
            <a:r>
              <a:rPr lang="en-US" dirty="0"/>
              <a:t>?”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Soyumdan</a:t>
            </a:r>
            <a:r>
              <a:rPr lang="en-US" b="1" dirty="0"/>
              <a:t> da </a:t>
            </a:r>
            <a:r>
              <a:rPr lang="en-US" b="1" dirty="0" err="1"/>
              <a:t>önder</a:t>
            </a:r>
            <a:r>
              <a:rPr lang="en-US" b="1" dirty="0"/>
              <a:t> yap” – “</a:t>
            </a:r>
            <a:r>
              <a:rPr lang="en-US" b="1" dirty="0" err="1"/>
              <a:t>Zalimlere</a:t>
            </a:r>
            <a:r>
              <a:rPr lang="en-US" b="1" dirty="0"/>
              <a:t> </a:t>
            </a:r>
            <a:r>
              <a:rPr lang="en-US" b="1" dirty="0" err="1"/>
              <a:t>erişmez</a:t>
            </a:r>
            <a:r>
              <a:rPr lang="en-US" b="1" dirty="0"/>
              <a:t>.”</a:t>
            </a:r>
            <a:endParaRPr lang="tr-TR" b="1" dirty="0"/>
          </a:p>
          <a:p>
            <a:endParaRPr lang="en-US" b="1" dirty="0"/>
          </a:p>
          <a:p>
            <a:r>
              <a:rPr lang="en-US" dirty="0"/>
              <a:t>Hz. İbrahim der ki:“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soyumdan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 da </a:t>
            </a:r>
            <a:r>
              <a:rPr lang="en-US" dirty="0" err="1"/>
              <a:t>önder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.”</a:t>
            </a:r>
          </a:p>
          <a:p>
            <a:r>
              <a:rPr lang="en-US" dirty="0"/>
              <a:t>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yanıtlar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ahdim</a:t>
            </a:r>
            <a:r>
              <a:rPr lang="en-US" dirty="0"/>
              <a:t> (</a:t>
            </a:r>
            <a:r>
              <a:rPr lang="en-US" dirty="0" err="1"/>
              <a:t>sözüm</a:t>
            </a:r>
            <a:r>
              <a:rPr lang="en-US" dirty="0"/>
              <a:t>, </a:t>
            </a:r>
            <a:r>
              <a:rPr lang="en-US" dirty="0" err="1"/>
              <a:t>misakım</a:t>
            </a:r>
            <a:r>
              <a:rPr lang="en-US" dirty="0"/>
              <a:t>) </a:t>
            </a:r>
            <a:r>
              <a:rPr lang="en-US" dirty="0" err="1"/>
              <a:t>zalimlere</a:t>
            </a:r>
            <a:r>
              <a:rPr lang="en-US" dirty="0"/>
              <a:t> </a:t>
            </a:r>
            <a:r>
              <a:rPr lang="en-US" dirty="0" err="1"/>
              <a:t>erişmez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Yani soy </a:t>
            </a:r>
            <a:r>
              <a:rPr lang="en-US" dirty="0" err="1"/>
              <a:t>değil,frekanstır</a:t>
            </a:r>
            <a:r>
              <a:rPr lang="en-US" dirty="0"/>
              <a:t> </a:t>
            </a:r>
            <a:r>
              <a:rPr lang="en-US" dirty="0" err="1"/>
              <a:t>belirleyici.Dıştan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ailede</a:t>
            </a:r>
            <a:r>
              <a:rPr lang="en-US" dirty="0"/>
              <a:t> </a:t>
            </a:r>
            <a:r>
              <a:rPr lang="en-US" dirty="0" err="1"/>
              <a:t>olsan</a:t>
            </a:r>
            <a:r>
              <a:rPr lang="en-US" dirty="0"/>
              <a:t> </a:t>
            </a:r>
            <a:r>
              <a:rPr lang="en-US" dirty="0" err="1"/>
              <a:t>da,Aynı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</a:t>
            </a:r>
            <a:r>
              <a:rPr lang="en-US" dirty="0" err="1"/>
              <a:t>doğsan</a:t>
            </a:r>
            <a:r>
              <a:rPr lang="en-US" dirty="0"/>
              <a:t> da —Senin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değilse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sana </a:t>
            </a:r>
            <a:r>
              <a:rPr lang="en-US" dirty="0" err="1"/>
              <a:t>dokunmaz</a:t>
            </a:r>
            <a:r>
              <a:rPr lang="en-US" dirty="0"/>
              <a:t>. </a:t>
            </a:r>
            <a:r>
              <a:rPr lang="en-US" dirty="0" err="1"/>
              <a:t>Liderlik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“</a:t>
            </a:r>
            <a:r>
              <a:rPr lang="en-US" dirty="0" err="1"/>
              <a:t>kanla</a:t>
            </a:r>
            <a:r>
              <a:rPr lang="en-US" dirty="0"/>
              <a:t>”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aktarılır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hatırlatma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: Sen </a:t>
            </a:r>
            <a:r>
              <a:rPr lang="en-US" dirty="0" err="1"/>
              <a:t>sınandın</a:t>
            </a:r>
            <a:r>
              <a:rPr lang="en-US" dirty="0"/>
              <a:t>. Ama o </a:t>
            </a:r>
            <a:r>
              <a:rPr lang="en-US" dirty="0" err="1"/>
              <a:t>sınavlar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frekanslarıydı</a:t>
            </a:r>
            <a:r>
              <a:rPr lang="en-US" dirty="0"/>
              <a:t>. </a:t>
            </a:r>
          </a:p>
          <a:p>
            <a:r>
              <a:rPr lang="en-US" dirty="0" err="1"/>
              <a:t>Liderlik</a:t>
            </a:r>
            <a:r>
              <a:rPr lang="en-US" dirty="0"/>
              <a:t> sana </a:t>
            </a:r>
            <a:r>
              <a:rPr lang="en-US" dirty="0" err="1"/>
              <a:t>verilecekse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bütünlüğüne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Soya, </a:t>
            </a:r>
            <a:r>
              <a:rPr lang="en-US" dirty="0" err="1"/>
              <a:t>soyada</a:t>
            </a:r>
            <a:r>
              <a:rPr lang="en-US" dirty="0"/>
              <a:t>, forma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sadakatinedir</a:t>
            </a:r>
            <a:r>
              <a:rPr lang="en-US" dirty="0"/>
              <a:t>. </a:t>
            </a:r>
          </a:p>
          <a:p>
            <a:r>
              <a:rPr lang="en-US" dirty="0" err="1"/>
              <a:t>Ahit</a:t>
            </a:r>
            <a:r>
              <a:rPr lang="en-US" dirty="0"/>
              <a:t> (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sözleşme</a:t>
            </a:r>
            <a:r>
              <a:rPr lang="en-US" dirty="0"/>
              <a:t>), </a:t>
            </a:r>
            <a:r>
              <a:rPr lang="en-US" dirty="0" err="1"/>
              <a:t>zalime</a:t>
            </a:r>
            <a:r>
              <a:rPr lang="en-US" dirty="0"/>
              <a:t> </a:t>
            </a:r>
            <a:r>
              <a:rPr lang="en-US" dirty="0" err="1"/>
              <a:t>erişmez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uyuşmaz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İbrahim’i</a:t>
            </a:r>
            <a:r>
              <a:rPr lang="en-US" dirty="0"/>
              <a:t> </a:t>
            </a:r>
            <a:r>
              <a:rPr lang="en-US" dirty="0" err="1"/>
              <a:t>tamamladığında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izleyen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halk</a:t>
            </a:r>
            <a:r>
              <a:rPr lang="en-US" dirty="0"/>
              <a:t> </a:t>
            </a:r>
            <a:r>
              <a:rPr lang="en-US" dirty="0" err="1"/>
              <a:t>doğar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o </a:t>
            </a:r>
            <a:r>
              <a:rPr lang="en-US" dirty="0" err="1"/>
              <a:t>halk</a:t>
            </a:r>
            <a:r>
              <a:rPr lang="en-US" dirty="0"/>
              <a:t>,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ruhundan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6646776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787FA7C-B8FF-3241-9414-FE63525F4CE8}"/>
              </a:ext>
            </a:extLst>
          </p:cNvPr>
          <p:cNvSpPr txBox="1"/>
          <p:nvPr/>
        </p:nvSpPr>
        <p:spPr>
          <a:xfrm>
            <a:off x="359229" y="228600"/>
            <a:ext cx="6106885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125–126</a:t>
            </a:r>
            <a:br>
              <a:rPr lang="en-US" dirty="0"/>
            </a:b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Kâbe</a:t>
            </a:r>
            <a:r>
              <a:rPr lang="en-US" dirty="0"/>
              <a:t>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–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İnşa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”</a:t>
            </a:r>
            <a:br>
              <a:rPr lang="en-US" dirty="0"/>
            </a:br>
            <a:r>
              <a:rPr lang="en-US" dirty="0"/>
              <a:t>— </a:t>
            </a:r>
            <a:r>
              <a:rPr lang="en-US" dirty="0" err="1"/>
              <a:t>Merkezini</a:t>
            </a:r>
            <a:r>
              <a:rPr lang="en-US" dirty="0"/>
              <a:t> </a:t>
            </a:r>
            <a:r>
              <a:rPr lang="en-US" dirty="0" err="1"/>
              <a:t>Temizleyen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Aleme</a:t>
            </a:r>
            <a:r>
              <a:rPr lang="en-US" dirty="0"/>
              <a:t> Bereket </a:t>
            </a:r>
            <a:r>
              <a:rPr lang="en-US" dirty="0" err="1"/>
              <a:t>Yayar</a:t>
            </a:r>
            <a:r>
              <a:rPr lang="en-US" dirty="0"/>
              <a:t> —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Suresi’nin</a:t>
            </a:r>
            <a:r>
              <a:rPr lang="en-US" dirty="0"/>
              <a:t> 125–126. </a:t>
            </a:r>
            <a:r>
              <a:rPr lang="en-US" dirty="0" err="1"/>
              <a:t>ayetlerine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ayetler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mekândan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geçiriyor.Burada</a:t>
            </a:r>
            <a:r>
              <a:rPr lang="en-US" dirty="0"/>
              <a:t> </a:t>
            </a:r>
            <a:r>
              <a:rPr lang="en-US" dirty="0" err="1"/>
              <a:t>Kâbe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merkezi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tapınağıdır.Ve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tapınak,temizlenen</a:t>
            </a:r>
            <a:r>
              <a:rPr lang="en-US" dirty="0"/>
              <a:t>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125.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“Hani biz </a:t>
            </a:r>
            <a:r>
              <a:rPr lang="en-US" dirty="0" err="1"/>
              <a:t>Kâbe’yi</a:t>
            </a:r>
            <a:r>
              <a:rPr lang="en-US" dirty="0"/>
              <a:t> 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toplanma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</a:t>
            </a:r>
            <a:r>
              <a:rPr lang="en-US" dirty="0" err="1"/>
              <a:t>kıldık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‘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makamını</a:t>
            </a:r>
            <a:r>
              <a:rPr lang="en-US" dirty="0"/>
              <a:t> </a:t>
            </a:r>
            <a:r>
              <a:rPr lang="en-US" dirty="0" err="1"/>
              <a:t>namazgah</a:t>
            </a:r>
            <a:r>
              <a:rPr lang="en-US" dirty="0"/>
              <a:t> </a:t>
            </a:r>
            <a:r>
              <a:rPr lang="en-US" dirty="0" err="1"/>
              <a:t>edinin</a:t>
            </a:r>
            <a:r>
              <a:rPr lang="en-US" dirty="0"/>
              <a:t>’ </a:t>
            </a:r>
            <a:r>
              <a:rPr lang="en-US" dirty="0" err="1"/>
              <a:t>dedik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İbrahim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İsmail’e</a:t>
            </a:r>
            <a:r>
              <a:rPr lang="en-US" dirty="0"/>
              <a:t> de: ‘</a:t>
            </a:r>
            <a:r>
              <a:rPr lang="en-US" dirty="0" err="1"/>
              <a:t>Evimizi</a:t>
            </a:r>
            <a:r>
              <a:rPr lang="en-US" dirty="0"/>
              <a:t> </a:t>
            </a:r>
            <a:r>
              <a:rPr lang="en-US" dirty="0" err="1"/>
              <a:t>tavaf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, </a:t>
            </a:r>
            <a:r>
              <a:rPr lang="en-US" dirty="0" err="1"/>
              <a:t>ibadete</a:t>
            </a:r>
            <a:r>
              <a:rPr lang="en-US" dirty="0"/>
              <a:t> </a:t>
            </a:r>
            <a:r>
              <a:rPr lang="en-US" dirty="0" err="1"/>
              <a:t>kapananlar</a:t>
            </a:r>
            <a:r>
              <a:rPr lang="en-US" dirty="0"/>
              <a:t>,</a:t>
            </a:r>
            <a:endParaRPr lang="tr-TR" dirty="0"/>
          </a:p>
          <a:p>
            <a:r>
              <a:rPr lang="en-US" dirty="0"/>
              <a:t> </a:t>
            </a:r>
            <a:r>
              <a:rPr lang="en-US" dirty="0" err="1"/>
              <a:t>rükû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secde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temizleyin</a:t>
            </a:r>
            <a:r>
              <a:rPr lang="en-US" dirty="0"/>
              <a:t>’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emrettik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ayette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</a:t>
            </a:r>
            <a:r>
              <a:rPr lang="en-US" dirty="0" err="1"/>
              <a:t>Kâbe</a:t>
            </a:r>
            <a:r>
              <a:rPr lang="en-US" dirty="0"/>
              <a:t>,</a:t>
            </a:r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merkezidir</a:t>
            </a:r>
            <a:r>
              <a:rPr lang="en-US" dirty="0"/>
              <a:t>.</a:t>
            </a:r>
          </a:p>
          <a:p>
            <a:r>
              <a:rPr lang="en-US" dirty="0"/>
              <a:t>Yani:</a:t>
            </a:r>
          </a:p>
          <a:p>
            <a:r>
              <a:rPr lang="en-US" dirty="0" err="1"/>
              <a:t>Toplanma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= </a:t>
            </a:r>
            <a:r>
              <a:rPr lang="en-US" dirty="0" err="1"/>
              <a:t>Bilinçlerin</a:t>
            </a:r>
            <a:r>
              <a:rPr lang="en-US" dirty="0"/>
              <a:t> </a:t>
            </a:r>
            <a:r>
              <a:rPr lang="en-US" dirty="0" err="1"/>
              <a:t>hizalandığı</a:t>
            </a:r>
            <a:r>
              <a:rPr lang="en-US" dirty="0"/>
              <a:t> </a:t>
            </a:r>
            <a:r>
              <a:rPr lang="en-US" dirty="0" err="1"/>
              <a:t>merkez</a:t>
            </a:r>
            <a:endParaRPr lang="en-US" dirty="0"/>
          </a:p>
          <a:p>
            <a:r>
              <a:rPr lang="en-US" dirty="0"/>
              <a:t>Güven </a:t>
            </a:r>
            <a:r>
              <a:rPr lang="en-US" dirty="0" err="1"/>
              <a:t>yeri</a:t>
            </a:r>
            <a:r>
              <a:rPr lang="en-US" dirty="0"/>
              <a:t> = </a:t>
            </a:r>
            <a:r>
              <a:rPr lang="en-US" dirty="0" err="1"/>
              <a:t>Kalpteki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</a:t>
            </a:r>
            <a:r>
              <a:rPr lang="en-US" dirty="0" err="1"/>
              <a:t>alanı</a:t>
            </a:r>
            <a:endParaRPr lang="en-US" dirty="0"/>
          </a:p>
          <a:p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makamı</a:t>
            </a:r>
            <a:r>
              <a:rPr lang="en-US" dirty="0"/>
              <a:t> =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liderliğin</a:t>
            </a:r>
            <a:r>
              <a:rPr lang="en-US" dirty="0"/>
              <a:t> </a:t>
            </a:r>
            <a:r>
              <a:rPr lang="en-US" dirty="0" err="1"/>
              <a:t>frekansı</a:t>
            </a:r>
            <a:endParaRPr lang="en-US" dirty="0"/>
          </a:p>
          <a:p>
            <a:r>
              <a:rPr lang="en-US" dirty="0" err="1"/>
              <a:t>Namazgah</a:t>
            </a:r>
            <a:r>
              <a:rPr lang="en-US" dirty="0"/>
              <a:t> = O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noktası</a:t>
            </a:r>
            <a:endParaRPr lang="en-US" dirty="0"/>
          </a:p>
          <a:p>
            <a:r>
              <a:rPr lang="en-US" dirty="0" err="1"/>
              <a:t>Tavaf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 = Merkez </a:t>
            </a:r>
            <a:r>
              <a:rPr lang="en-US" dirty="0" err="1"/>
              <a:t>etrafında</a:t>
            </a:r>
            <a:r>
              <a:rPr lang="en-US" dirty="0"/>
              <a:t> </a:t>
            </a:r>
            <a:r>
              <a:rPr lang="en-US" dirty="0" err="1"/>
              <a:t>dönen</a:t>
            </a:r>
            <a:r>
              <a:rPr lang="en-US" dirty="0"/>
              <a:t> </a:t>
            </a:r>
            <a:r>
              <a:rPr lang="en-US" dirty="0" err="1"/>
              <a:t>bilinçler</a:t>
            </a:r>
            <a:endParaRPr lang="en-US" dirty="0"/>
          </a:p>
          <a:p>
            <a:r>
              <a:rPr lang="en-US" dirty="0" err="1"/>
              <a:t>Temizlemek</a:t>
            </a:r>
            <a:r>
              <a:rPr lang="en-US" dirty="0"/>
              <a:t> = Enerji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saflaştırmak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</a:t>
            </a:r>
            <a:endParaRPr lang="tr-TR" dirty="0"/>
          </a:p>
          <a:p>
            <a:r>
              <a:rPr lang="en-US" dirty="0"/>
              <a:t> “</a:t>
            </a:r>
            <a:r>
              <a:rPr lang="en-US" dirty="0" err="1"/>
              <a:t>Kalbindeki</a:t>
            </a:r>
            <a:r>
              <a:rPr lang="en-US" dirty="0"/>
              <a:t> </a:t>
            </a:r>
            <a:r>
              <a:rPr lang="en-US" dirty="0" err="1"/>
              <a:t>evi</a:t>
            </a:r>
            <a:r>
              <a:rPr lang="en-US" dirty="0"/>
              <a:t> </a:t>
            </a:r>
            <a:r>
              <a:rPr lang="en-US" dirty="0" err="1"/>
              <a:t>temizle</a:t>
            </a:r>
            <a:r>
              <a:rPr lang="en-US" dirty="0"/>
              <a:t>. </a:t>
            </a:r>
            <a:r>
              <a:rPr lang="en-US" dirty="0" err="1"/>
              <a:t>Orası</a:t>
            </a:r>
            <a:r>
              <a:rPr lang="en-US" dirty="0"/>
              <a:t> O’nun </a:t>
            </a:r>
            <a:r>
              <a:rPr lang="en-US" dirty="0" err="1"/>
              <a:t>makamıdır</a:t>
            </a:r>
            <a:r>
              <a:rPr lang="en-US" dirty="0"/>
              <a:t>. Ve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yaklaşabilir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124222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1CF57A0-CD9C-A634-5B80-B36B079D46C5}"/>
              </a:ext>
            </a:extLst>
          </p:cNvPr>
          <p:cNvSpPr txBox="1"/>
          <p:nvPr/>
        </p:nvSpPr>
        <p:spPr>
          <a:xfrm>
            <a:off x="1" y="212271"/>
            <a:ext cx="6858000" cy="1185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126. </a:t>
            </a:r>
            <a:r>
              <a:rPr lang="en-US" b="1" dirty="0" err="1"/>
              <a:t>Ayet</a:t>
            </a:r>
            <a:endParaRPr lang="en-US" dirty="0"/>
          </a:p>
          <a:p>
            <a:r>
              <a:rPr lang="en-US" dirty="0"/>
              <a:t>“Hani İbrahim: ‘</a:t>
            </a:r>
            <a:r>
              <a:rPr lang="en-US" dirty="0" err="1"/>
              <a:t>Rabbim</a:t>
            </a:r>
            <a:r>
              <a:rPr lang="en-US" dirty="0"/>
              <a:t>! </a:t>
            </a:r>
            <a:r>
              <a:rPr lang="en-US" dirty="0" err="1"/>
              <a:t>Burasını</a:t>
            </a:r>
            <a:r>
              <a:rPr lang="en-US" dirty="0"/>
              <a:t> </a:t>
            </a:r>
            <a:r>
              <a:rPr lang="en-US" dirty="0" err="1"/>
              <a:t>güvenli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şehir</a:t>
            </a:r>
            <a:r>
              <a:rPr lang="en-US" dirty="0"/>
              <a:t> yap. </a:t>
            </a:r>
            <a:endParaRPr lang="tr-TR" dirty="0"/>
          </a:p>
          <a:p>
            <a:r>
              <a:rPr lang="en-US" dirty="0" err="1"/>
              <a:t>Halkından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ahiret</a:t>
            </a:r>
            <a:r>
              <a:rPr lang="en-US" dirty="0"/>
              <a:t> </a:t>
            </a:r>
            <a:r>
              <a:rPr lang="en-US" dirty="0" err="1"/>
              <a:t>gününe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edenleri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meyvelerle</a:t>
            </a:r>
            <a:r>
              <a:rPr lang="en-US" dirty="0"/>
              <a:t> </a:t>
            </a:r>
            <a:r>
              <a:rPr lang="en-US" dirty="0" err="1"/>
              <a:t>rızıklandır</a:t>
            </a:r>
            <a:r>
              <a:rPr lang="en-US" dirty="0"/>
              <a:t>’ </a:t>
            </a:r>
            <a:r>
              <a:rPr lang="en-US" dirty="0" err="1"/>
              <a:t>demişti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Allah </a:t>
            </a:r>
            <a:r>
              <a:rPr lang="en-US" dirty="0" err="1"/>
              <a:t>dedi</a:t>
            </a:r>
            <a:r>
              <a:rPr lang="en-US" dirty="0"/>
              <a:t> ki: ‘</a:t>
            </a:r>
            <a:r>
              <a:rPr lang="en-US" dirty="0" err="1"/>
              <a:t>İnkâr</a:t>
            </a:r>
            <a:r>
              <a:rPr lang="en-US" dirty="0"/>
              <a:t> </a:t>
            </a:r>
            <a:r>
              <a:rPr lang="en-US" dirty="0" err="1"/>
              <a:t>edeni</a:t>
            </a:r>
            <a:r>
              <a:rPr lang="en-US" dirty="0"/>
              <a:t> de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faydalandırırım</a:t>
            </a:r>
            <a:r>
              <a:rPr lang="en-US" dirty="0"/>
              <a:t>;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ateşe</a:t>
            </a:r>
            <a:r>
              <a:rPr lang="en-US" dirty="0"/>
              <a:t> </a:t>
            </a:r>
            <a:r>
              <a:rPr lang="en-US" dirty="0" err="1"/>
              <a:t>sürüklerim</a:t>
            </a:r>
            <a:r>
              <a:rPr lang="en-US" dirty="0"/>
              <a:t>. Ne 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yeridir</a:t>
            </a:r>
            <a:r>
              <a:rPr lang="en-US" dirty="0"/>
              <a:t>!’”**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İbrahim,duasını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 der </a:t>
            </a:r>
            <a:r>
              <a:rPr lang="en-US" dirty="0" err="1"/>
              <a:t>ki:“Ben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edeni</a:t>
            </a:r>
            <a:r>
              <a:rPr lang="en-US" dirty="0"/>
              <a:t> de </a:t>
            </a:r>
            <a:r>
              <a:rPr lang="en-US" dirty="0" err="1"/>
              <a:t>rızıklandırırım</a:t>
            </a:r>
            <a:r>
              <a:rPr lang="en-US" dirty="0"/>
              <a:t>… 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geçicidir</a:t>
            </a:r>
            <a:r>
              <a:rPr lang="en-US" dirty="0"/>
              <a:t>. </a:t>
            </a:r>
            <a:r>
              <a:rPr lang="en-US" dirty="0" err="1"/>
              <a:t>Kalıcı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olana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Şehir</a:t>
            </a:r>
            <a:r>
              <a:rPr lang="en-US" dirty="0"/>
              <a:t>” = Yani </a:t>
            </a:r>
            <a:r>
              <a:rPr lang="en-US" dirty="0" err="1"/>
              <a:t>merkezleşmiş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alanı</a:t>
            </a:r>
            <a:endParaRPr lang="en-US" dirty="0"/>
          </a:p>
          <a:p>
            <a:r>
              <a:rPr lang="en-US" dirty="0"/>
              <a:t>“Güvenli” =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korunmuş</a:t>
            </a:r>
            <a:r>
              <a:rPr lang="en-US" dirty="0"/>
              <a:t>, </a:t>
            </a:r>
            <a:r>
              <a:rPr lang="en-US" dirty="0" err="1"/>
              <a:t>karanlıktan</a:t>
            </a:r>
            <a:r>
              <a:rPr lang="en-US" dirty="0"/>
              <a:t> </a:t>
            </a:r>
            <a:r>
              <a:rPr lang="en-US" dirty="0" err="1"/>
              <a:t>arındırılmış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Meyveler</a:t>
            </a:r>
            <a:r>
              <a:rPr lang="en-US" dirty="0"/>
              <a:t>” = </a:t>
            </a:r>
            <a:r>
              <a:rPr lang="en-US" dirty="0" err="1"/>
              <a:t>Bilgiler</a:t>
            </a:r>
            <a:r>
              <a:rPr lang="en-US" dirty="0"/>
              <a:t>, </a:t>
            </a:r>
            <a:r>
              <a:rPr lang="en-US" dirty="0" err="1"/>
              <a:t>nimetler</a:t>
            </a:r>
            <a:r>
              <a:rPr lang="en-US" dirty="0"/>
              <a:t>, </a:t>
            </a:r>
            <a:r>
              <a:rPr lang="en-US" dirty="0" err="1"/>
              <a:t>sezgiler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İnkâr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” =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reddeden</a:t>
            </a:r>
            <a:r>
              <a:rPr lang="en-US" dirty="0"/>
              <a:t> </a:t>
            </a:r>
            <a:r>
              <a:rPr lang="en-US" dirty="0" err="1"/>
              <a:t>bilinç</a:t>
            </a:r>
            <a:endParaRPr lang="en-US" dirty="0"/>
          </a:p>
          <a:p>
            <a:r>
              <a:rPr lang="en-US" dirty="0"/>
              <a:t>“Az </a:t>
            </a:r>
            <a:r>
              <a:rPr lang="en-US" dirty="0" err="1"/>
              <a:t>fayda</a:t>
            </a:r>
            <a:r>
              <a:rPr lang="en-US" dirty="0"/>
              <a:t>” = </a:t>
            </a:r>
            <a:r>
              <a:rPr lang="en-US" dirty="0" err="1"/>
              <a:t>Geçici</a:t>
            </a:r>
            <a:r>
              <a:rPr lang="en-US" dirty="0"/>
              <a:t> </a:t>
            </a:r>
            <a:r>
              <a:rPr lang="en-US" dirty="0" err="1"/>
              <a:t>konfor</a:t>
            </a:r>
            <a:r>
              <a:rPr lang="en-US" dirty="0"/>
              <a:t>, ama </a:t>
            </a:r>
            <a:r>
              <a:rPr lang="en-US" dirty="0" err="1"/>
              <a:t>dönüşsüzlük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ayrımı</a:t>
            </a:r>
            <a:r>
              <a:rPr lang="en-US" dirty="0"/>
              <a:t> </a:t>
            </a:r>
            <a:r>
              <a:rPr lang="en-US" dirty="0" err="1"/>
              <a:t>yapanın</a:t>
            </a:r>
            <a:r>
              <a:rPr lang="en-US" dirty="0"/>
              <a:t> Allah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kendisi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r>
              <a:rPr lang="en-US" dirty="0" err="1"/>
              <a:t>Kâbe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merkezdir</a:t>
            </a:r>
            <a:r>
              <a:rPr lang="en-US" dirty="0"/>
              <a:t>. Oraya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temizlenen</a:t>
            </a:r>
            <a:r>
              <a:rPr lang="en-US" dirty="0"/>
              <a:t> </a:t>
            </a:r>
            <a:r>
              <a:rPr lang="en-US" dirty="0" err="1"/>
              <a:t>yaklaşabilir</a:t>
            </a:r>
            <a:r>
              <a:rPr lang="en-US" dirty="0"/>
              <a:t> —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merkezidir</a:t>
            </a:r>
            <a:r>
              <a:rPr lang="en-US" dirty="0"/>
              <a:t>. </a:t>
            </a:r>
            <a:r>
              <a:rPr lang="en-US" dirty="0" err="1"/>
              <a:t>Rızık</a:t>
            </a:r>
            <a:r>
              <a:rPr lang="en-US" dirty="0"/>
              <a:t> </a:t>
            </a:r>
            <a:r>
              <a:rPr lang="en-US" dirty="0" err="1"/>
              <a:t>herkesedir</a:t>
            </a:r>
            <a:r>
              <a:rPr lang="en-US" dirty="0"/>
              <a:t>; ama </a:t>
            </a:r>
            <a:r>
              <a:rPr lang="en-US" dirty="0" err="1"/>
              <a:t>bereket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O’nunla</a:t>
            </a:r>
            <a:r>
              <a:rPr lang="en-US" dirty="0"/>
              <a:t> </a:t>
            </a:r>
            <a:r>
              <a:rPr lang="en-US" dirty="0" err="1"/>
              <a:t>hizalanana</a:t>
            </a:r>
            <a:r>
              <a:rPr lang="en-US" dirty="0"/>
              <a:t> </a:t>
            </a:r>
            <a:r>
              <a:rPr lang="en-US" dirty="0" err="1"/>
              <a:t>aittir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temizle</a:t>
            </a:r>
            <a:r>
              <a:rPr lang="en-US" dirty="0"/>
              <a:t>…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Kâbe</a:t>
            </a:r>
            <a:r>
              <a:rPr lang="en-US" dirty="0"/>
              <a:t> yap. </a:t>
            </a:r>
            <a:br>
              <a:rPr lang="en-US" dirty="0"/>
            </a:br>
            <a:r>
              <a:rPr lang="en-US" dirty="0"/>
              <a:t>O zaman </a:t>
            </a:r>
            <a:r>
              <a:rPr lang="en-US" dirty="0" err="1"/>
              <a:t>tavaf</a:t>
            </a:r>
            <a:r>
              <a:rPr lang="en-US" dirty="0"/>
              <a:t>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etrafında</a:t>
            </a:r>
            <a:r>
              <a:rPr lang="en-US" dirty="0"/>
              <a:t> döner.”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127–129. </a:t>
            </a:r>
            <a:r>
              <a:rPr lang="en-US" b="1" dirty="0" err="1"/>
              <a:t>ayetlere</a:t>
            </a:r>
            <a:r>
              <a:rPr lang="en-US" b="1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duayla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başlıyor</a:t>
            </a:r>
            <a:r>
              <a:rPr lang="en-US" dirty="0"/>
              <a:t>.</a:t>
            </a:r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taşla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örülen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yükselen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r>
              <a:rPr lang="en-US" dirty="0" err="1"/>
              <a:t>geleceği</a:t>
            </a:r>
            <a:r>
              <a:rPr lang="en-US" dirty="0"/>
              <a:t> </a:t>
            </a:r>
            <a:r>
              <a:rPr lang="en-US" dirty="0" err="1"/>
              <a:t>taşıyacak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nesli</a:t>
            </a:r>
            <a:r>
              <a:rPr lang="en-US" dirty="0"/>
              <a:t>.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127–129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Taşı</a:t>
            </a:r>
            <a:r>
              <a:rPr lang="en-US" dirty="0"/>
              <a:t> Taş </a:t>
            </a:r>
            <a:r>
              <a:rPr lang="en-US" dirty="0" err="1"/>
              <a:t>Üstüne</a:t>
            </a:r>
            <a:r>
              <a:rPr lang="en-US" dirty="0"/>
              <a:t> </a:t>
            </a:r>
            <a:r>
              <a:rPr lang="en-US" dirty="0" err="1"/>
              <a:t>Koyarken</a:t>
            </a:r>
            <a:r>
              <a:rPr lang="en-US" dirty="0"/>
              <a:t> Dua </a:t>
            </a:r>
            <a:r>
              <a:rPr lang="en-US" dirty="0" err="1"/>
              <a:t>Etmek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 err="1"/>
              <a:t>Geleceği</a:t>
            </a:r>
            <a:r>
              <a:rPr lang="en-US" dirty="0"/>
              <a:t> </a:t>
            </a:r>
            <a:r>
              <a:rPr lang="en-US" dirty="0" err="1"/>
              <a:t>İnşa</a:t>
            </a:r>
            <a:r>
              <a:rPr lang="en-US" dirty="0"/>
              <a:t> Eden </a:t>
            </a:r>
            <a:r>
              <a:rPr lang="en-US" dirty="0" err="1"/>
              <a:t>Frekans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Taşla</a:t>
            </a:r>
            <a:r>
              <a:rPr lang="en-US" dirty="0"/>
              <a:t> </a:t>
            </a:r>
            <a:r>
              <a:rPr lang="en-US" dirty="0" err="1"/>
              <a:t>Yükselir</a:t>
            </a:r>
            <a:r>
              <a:rPr lang="en-US" dirty="0"/>
              <a:t>, Ama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Yaşar —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630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B9BFD3D-02DB-5F73-FB8E-2FD960780C78}"/>
              </a:ext>
            </a:extLst>
          </p:cNvPr>
          <p:cNvSpPr txBox="1"/>
          <p:nvPr/>
        </p:nvSpPr>
        <p:spPr>
          <a:xfrm>
            <a:off x="391885" y="277586"/>
            <a:ext cx="5698671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127–129</a:t>
            </a:r>
            <a:r>
              <a:rPr lang="tr-TR" b="1" dirty="0"/>
              <a:t> </a:t>
            </a:r>
          </a:p>
          <a:p>
            <a:endParaRPr lang="tr-TR" b="1" dirty="0"/>
          </a:p>
          <a:p>
            <a:r>
              <a:rPr lang="en-US" b="1" dirty="0"/>
              <a:t>127.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“Hani İbrahim </a:t>
            </a:r>
            <a:r>
              <a:rPr lang="en-US" dirty="0" err="1"/>
              <a:t>ve</a:t>
            </a:r>
            <a:r>
              <a:rPr lang="en-US" dirty="0"/>
              <a:t> İsmail, </a:t>
            </a:r>
            <a:r>
              <a:rPr lang="en-US" dirty="0" err="1"/>
              <a:t>Kâbe’nin</a:t>
            </a:r>
            <a:r>
              <a:rPr lang="en-US" dirty="0"/>
              <a:t> </a:t>
            </a:r>
            <a:r>
              <a:rPr lang="en-US" dirty="0" err="1"/>
              <a:t>temellerini</a:t>
            </a:r>
            <a:r>
              <a:rPr lang="en-US" dirty="0"/>
              <a:t> </a:t>
            </a:r>
            <a:r>
              <a:rPr lang="en-US" dirty="0" err="1"/>
              <a:t>yükseltiyorlardı</a:t>
            </a:r>
            <a:r>
              <a:rPr lang="en-US" dirty="0"/>
              <a:t>. ‘Ey </a:t>
            </a:r>
            <a:r>
              <a:rPr lang="en-US" dirty="0" err="1"/>
              <a:t>Rabbimiz</a:t>
            </a:r>
            <a:r>
              <a:rPr lang="en-US" dirty="0"/>
              <a:t>! </a:t>
            </a:r>
            <a:r>
              <a:rPr lang="en-US" dirty="0" err="1"/>
              <a:t>Bizden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et. </a:t>
            </a:r>
            <a:r>
              <a:rPr lang="en-US" dirty="0" err="1"/>
              <a:t>Şüphesiz</a:t>
            </a:r>
            <a:r>
              <a:rPr lang="en-US" dirty="0"/>
              <a:t> ki Sen </a:t>
            </a:r>
            <a:r>
              <a:rPr lang="en-US" dirty="0" err="1"/>
              <a:t>işiten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bilensin</a:t>
            </a:r>
            <a:r>
              <a:rPr lang="en-US" dirty="0"/>
              <a:t>’ </a:t>
            </a:r>
            <a:r>
              <a:rPr lang="en-US" dirty="0" err="1"/>
              <a:t>diyorlardı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İbrahim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İsmail,sadece</a:t>
            </a:r>
            <a:r>
              <a:rPr lang="en-US" dirty="0"/>
              <a:t> </a:t>
            </a:r>
            <a:r>
              <a:rPr lang="en-US" dirty="0" err="1"/>
              <a:t>taş</a:t>
            </a:r>
            <a:r>
              <a:rPr lang="en-US" dirty="0"/>
              <a:t> </a:t>
            </a:r>
            <a:r>
              <a:rPr lang="en-US" dirty="0" err="1"/>
              <a:t>koymuyorlar</a:t>
            </a:r>
            <a:r>
              <a:rPr lang="en-US" dirty="0"/>
              <a:t> —her </a:t>
            </a:r>
            <a:r>
              <a:rPr lang="en-US" dirty="0" err="1"/>
              <a:t>taşla</a:t>
            </a:r>
            <a:r>
              <a:rPr lang="en-US" dirty="0"/>
              <a:t> dua </a:t>
            </a:r>
            <a:r>
              <a:rPr lang="en-US" dirty="0" err="1"/>
              <a:t>koyuyorlar</a:t>
            </a:r>
            <a:r>
              <a:rPr lang="en-US" dirty="0"/>
              <a:t>.</a:t>
            </a:r>
          </a:p>
          <a:p>
            <a:r>
              <a:rPr lang="en-US" dirty="0"/>
              <a:t>Temel =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fiziki</a:t>
            </a:r>
            <a:r>
              <a:rPr lang="en-US" dirty="0"/>
              <a:t> </a:t>
            </a:r>
            <a:r>
              <a:rPr lang="en-US" dirty="0" err="1"/>
              <a:t>değil,bilinçsel</a:t>
            </a:r>
            <a:r>
              <a:rPr lang="en-US" dirty="0"/>
              <a:t> </a:t>
            </a:r>
            <a:r>
              <a:rPr lang="en-US" dirty="0" err="1"/>
              <a:t>temel</a:t>
            </a:r>
            <a:endParaRPr lang="en-US" dirty="0"/>
          </a:p>
          <a:p>
            <a:r>
              <a:rPr lang="en-US" dirty="0"/>
              <a:t>“Kabul et” </a:t>
            </a:r>
            <a:r>
              <a:rPr lang="en-US" dirty="0" err="1"/>
              <a:t>duası</a:t>
            </a:r>
            <a:r>
              <a:rPr lang="en-US" dirty="0"/>
              <a:t> =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işin</a:t>
            </a:r>
            <a:r>
              <a:rPr lang="en-US" dirty="0"/>
              <a:t> </a:t>
            </a:r>
            <a:r>
              <a:rPr lang="en-US" dirty="0" err="1"/>
              <a:t>şekil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değerlendirildiğini</a:t>
            </a:r>
            <a:r>
              <a:rPr lang="en-US" dirty="0"/>
              <a:t> </a:t>
            </a:r>
            <a:r>
              <a:rPr lang="en-US" dirty="0" err="1"/>
              <a:t>bilmek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fısıldar</a:t>
            </a:r>
            <a:r>
              <a:rPr lang="en-US" dirty="0"/>
              <a:t>: “</a:t>
            </a:r>
            <a:r>
              <a:rPr lang="en-US" dirty="0" err="1"/>
              <a:t>Yaptığın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,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arz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yap.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ölçer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128. </a:t>
            </a:r>
            <a:r>
              <a:rPr lang="en-US" b="1" dirty="0" err="1"/>
              <a:t>Ayet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“Ey </a:t>
            </a:r>
            <a:r>
              <a:rPr lang="en-US" dirty="0" err="1"/>
              <a:t>Rabbimiz</a:t>
            </a:r>
            <a:r>
              <a:rPr lang="en-US" dirty="0"/>
              <a:t>! Bizi sana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olmuş</a:t>
            </a:r>
            <a:r>
              <a:rPr lang="en-US" dirty="0"/>
              <a:t> </a:t>
            </a:r>
            <a:r>
              <a:rPr lang="en-US" dirty="0" err="1"/>
              <a:t>kıl</a:t>
            </a:r>
            <a:r>
              <a:rPr lang="en-US" dirty="0"/>
              <a:t>, </a:t>
            </a:r>
            <a:r>
              <a:rPr lang="en-US" dirty="0" err="1"/>
              <a:t>soyumuzdan</a:t>
            </a:r>
            <a:r>
              <a:rPr lang="en-US" dirty="0"/>
              <a:t> da sana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. Bize </a:t>
            </a:r>
            <a:r>
              <a:rPr lang="en-US" dirty="0" err="1"/>
              <a:t>ibadet</a:t>
            </a:r>
            <a:r>
              <a:rPr lang="en-US" dirty="0"/>
              <a:t> </a:t>
            </a:r>
            <a:r>
              <a:rPr lang="en-US" dirty="0" err="1"/>
              <a:t>yollarını</a:t>
            </a:r>
            <a:r>
              <a:rPr lang="en-US" dirty="0"/>
              <a:t> </a:t>
            </a:r>
            <a:r>
              <a:rPr lang="en-US" dirty="0" err="1"/>
              <a:t>göster</a:t>
            </a:r>
            <a:r>
              <a:rPr lang="en-US" dirty="0"/>
              <a:t>. </a:t>
            </a:r>
            <a:r>
              <a:rPr lang="en-US" dirty="0" err="1"/>
              <a:t>Tevbemizi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et</a:t>
            </a:r>
            <a:endParaRPr lang="tr-TR" dirty="0"/>
          </a:p>
          <a:p>
            <a:r>
              <a:rPr lang="en-US" dirty="0"/>
              <a:t> </a:t>
            </a:r>
            <a:r>
              <a:rPr lang="en-US" dirty="0" err="1"/>
              <a:t>Şüphesiz</a:t>
            </a:r>
            <a:r>
              <a:rPr lang="en-US" dirty="0"/>
              <a:t> Sen </a:t>
            </a:r>
            <a:r>
              <a:rPr lang="en-US" dirty="0" err="1"/>
              <a:t>tevbeleri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edensin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merhametli</a:t>
            </a:r>
            <a:r>
              <a:rPr lang="en-US" dirty="0"/>
              <a:t> </a:t>
            </a:r>
            <a:r>
              <a:rPr lang="en-US" dirty="0" err="1"/>
              <a:t>olansın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dua,yalnızca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dönüşümünü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soyun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doğuşunu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</a:t>
            </a:r>
          </a:p>
          <a:p>
            <a:r>
              <a:rPr lang="en-US" dirty="0"/>
              <a:t>“Bizi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kıl</a:t>
            </a:r>
            <a:r>
              <a:rPr lang="en-US" dirty="0"/>
              <a:t>” =</a:t>
            </a:r>
            <a:r>
              <a:rPr lang="en-US" dirty="0" err="1"/>
              <a:t>Eylemle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hâl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teslimiyet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Soyumuzdan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</a:t>
            </a:r>
            <a:r>
              <a:rPr lang="en-US" dirty="0"/>
              <a:t>” =</a:t>
            </a:r>
            <a:r>
              <a:rPr lang="en-US" dirty="0" err="1"/>
              <a:t>Ruhsal</a:t>
            </a:r>
            <a:r>
              <a:rPr lang="en-US" dirty="0"/>
              <a:t> soy, </a:t>
            </a:r>
            <a:r>
              <a:rPr lang="en-US" dirty="0" err="1"/>
              <a:t>genetik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</a:p>
          <a:p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olanlar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göster</a:t>
            </a:r>
            <a:r>
              <a:rPr lang="en-US" dirty="0"/>
              <a:t>” =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haritası</a:t>
            </a:r>
            <a:r>
              <a:rPr lang="en-US" dirty="0"/>
              <a:t>, </a:t>
            </a:r>
            <a:r>
              <a:rPr lang="en-US" dirty="0" err="1"/>
              <a:t>manevi</a:t>
            </a:r>
            <a:r>
              <a:rPr lang="en-US" dirty="0"/>
              <a:t> </a:t>
            </a:r>
            <a:r>
              <a:rPr lang="en-US" dirty="0" err="1"/>
              <a:t>yön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“Kendi </a:t>
            </a:r>
            <a:r>
              <a:rPr lang="en-US" dirty="0" err="1"/>
              <a:t>tekâmülün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zinciri</a:t>
            </a:r>
            <a:r>
              <a:rPr lang="en-US" dirty="0"/>
              <a:t> </a:t>
            </a:r>
            <a:r>
              <a:rPr lang="en-US" dirty="0" err="1"/>
              <a:t>başlatır</a:t>
            </a:r>
            <a:r>
              <a:rPr lang="en-US" dirty="0"/>
              <a:t>. 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dönüşümün</a:t>
            </a:r>
            <a:r>
              <a:rPr lang="en-US" dirty="0"/>
              <a:t>,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sonrakilere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9025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D49F9A2-A8C9-58B5-EBEB-9D15C1DFBDEB}"/>
              </a:ext>
            </a:extLst>
          </p:cNvPr>
          <p:cNvSpPr txBox="1"/>
          <p:nvPr/>
        </p:nvSpPr>
        <p:spPr>
          <a:xfrm>
            <a:off x="0" y="293915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129.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“Ey </a:t>
            </a:r>
            <a:r>
              <a:rPr lang="en-US" dirty="0" err="1"/>
              <a:t>Rabbimiz</a:t>
            </a:r>
            <a:r>
              <a:rPr lang="en-US" dirty="0"/>
              <a:t>!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içlerinden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peygamber</a:t>
            </a:r>
            <a:r>
              <a:rPr lang="en-US" dirty="0"/>
              <a:t> </a:t>
            </a:r>
            <a:r>
              <a:rPr lang="en-US" dirty="0" err="1"/>
              <a:t>gönder</a:t>
            </a:r>
            <a:r>
              <a:rPr lang="en-US" dirty="0"/>
              <a:t>.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ayetlerini</a:t>
            </a:r>
            <a:r>
              <a:rPr lang="en-US" dirty="0"/>
              <a:t> </a:t>
            </a:r>
            <a:r>
              <a:rPr lang="en-US" dirty="0" err="1"/>
              <a:t>okusun</a:t>
            </a:r>
            <a:r>
              <a:rPr lang="en-US" dirty="0"/>
              <a:t>,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arındırsın</a:t>
            </a:r>
            <a:r>
              <a:rPr lang="en-US" dirty="0"/>
              <a:t>, </a:t>
            </a:r>
            <a:r>
              <a:rPr lang="en-US" dirty="0" err="1"/>
              <a:t>onlara</a:t>
            </a:r>
            <a:r>
              <a:rPr lang="tr-TR" dirty="0"/>
              <a:t> </a:t>
            </a:r>
            <a:r>
              <a:rPr lang="en-US" dirty="0"/>
              <a:t> Kitap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öğretsin.Şüphesiz</a:t>
            </a:r>
            <a:r>
              <a:rPr lang="en-US" dirty="0"/>
              <a:t> </a:t>
            </a:r>
            <a:r>
              <a:rPr lang="en-US" dirty="0" err="1"/>
              <a:t>üstün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hakîm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sensin</a:t>
            </a:r>
            <a:r>
              <a:rPr lang="en-US" dirty="0"/>
              <a:t>.”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Bu dua </a:t>
            </a:r>
            <a:r>
              <a:rPr lang="en-US" dirty="0" err="1"/>
              <a:t>artık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çağrısıdır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İçlerinden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” =Yani </a:t>
            </a:r>
            <a:r>
              <a:rPr lang="en-US" dirty="0" err="1"/>
              <a:t>tanıdıkları</a:t>
            </a:r>
            <a:r>
              <a:rPr lang="en-US" dirty="0"/>
              <a:t>,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—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aynalık</a:t>
            </a:r>
            <a:r>
              <a:rPr lang="en-US" dirty="0"/>
              <a:t> </a:t>
            </a:r>
            <a:r>
              <a:rPr lang="en-US" dirty="0" err="1"/>
              <a:t>yapabilecek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Ayetlerini</a:t>
            </a:r>
            <a:r>
              <a:rPr lang="en-US" dirty="0"/>
              <a:t> </a:t>
            </a:r>
            <a:r>
              <a:rPr lang="en-US" dirty="0" err="1"/>
              <a:t>okusun</a:t>
            </a:r>
            <a:r>
              <a:rPr lang="en-US" dirty="0"/>
              <a:t>” =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kelimeleri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hayatı</a:t>
            </a:r>
            <a:r>
              <a:rPr lang="en-US" dirty="0"/>
              <a:t> </a:t>
            </a:r>
            <a:r>
              <a:rPr lang="en-US" dirty="0" err="1"/>
              <a:t>okusun</a:t>
            </a:r>
            <a:r>
              <a:rPr lang="en-US" dirty="0"/>
              <a:t>,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göstersin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Arındırsın</a:t>
            </a:r>
            <a:r>
              <a:rPr lang="en-US" dirty="0"/>
              <a:t>” =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temizlik</a:t>
            </a:r>
            <a:endParaRPr lang="en-US" dirty="0"/>
          </a:p>
          <a:p>
            <a:r>
              <a:rPr lang="en-US" dirty="0"/>
              <a:t>“Kitap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öğretsin</a:t>
            </a:r>
            <a:r>
              <a:rPr lang="en-US" dirty="0"/>
              <a:t>” =Bilgi + </a:t>
            </a:r>
            <a:r>
              <a:rPr lang="en-US" dirty="0" err="1"/>
              <a:t>bilinç</a:t>
            </a:r>
            <a:r>
              <a:rPr lang="en-US" dirty="0"/>
              <a:t> + </a:t>
            </a:r>
            <a:r>
              <a:rPr lang="en-US" dirty="0" err="1"/>
              <a:t>sezgi</a:t>
            </a:r>
            <a:r>
              <a:rPr lang="en-US" dirty="0"/>
              <a:t> </a:t>
            </a:r>
            <a:r>
              <a:rPr lang="en-US" dirty="0" err="1"/>
              <a:t>dengesi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dua, </a:t>
            </a:r>
            <a:r>
              <a:rPr lang="en-US" dirty="0" err="1"/>
              <a:t>geleceği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edecek</a:t>
            </a:r>
            <a:r>
              <a:rPr lang="en-US" dirty="0"/>
              <a:t> </a:t>
            </a:r>
            <a:r>
              <a:rPr lang="en-US" dirty="0" err="1"/>
              <a:t>ruhu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 </a:t>
            </a:r>
            <a:endParaRPr lang="tr-TR" dirty="0"/>
          </a:p>
          <a:p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bugünkü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, </a:t>
            </a:r>
            <a:r>
              <a:rPr lang="en-US" dirty="0" err="1"/>
              <a:t>yarının</a:t>
            </a:r>
            <a:r>
              <a:rPr lang="en-US" dirty="0"/>
              <a:t> </a:t>
            </a:r>
            <a:r>
              <a:rPr lang="en-US" dirty="0" err="1"/>
              <a:t>rehberini</a:t>
            </a:r>
            <a:r>
              <a:rPr lang="en-US" dirty="0"/>
              <a:t> </a:t>
            </a:r>
            <a:r>
              <a:rPr lang="en-US" dirty="0" err="1"/>
              <a:t>oluşturur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130–132</a:t>
            </a:r>
            <a:endParaRPr lang="tr-TR" b="1" dirty="0"/>
          </a:p>
          <a:p>
            <a:endParaRPr lang="tr-TR" b="1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Teslimiyet</a:t>
            </a:r>
            <a:r>
              <a:rPr lang="en-US" dirty="0"/>
              <a:t>, En Yüksek Miras –</a:t>
            </a:r>
          </a:p>
          <a:p>
            <a:pPr marL="0" indent="0">
              <a:buNone/>
            </a:pPr>
            <a:r>
              <a:rPr lang="en-US" dirty="0" err="1"/>
              <a:t>Müslimlik</a:t>
            </a:r>
            <a:r>
              <a:rPr lang="en-US" dirty="0"/>
              <a:t> Bir Hal, Bir </a:t>
            </a:r>
            <a:r>
              <a:rPr lang="en-US" dirty="0" err="1"/>
              <a:t>Frekanstır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İnanmak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Tam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—</a:t>
            </a:r>
            <a:endParaRPr lang="tr-TR" dirty="0"/>
          </a:p>
          <a:p>
            <a:r>
              <a:rPr lang="en-US" b="1" dirty="0"/>
              <a:t>130.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dininden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çevirir</a:t>
            </a:r>
            <a:r>
              <a:rPr lang="en-US" dirty="0"/>
              <a:t>?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bilmez</a:t>
            </a:r>
            <a:r>
              <a:rPr lang="en-US" dirty="0"/>
              <a:t> </a:t>
            </a:r>
            <a:r>
              <a:rPr lang="en-US" dirty="0" err="1"/>
              <a:t>ahmak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. </a:t>
            </a:r>
            <a:r>
              <a:rPr lang="en-US" dirty="0" err="1"/>
              <a:t>Andolsun</a:t>
            </a:r>
            <a:r>
              <a:rPr lang="en-US" dirty="0"/>
              <a:t> biz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dünyada</a:t>
            </a:r>
            <a:r>
              <a:rPr lang="en-US" dirty="0"/>
              <a:t> </a:t>
            </a:r>
            <a:r>
              <a:rPr lang="en-US" dirty="0" err="1"/>
              <a:t>seçtik</a:t>
            </a:r>
            <a:r>
              <a:rPr lang="en-US" dirty="0"/>
              <a:t>; </a:t>
            </a:r>
            <a:r>
              <a:rPr lang="en-US" dirty="0" err="1"/>
              <a:t>ahirette</a:t>
            </a:r>
            <a:r>
              <a:rPr lang="en-US" dirty="0"/>
              <a:t> de o, </a:t>
            </a:r>
            <a:r>
              <a:rPr lang="en-US" dirty="0" err="1"/>
              <a:t>elbette</a:t>
            </a:r>
            <a:r>
              <a:rPr lang="en-US" dirty="0"/>
              <a:t> </a:t>
            </a:r>
            <a:r>
              <a:rPr lang="en-US" dirty="0" err="1"/>
              <a:t>salihlerdendir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” = </a:t>
            </a:r>
            <a:r>
              <a:rPr lang="en-US" dirty="0" err="1"/>
              <a:t>Teslimiyetin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, </a:t>
            </a:r>
            <a:r>
              <a:rPr lang="en-US" dirty="0" err="1"/>
              <a:t>ilahiye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sadakat</a:t>
            </a:r>
            <a:r>
              <a:rPr lang="en-US" dirty="0"/>
              <a:t>. Bu </a:t>
            </a:r>
            <a:r>
              <a:rPr lang="en-US" dirty="0" err="1"/>
              <a:t>yoldan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çevirmek</a:t>
            </a:r>
            <a:r>
              <a:rPr lang="en-US" dirty="0"/>
              <a:t> ne </a:t>
            </a:r>
            <a:r>
              <a:rPr lang="en-US" dirty="0" err="1"/>
              <a:t>demek</a:t>
            </a:r>
            <a:r>
              <a:rPr lang="en-US" dirty="0"/>
              <a:t>?</a:t>
            </a:r>
          </a:p>
          <a:p>
            <a:r>
              <a:rPr lang="en-US" dirty="0"/>
              <a:t>Teslim </a:t>
            </a:r>
            <a:r>
              <a:rPr lang="en-US" dirty="0" err="1"/>
              <a:t>olmayı</a:t>
            </a:r>
            <a:r>
              <a:rPr lang="en-US" dirty="0"/>
              <a:t> ego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değiştirmek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dürter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teslimiyet</a:t>
            </a:r>
            <a:r>
              <a:rPr lang="en-US" dirty="0"/>
              <a:t> </a:t>
            </a:r>
            <a:r>
              <a:rPr lang="en-US" dirty="0" err="1"/>
              <a:t>örneğini</a:t>
            </a:r>
            <a:r>
              <a:rPr lang="en-US" dirty="0"/>
              <a:t> </a:t>
            </a:r>
            <a:r>
              <a:rPr lang="en-US" dirty="0" err="1"/>
              <a:t>gördün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sende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o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figür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sana </a:t>
            </a:r>
            <a:r>
              <a:rPr lang="en-US" dirty="0" err="1"/>
              <a:t>bırakılan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. </a:t>
            </a:r>
            <a:endParaRPr lang="en-TR" dirty="0"/>
          </a:p>
          <a:p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563736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6C1C398-0492-4510-9337-51FBBAB1DAEC}"/>
              </a:ext>
            </a:extLst>
          </p:cNvPr>
          <p:cNvSpPr txBox="1"/>
          <p:nvPr/>
        </p:nvSpPr>
        <p:spPr>
          <a:xfrm>
            <a:off x="0" y="1"/>
            <a:ext cx="6857999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131. </a:t>
            </a:r>
            <a:r>
              <a:rPr lang="en-US" b="1" dirty="0" err="1"/>
              <a:t>Ayet</a:t>
            </a:r>
            <a:endParaRPr lang="en-US" dirty="0"/>
          </a:p>
          <a:p>
            <a:r>
              <a:rPr lang="en-US" dirty="0"/>
              <a:t>“Hani Rabbi </a:t>
            </a:r>
            <a:r>
              <a:rPr lang="en-US" dirty="0" err="1"/>
              <a:t>ona</a:t>
            </a:r>
            <a:r>
              <a:rPr lang="en-US" dirty="0"/>
              <a:t> ‘Teslim </a:t>
            </a:r>
            <a:r>
              <a:rPr lang="en-US" dirty="0" err="1"/>
              <a:t>ol</a:t>
            </a:r>
            <a:r>
              <a:rPr lang="en-US" dirty="0"/>
              <a:t>’ </a:t>
            </a:r>
            <a:r>
              <a:rPr lang="en-US" dirty="0" err="1"/>
              <a:t>demişti</a:t>
            </a:r>
            <a:r>
              <a:rPr lang="en-US" dirty="0"/>
              <a:t> O da </a:t>
            </a:r>
            <a:endParaRPr lang="tr-TR" dirty="0"/>
          </a:p>
          <a:p>
            <a:r>
              <a:rPr lang="en-US" dirty="0"/>
              <a:t>‘</a:t>
            </a:r>
            <a:r>
              <a:rPr lang="en-US" dirty="0" err="1"/>
              <a:t>Âlemlerin</a:t>
            </a:r>
            <a:r>
              <a:rPr lang="en-US" dirty="0"/>
              <a:t> </a:t>
            </a:r>
            <a:r>
              <a:rPr lang="en-US" dirty="0" err="1"/>
              <a:t>Rabbine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oldum</a:t>
            </a:r>
            <a:r>
              <a:rPr lang="en-US" dirty="0"/>
              <a:t>’ </a:t>
            </a:r>
            <a:r>
              <a:rPr lang="en-US" dirty="0" err="1"/>
              <a:t>demişti</a:t>
            </a:r>
            <a:r>
              <a:rPr lang="en-US" dirty="0"/>
              <a:t>.”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içerir</a:t>
            </a:r>
            <a:r>
              <a:rPr lang="en-US" dirty="0"/>
              <a:t>:</a:t>
            </a:r>
          </a:p>
          <a:p>
            <a:r>
              <a:rPr lang="en-US" dirty="0" err="1"/>
              <a:t>Çağrı</a:t>
            </a:r>
            <a:r>
              <a:rPr lang="en-US" dirty="0"/>
              <a:t>: “Teslim </a:t>
            </a:r>
            <a:r>
              <a:rPr lang="en-US" dirty="0" err="1"/>
              <a:t>ol</a:t>
            </a:r>
            <a:r>
              <a:rPr lang="en-US" dirty="0"/>
              <a:t>.”</a:t>
            </a:r>
          </a:p>
          <a:p>
            <a:r>
              <a:rPr lang="en-US" dirty="0" err="1"/>
              <a:t>Yanıt</a:t>
            </a:r>
            <a:r>
              <a:rPr lang="en-US" dirty="0"/>
              <a:t>: “Teslim </a:t>
            </a:r>
            <a:r>
              <a:rPr lang="en-US" dirty="0" err="1"/>
              <a:t>oldum</a:t>
            </a:r>
            <a:r>
              <a:rPr lang="en-US" dirty="0"/>
              <a:t>.”Ama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düzeyi</a:t>
            </a:r>
            <a:r>
              <a:rPr lang="en-US" dirty="0"/>
              <a:t> Zihni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ruhu</a:t>
            </a:r>
            <a:r>
              <a:rPr lang="en-US" dirty="0"/>
              <a:t> </a:t>
            </a:r>
            <a:r>
              <a:rPr lang="en-US" dirty="0" err="1"/>
              <a:t>kapsayan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teslimiyet:Sadece</a:t>
            </a:r>
            <a:r>
              <a:rPr lang="en-US" dirty="0"/>
              <a:t> “</a:t>
            </a:r>
            <a:r>
              <a:rPr lang="en-US" dirty="0" err="1"/>
              <a:t>boyun</a:t>
            </a:r>
            <a:r>
              <a:rPr lang="en-US" dirty="0"/>
              <a:t> </a:t>
            </a:r>
            <a:r>
              <a:rPr lang="en-US" dirty="0" err="1"/>
              <a:t>eğmek</a:t>
            </a:r>
            <a:r>
              <a:rPr lang="en-US" dirty="0"/>
              <a:t>” </a:t>
            </a:r>
            <a:r>
              <a:rPr lang="en-US" dirty="0" err="1"/>
              <a:t>değil</a:t>
            </a:r>
            <a:r>
              <a:rPr lang="en-US" dirty="0"/>
              <a:t>… Her </a:t>
            </a:r>
            <a:r>
              <a:rPr lang="en-US" dirty="0" err="1"/>
              <a:t>hâlinde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bilmek</a:t>
            </a:r>
            <a:r>
              <a:rPr lang="en-US" dirty="0"/>
              <a:t>. O’nun </a:t>
            </a:r>
            <a:r>
              <a:rPr lang="en-US" dirty="0" err="1"/>
              <a:t>akışıyla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132. Aye</a:t>
            </a:r>
            <a:r>
              <a:rPr lang="tr-TR" b="1" dirty="0"/>
              <a:t>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“İbrahim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oğullarına</a:t>
            </a:r>
            <a:r>
              <a:rPr lang="en-US" dirty="0"/>
              <a:t> </a:t>
            </a:r>
            <a:r>
              <a:rPr lang="en-US" dirty="0" err="1"/>
              <a:t>vasiyet</a:t>
            </a:r>
            <a:r>
              <a:rPr lang="en-US" dirty="0"/>
              <a:t> </a:t>
            </a:r>
            <a:r>
              <a:rPr lang="en-US" dirty="0" err="1"/>
              <a:t>etti</a:t>
            </a:r>
            <a:r>
              <a:rPr lang="en-US" dirty="0"/>
              <a:t>. Yakup da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: ‘</a:t>
            </a:r>
            <a:r>
              <a:rPr lang="en-US" dirty="0" err="1"/>
              <a:t>Oğullarım</a:t>
            </a:r>
            <a:r>
              <a:rPr lang="en-US" dirty="0"/>
              <a:t>! Allah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seçti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olmuş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ölün</a:t>
            </a:r>
            <a:r>
              <a:rPr lang="en-US" dirty="0"/>
              <a:t>’ </a:t>
            </a:r>
            <a:r>
              <a:rPr lang="en-US" dirty="0" err="1"/>
              <a:t>dedi</a:t>
            </a:r>
            <a:r>
              <a:rPr lang="en-US" dirty="0"/>
              <a:t>.”**</a:t>
            </a:r>
          </a:p>
          <a:p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tr-TR" dirty="0"/>
              <a:t>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aktarımı</a:t>
            </a:r>
            <a:r>
              <a:rPr lang="en-US" dirty="0"/>
              <a:t> </a:t>
            </a:r>
            <a:r>
              <a:rPr lang="en-US" dirty="0" err="1"/>
              <a:t>başlıyor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yoluyla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yoluyla</a:t>
            </a:r>
            <a:r>
              <a:rPr lang="en-US" dirty="0"/>
              <a:t> </a:t>
            </a:r>
            <a:r>
              <a:rPr lang="en-US" dirty="0" err="1"/>
              <a:t>aktarılan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.</a:t>
            </a:r>
          </a:p>
          <a:p>
            <a:r>
              <a:rPr lang="en-US" dirty="0"/>
              <a:t>“Bu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seçti</a:t>
            </a:r>
            <a:r>
              <a:rPr lang="en-US" dirty="0"/>
              <a:t>” =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</a:p>
          <a:p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 </a:t>
            </a:r>
            <a:r>
              <a:rPr lang="en-US" dirty="0" err="1"/>
              <a:t>hâli</a:t>
            </a: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vasiyet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:“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müslim</a:t>
            </a:r>
            <a:r>
              <a:rPr lang="en-US" dirty="0"/>
              <a:t> (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olmuş</a:t>
            </a:r>
            <a:r>
              <a:rPr lang="en-US" dirty="0"/>
              <a:t>)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ölün</a:t>
            </a:r>
            <a:r>
              <a:rPr lang="en-US" dirty="0"/>
              <a:t>.” </a:t>
            </a:r>
          </a:p>
          <a:p>
            <a:r>
              <a:rPr lang="en-US" dirty="0"/>
              <a:t>Yani:</a:t>
            </a:r>
          </a:p>
          <a:p>
            <a:r>
              <a:rPr lang="en-US" dirty="0"/>
              <a:t>“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bile, ego </a:t>
            </a:r>
            <a:r>
              <a:rPr lang="en-US" dirty="0" err="1"/>
              <a:t>değil</a:t>
            </a:r>
            <a:r>
              <a:rPr lang="en-US" dirty="0"/>
              <a:t>;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kalsın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.” </a:t>
            </a:r>
          </a:p>
          <a:p>
            <a:r>
              <a:rPr lang="en-US" dirty="0" err="1"/>
              <a:t>Gerçek</a:t>
            </a:r>
            <a:r>
              <a:rPr lang="en-US" dirty="0"/>
              <a:t> İslam: </a:t>
            </a:r>
            <a:r>
              <a:rPr lang="en-US" dirty="0" err="1"/>
              <a:t>Ölmeden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ölenlerin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Teslimiyette</a:t>
            </a:r>
            <a:r>
              <a:rPr lang="en-US" dirty="0"/>
              <a:t> </a:t>
            </a:r>
            <a:r>
              <a:rPr lang="en-US" dirty="0" err="1"/>
              <a:t>sıfır</a:t>
            </a:r>
            <a:r>
              <a:rPr lang="en-US" dirty="0"/>
              <a:t> </a:t>
            </a:r>
            <a:r>
              <a:rPr lang="en-US" dirty="0" err="1"/>
              <a:t>benlik</a:t>
            </a:r>
            <a:r>
              <a:rPr lang="en-US" dirty="0"/>
              <a:t>, tam </a:t>
            </a:r>
            <a:r>
              <a:rPr lang="en-US" dirty="0" err="1"/>
              <a:t>varoluş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mirası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: 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, </a:t>
            </a:r>
            <a:r>
              <a:rPr lang="en-US" dirty="0" err="1"/>
              <a:t>teslimiyet</a:t>
            </a:r>
            <a:r>
              <a:rPr lang="en-US" dirty="0"/>
              <a:t> </a:t>
            </a:r>
            <a:r>
              <a:rPr lang="en-US" dirty="0" err="1"/>
              <a:t>yoludur</a:t>
            </a:r>
            <a:r>
              <a:rPr lang="en-US" dirty="0"/>
              <a:t>. Formdan </a:t>
            </a:r>
            <a:r>
              <a:rPr lang="en-US" dirty="0" err="1"/>
              <a:t>bağımsız</a:t>
            </a:r>
            <a:r>
              <a:rPr lang="en-US" dirty="0"/>
              <a:t>, </a:t>
            </a:r>
            <a:r>
              <a:rPr lang="en-US" dirty="0" err="1"/>
              <a:t>özü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bilinçtir</a:t>
            </a:r>
            <a:r>
              <a:rPr lang="en-US" dirty="0"/>
              <a:t>. </a:t>
            </a:r>
          </a:p>
          <a:p>
            <a:r>
              <a:rPr lang="en-US" dirty="0"/>
              <a:t>“Teslim </a:t>
            </a:r>
            <a:r>
              <a:rPr lang="en-US" dirty="0" err="1"/>
              <a:t>oldum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, </a:t>
            </a:r>
            <a:r>
              <a:rPr lang="en-US" dirty="0" err="1"/>
              <a:t>kelimeyle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söylenir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mirastır</a:t>
            </a:r>
            <a:r>
              <a:rPr lang="en-US" dirty="0"/>
              <a:t>. Ama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adı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hâli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mirasa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“Teslim </a:t>
            </a:r>
            <a:r>
              <a:rPr lang="en-US" dirty="0" err="1"/>
              <a:t>oldum</a:t>
            </a:r>
            <a:r>
              <a:rPr lang="en-US" dirty="0"/>
              <a:t>” </a:t>
            </a:r>
            <a:r>
              <a:rPr lang="en-US" dirty="0" err="1"/>
              <a:t>diyen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önünde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duramaz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o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ötesine</a:t>
            </a:r>
            <a:r>
              <a:rPr lang="en-US" dirty="0"/>
              <a:t> </a:t>
            </a:r>
            <a:r>
              <a:rPr lang="en-US" dirty="0" err="1"/>
              <a:t>geçmiştir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varlıktır</a:t>
            </a:r>
            <a:r>
              <a:rPr lang="en-US" dirty="0"/>
              <a:t>. Ve var </a:t>
            </a:r>
            <a:r>
              <a:rPr lang="en-US" dirty="0" err="1"/>
              <a:t>olmak</a:t>
            </a:r>
            <a:r>
              <a:rPr lang="en-US" dirty="0"/>
              <a:t>, </a:t>
            </a:r>
            <a:r>
              <a:rPr lang="en-US" dirty="0" err="1"/>
              <a:t>O’nunla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olmaktır</a:t>
            </a:r>
            <a:r>
              <a:rPr lang="en-US" dirty="0"/>
              <a:t>. </a:t>
            </a:r>
            <a:endParaRPr lang="tr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771652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86993BB-DCAB-36E1-6099-BC1A0E93BD88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Suresi’nin</a:t>
            </a:r>
            <a:r>
              <a:rPr lang="en-US" b="1" dirty="0"/>
              <a:t> 133–134. </a:t>
            </a:r>
            <a:r>
              <a:rPr lang="en-US" b="1" dirty="0" err="1"/>
              <a:t>ayetlerine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soruyu</a:t>
            </a:r>
            <a:r>
              <a:rPr lang="en-US" dirty="0"/>
              <a:t> </a:t>
            </a:r>
            <a:r>
              <a:rPr lang="en-US" dirty="0" err="1"/>
              <a:t>sorar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oldun</a:t>
            </a:r>
            <a:r>
              <a:rPr lang="en-US" dirty="0"/>
              <a:t>?”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değil,seçim</a:t>
            </a:r>
            <a:r>
              <a:rPr lang="en-US" dirty="0"/>
              <a:t> </a:t>
            </a:r>
            <a:r>
              <a:rPr lang="en-US" dirty="0" err="1"/>
              <a:t>vardır.Bu</a:t>
            </a:r>
            <a:r>
              <a:rPr lang="en-US" dirty="0"/>
              <a:t> </a:t>
            </a:r>
            <a:r>
              <a:rPr lang="en-US" dirty="0" err="1"/>
              <a:t>ayetler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geçmişle</a:t>
            </a:r>
            <a:r>
              <a:rPr lang="en-US" dirty="0"/>
              <a:t> </a:t>
            </a:r>
            <a:r>
              <a:rPr lang="en-US" dirty="0" err="1"/>
              <a:t>yüzleştirir</a:t>
            </a:r>
            <a:r>
              <a:rPr lang="en-US" dirty="0"/>
              <a:t> —ama </a:t>
            </a:r>
            <a:r>
              <a:rPr lang="en-US" dirty="0" err="1"/>
              <a:t>nihayetinde,kendi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seçmeye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133–134</a:t>
            </a:r>
            <a:endParaRPr lang="tr-TR" b="1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Anındaki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/>
              <a:t>Sen </a:t>
            </a:r>
            <a:r>
              <a:rPr lang="en-US" dirty="0" err="1"/>
              <a:t>Kimin</a:t>
            </a:r>
            <a:r>
              <a:rPr lang="en-US" dirty="0"/>
              <a:t> Yolunda Gittin?”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Atalarının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Seçimini</a:t>
            </a:r>
            <a:r>
              <a:rPr lang="en-US" dirty="0"/>
              <a:t> </a:t>
            </a:r>
            <a:r>
              <a:rPr lang="en-US" dirty="0" err="1"/>
              <a:t>Taşı</a:t>
            </a:r>
            <a:r>
              <a:rPr lang="en-US" dirty="0"/>
              <a:t> —</a:t>
            </a:r>
            <a:endParaRPr lang="tr-TR" dirty="0"/>
          </a:p>
          <a:p>
            <a:r>
              <a:rPr lang="en-US" b="1" dirty="0"/>
              <a:t>133.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, </a:t>
            </a:r>
            <a:r>
              <a:rPr lang="en-US" dirty="0" err="1"/>
              <a:t>Yakub’a</a:t>
            </a:r>
            <a:r>
              <a:rPr lang="en-US" dirty="0"/>
              <a:t>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gelip</a:t>
            </a:r>
            <a:r>
              <a:rPr lang="en-US" dirty="0"/>
              <a:t> </a:t>
            </a:r>
            <a:r>
              <a:rPr lang="en-US" dirty="0" err="1"/>
              <a:t>çattığında</a:t>
            </a:r>
            <a:r>
              <a:rPr lang="en-US" dirty="0"/>
              <a:t>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mıydınız</a:t>
            </a:r>
            <a:r>
              <a:rPr lang="en-US" dirty="0"/>
              <a:t>? O, </a:t>
            </a:r>
            <a:r>
              <a:rPr lang="en-US" dirty="0" err="1"/>
              <a:t>oğullarına</a:t>
            </a:r>
            <a:r>
              <a:rPr lang="en-US" dirty="0"/>
              <a:t>, ‘Benden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kulluk</a:t>
            </a:r>
            <a:r>
              <a:rPr lang="en-US" dirty="0"/>
              <a:t> </a:t>
            </a:r>
            <a:r>
              <a:rPr lang="en-US" dirty="0" err="1"/>
              <a:t>edeceksiniz</a:t>
            </a:r>
            <a:r>
              <a:rPr lang="en-US" dirty="0"/>
              <a:t>?’ </a:t>
            </a:r>
            <a:r>
              <a:rPr lang="en-US" dirty="0" err="1"/>
              <a:t>demişti</a:t>
            </a:r>
            <a:r>
              <a:rPr lang="en-US" dirty="0"/>
              <a:t>. </a:t>
            </a:r>
            <a:r>
              <a:rPr lang="en-US" dirty="0" err="1"/>
              <a:t>Onlar</a:t>
            </a:r>
            <a:r>
              <a:rPr lang="en-US" dirty="0"/>
              <a:t> da, ‘Senin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ataların</a:t>
            </a:r>
            <a:r>
              <a:rPr lang="en-US" dirty="0"/>
              <a:t> İbrahim, İsmail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İshak’ın</a:t>
            </a:r>
            <a:r>
              <a:rPr lang="en-US" dirty="0"/>
              <a:t> </a:t>
            </a:r>
            <a:r>
              <a:rPr lang="en-US" dirty="0" err="1"/>
              <a:t>ilahı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kulluk</a:t>
            </a:r>
            <a:r>
              <a:rPr lang="en-US" dirty="0"/>
              <a:t> </a:t>
            </a:r>
            <a:r>
              <a:rPr lang="en-US" dirty="0" err="1"/>
              <a:t>edeceğiz</a:t>
            </a:r>
            <a:r>
              <a:rPr lang="en-US" dirty="0"/>
              <a:t>. Biz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olanlarız</a:t>
            </a:r>
            <a:r>
              <a:rPr lang="en-US" dirty="0"/>
              <a:t>’ </a:t>
            </a:r>
            <a:r>
              <a:rPr lang="en-US" dirty="0" err="1"/>
              <a:t>dediler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tr-TR" b="1" dirty="0"/>
          </a:p>
          <a:p>
            <a:endParaRPr lang="en-US" dirty="0"/>
          </a:p>
          <a:p>
            <a:r>
              <a:rPr lang="en-US" dirty="0" err="1"/>
              <a:t>Burada,bir</a:t>
            </a:r>
            <a:r>
              <a:rPr lang="en-US" dirty="0"/>
              <a:t> </a:t>
            </a:r>
            <a:r>
              <a:rPr lang="en-US" dirty="0" err="1"/>
              <a:t>neslin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aldığı</a:t>
            </a:r>
            <a:r>
              <a:rPr lang="en-US" dirty="0"/>
              <a:t> </a:t>
            </a:r>
            <a:r>
              <a:rPr lang="en-US" dirty="0" err="1"/>
              <a:t>inanç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  <a:r>
              <a:rPr lang="en-US" dirty="0" err="1"/>
              <a:t>bizzat</a:t>
            </a:r>
            <a:r>
              <a:rPr lang="en-US" dirty="0"/>
              <a:t> </a:t>
            </a:r>
            <a:r>
              <a:rPr lang="en-US" dirty="0" err="1"/>
              <a:t>seçtiği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açıklanıyor.Yakup</a:t>
            </a:r>
            <a:r>
              <a:rPr lang="en-US" dirty="0"/>
              <a:t>,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anındaen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soruyu</a:t>
            </a:r>
            <a:r>
              <a:rPr lang="en-US" dirty="0"/>
              <a:t> </a:t>
            </a:r>
            <a:r>
              <a:rPr lang="en-US" dirty="0" err="1"/>
              <a:t>soruyor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“Benden </a:t>
            </a:r>
            <a:r>
              <a:rPr lang="en-US" dirty="0" err="1"/>
              <a:t>sonra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frekansında</a:t>
            </a:r>
            <a:r>
              <a:rPr lang="en-US" dirty="0"/>
              <a:t> </a:t>
            </a:r>
            <a:r>
              <a:rPr lang="en-US" dirty="0" err="1"/>
              <a:t>yaşayacaksınız</a:t>
            </a:r>
            <a:r>
              <a:rPr lang="en-US" dirty="0"/>
              <a:t>?”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yolumu</a:t>
            </a:r>
            <a:r>
              <a:rPr lang="en-US" dirty="0"/>
              <a:t> mu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edeceksiniz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sadık</a:t>
            </a:r>
            <a:r>
              <a:rPr lang="en-US" dirty="0"/>
              <a:t> </a:t>
            </a:r>
            <a:r>
              <a:rPr lang="en-US" dirty="0" err="1"/>
              <a:t>kalacaksınız</a:t>
            </a:r>
            <a:r>
              <a:rPr lang="en-US" dirty="0"/>
              <a:t>?”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oğulları</a:t>
            </a:r>
            <a:r>
              <a:rPr lang="en-US" dirty="0"/>
              <a:t> ne </a:t>
            </a:r>
            <a:r>
              <a:rPr lang="en-US" dirty="0" err="1"/>
              <a:t>diyor</a:t>
            </a:r>
            <a:r>
              <a:rPr lang="en-US" dirty="0"/>
              <a:t>?</a:t>
            </a:r>
          </a:p>
          <a:p>
            <a:r>
              <a:rPr lang="en-US" dirty="0"/>
              <a:t>“Senin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atalarının</a:t>
            </a:r>
            <a:r>
              <a:rPr lang="en-US" dirty="0"/>
              <a:t> </a:t>
            </a:r>
            <a:r>
              <a:rPr lang="en-US" dirty="0" err="1"/>
              <a:t>ilahına</a:t>
            </a:r>
            <a:r>
              <a:rPr lang="en-US" dirty="0"/>
              <a:t> biz de </a:t>
            </a:r>
            <a:r>
              <a:rPr lang="en-US" dirty="0" err="1"/>
              <a:t>O’nunla</a:t>
            </a:r>
            <a:r>
              <a:rPr lang="en-US" dirty="0"/>
              <a:t> </a:t>
            </a:r>
            <a:r>
              <a:rPr lang="en-US" dirty="0" err="1"/>
              <a:t>bağlanarak</a:t>
            </a:r>
            <a:r>
              <a:rPr lang="en-US" dirty="0"/>
              <a:t> </a:t>
            </a:r>
            <a:r>
              <a:rPr lang="en-US" dirty="0" err="1"/>
              <a:t>ibadet</a:t>
            </a:r>
            <a:r>
              <a:rPr lang="en-US" dirty="0"/>
              <a:t> </a:t>
            </a:r>
            <a:r>
              <a:rPr lang="en-US" dirty="0" err="1"/>
              <a:t>edeceğiz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Yani: “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sadığız</a:t>
            </a:r>
            <a:r>
              <a:rPr lang="en-US" dirty="0"/>
              <a:t>. Ve biz,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olmuşuz</a:t>
            </a:r>
            <a:r>
              <a:rPr lang="en-US" dirty="0"/>
              <a:t>.” </a:t>
            </a:r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irade</a:t>
            </a:r>
            <a:r>
              <a:rPr lang="en-US" dirty="0"/>
              <a:t> </a:t>
            </a:r>
            <a:r>
              <a:rPr lang="en-US" dirty="0" err="1"/>
              <a:t>bildirisi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134.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ümmetti</a:t>
            </a:r>
            <a:r>
              <a:rPr lang="en-US" dirty="0"/>
              <a:t>, </a:t>
            </a:r>
            <a:r>
              <a:rPr lang="en-US" dirty="0" err="1"/>
              <a:t>gelip</a:t>
            </a:r>
            <a:r>
              <a:rPr lang="en-US" dirty="0"/>
              <a:t> </a:t>
            </a:r>
            <a:r>
              <a:rPr lang="en-US" dirty="0" err="1"/>
              <a:t>geçti</a:t>
            </a:r>
            <a:r>
              <a:rPr lang="en-US" dirty="0"/>
              <a:t>. </a:t>
            </a:r>
            <a:r>
              <a:rPr lang="en-US" dirty="0" err="1"/>
              <a:t>Kazandıkları</a:t>
            </a:r>
            <a:r>
              <a:rPr lang="en-US" dirty="0"/>
              <a:t> </a:t>
            </a:r>
            <a:r>
              <a:rPr lang="en-US" dirty="0" err="1"/>
              <a:t>kendilerine</a:t>
            </a:r>
            <a:r>
              <a:rPr lang="tr-TR" dirty="0"/>
              <a:t>,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kazandığınız</a:t>
            </a:r>
            <a:r>
              <a:rPr lang="en-US" dirty="0"/>
              <a:t> da size </a:t>
            </a:r>
            <a:r>
              <a:rPr lang="en-US" dirty="0" err="1"/>
              <a:t>aittir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yaptıklarından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tutulmazsınız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ayet,atalara</a:t>
            </a:r>
            <a:r>
              <a:rPr lang="en-US" dirty="0"/>
              <a:t> </a:t>
            </a:r>
            <a:r>
              <a:rPr lang="en-US" dirty="0" err="1"/>
              <a:t>tapınmayı</a:t>
            </a:r>
            <a:r>
              <a:rPr lang="en-US" dirty="0"/>
              <a:t> </a:t>
            </a:r>
            <a:r>
              <a:rPr lang="en-US" dirty="0" err="1"/>
              <a:t>reddeder</a:t>
            </a:r>
            <a:r>
              <a:rPr lang="en-US" dirty="0"/>
              <a:t>.“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geçti</a:t>
            </a:r>
            <a:r>
              <a:rPr lang="en-US" dirty="0"/>
              <a:t>. Ve </a:t>
            </a:r>
            <a:r>
              <a:rPr lang="en-US" dirty="0" err="1"/>
              <a:t>yaptıkları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62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601D2CC-1E53-C8A0-E152-7A4166CACAB5}"/>
              </a:ext>
            </a:extLst>
          </p:cNvPr>
          <p:cNvSpPr txBox="1"/>
          <p:nvPr/>
        </p:nvSpPr>
        <p:spPr>
          <a:xfrm>
            <a:off x="0" y="1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Yani:</a:t>
            </a:r>
          </a:p>
          <a:p>
            <a:r>
              <a:rPr lang="en-US" dirty="0"/>
              <a:t>Senin </a:t>
            </a:r>
            <a:r>
              <a:rPr lang="en-US" dirty="0" err="1"/>
              <a:t>annen</a:t>
            </a:r>
            <a:r>
              <a:rPr lang="en-US" dirty="0"/>
              <a:t>, </a:t>
            </a:r>
            <a:r>
              <a:rPr lang="en-US" dirty="0" err="1"/>
              <a:t>baban,öğretmenin</a:t>
            </a:r>
            <a:r>
              <a:rPr lang="en-US" dirty="0"/>
              <a:t>, </a:t>
            </a:r>
            <a:r>
              <a:rPr lang="en-US" dirty="0" err="1"/>
              <a:t>hocan</a:t>
            </a:r>
            <a:r>
              <a:rPr lang="en-US" dirty="0"/>
              <a:t>, </a:t>
            </a:r>
            <a:r>
              <a:rPr lang="en-US" dirty="0" err="1"/>
              <a:t>liderin,hatta</a:t>
            </a:r>
            <a:r>
              <a:rPr lang="en-US" dirty="0"/>
              <a:t> </a:t>
            </a:r>
            <a:r>
              <a:rPr lang="en-US" dirty="0" err="1"/>
              <a:t>peygamberin</a:t>
            </a:r>
            <a:r>
              <a:rPr lang="en-US" dirty="0"/>
              <a:t>…</a:t>
            </a:r>
          </a:p>
          <a:p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yaptığı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frekansında</a:t>
            </a:r>
            <a:r>
              <a:rPr lang="en-US" dirty="0"/>
              <a:t> </a:t>
            </a:r>
            <a:r>
              <a:rPr lang="en-US" dirty="0" err="1"/>
              <a:t>kayıtlı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. Senin </a:t>
            </a:r>
            <a:r>
              <a:rPr lang="en-US" dirty="0" err="1"/>
              <a:t>yolculuğun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seçimin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yaptığından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Ama </a:t>
            </a:r>
            <a:r>
              <a:rPr lang="en-US" dirty="0" err="1"/>
              <a:t>herkes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frekansından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yüzleşme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: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andır</a:t>
            </a:r>
            <a:r>
              <a:rPr lang="en-US" dirty="0"/>
              <a:t>. Ve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yolculuğunu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. </a:t>
            </a:r>
          </a:p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inanç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seçilendir</a:t>
            </a:r>
            <a:r>
              <a:rPr lang="en-US" dirty="0"/>
              <a:t> —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karardır</a:t>
            </a:r>
            <a:r>
              <a:rPr lang="en-US" dirty="0"/>
              <a:t>. </a:t>
            </a:r>
          </a:p>
          <a:p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yükünü</a:t>
            </a:r>
            <a:r>
              <a:rPr lang="en-US" dirty="0"/>
              <a:t> </a:t>
            </a:r>
            <a:r>
              <a:rPr lang="en-US" dirty="0" err="1"/>
              <a:t>taşımaz</a:t>
            </a:r>
            <a:r>
              <a:rPr lang="en-US" dirty="0"/>
              <a:t>. Ama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titreşiminin</a:t>
            </a:r>
            <a:r>
              <a:rPr lang="en-US" dirty="0"/>
              <a:t> </a:t>
            </a:r>
            <a:r>
              <a:rPr lang="en-US" dirty="0" err="1"/>
              <a:t>yolunu</a:t>
            </a:r>
            <a:r>
              <a:rPr lang="en-US" dirty="0"/>
              <a:t> </a:t>
            </a:r>
            <a:r>
              <a:rPr lang="en-US" dirty="0" err="1"/>
              <a:t>yürür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“Senin </a:t>
            </a:r>
            <a:r>
              <a:rPr lang="en-US" dirty="0" err="1"/>
              <a:t>yolculuğun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sorumluluğundur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‘Ben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oldum</a:t>
            </a:r>
            <a:r>
              <a:rPr lang="en-US" dirty="0"/>
              <a:t>’ </a:t>
            </a:r>
            <a:r>
              <a:rPr lang="en-US" dirty="0" err="1"/>
              <a:t>diyebiliyorsan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o zaman </a:t>
            </a:r>
            <a:r>
              <a:rPr lang="en-US" dirty="0" err="1"/>
              <a:t>geçmiş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pusuladır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yönü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belirlersin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135–136. </a:t>
            </a:r>
            <a:r>
              <a:rPr lang="en-US" dirty="0" err="1"/>
              <a:t>ayetlere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</a:t>
            </a:r>
          </a:p>
          <a:p>
            <a:r>
              <a:rPr lang="en-US" dirty="0" err="1"/>
              <a:t>inancı</a:t>
            </a:r>
            <a:r>
              <a:rPr lang="en-US" dirty="0"/>
              <a:t> </a:t>
            </a:r>
            <a:r>
              <a:rPr lang="en-US" dirty="0" err="1"/>
              <a:t>etiketleştiren</a:t>
            </a:r>
            <a:r>
              <a:rPr lang="en-US" dirty="0"/>
              <a:t> </a:t>
            </a:r>
            <a:r>
              <a:rPr lang="en-US" dirty="0" err="1"/>
              <a:t>zihne</a:t>
            </a:r>
            <a:r>
              <a:rPr lang="tr-TR" dirty="0"/>
              <a:t> ve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bizimkine</a:t>
            </a:r>
            <a:r>
              <a:rPr lang="en-US" dirty="0"/>
              <a:t> </a:t>
            </a:r>
            <a:r>
              <a:rPr lang="en-US" dirty="0" err="1"/>
              <a:t>uymazsan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” </a:t>
            </a:r>
            <a:r>
              <a:rPr lang="en-US" dirty="0" err="1"/>
              <a:t>diyen</a:t>
            </a:r>
            <a:r>
              <a:rPr lang="en-US" dirty="0"/>
              <a:t> </a:t>
            </a:r>
            <a:r>
              <a:rPr lang="en-US" dirty="0" err="1"/>
              <a:t>egoya</a:t>
            </a:r>
            <a:endParaRPr lang="en-US" dirty="0"/>
          </a:p>
          <a:p>
            <a:r>
              <a:rPr lang="en-US" dirty="0" err="1"/>
              <a:t>keskin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,</a:t>
            </a:r>
          </a:p>
          <a:p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peygamberleri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çizgisinde</a:t>
            </a:r>
            <a:r>
              <a:rPr lang="en-US" dirty="0"/>
              <a:t> </a:t>
            </a:r>
            <a:r>
              <a:rPr lang="en-US" dirty="0" err="1"/>
              <a:t>birleştiren</a:t>
            </a:r>
            <a:endParaRPr lang="en-US" dirty="0"/>
          </a:p>
          <a:p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hâlini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 sana.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135–136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Etiketi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Takip</a:t>
            </a:r>
            <a:r>
              <a:rPr lang="en-US" dirty="0"/>
              <a:t> Et”</a:t>
            </a:r>
          </a:p>
          <a:p>
            <a:pPr marL="0" indent="0">
              <a:buNone/>
            </a:pPr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Peygamberlerde</a:t>
            </a:r>
            <a:r>
              <a:rPr lang="en-US" dirty="0"/>
              <a:t> </a:t>
            </a:r>
            <a:r>
              <a:rPr lang="en-US" dirty="0" err="1"/>
              <a:t>Aynıydı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Farklı</a:t>
            </a:r>
            <a:r>
              <a:rPr lang="en-US" dirty="0"/>
              <a:t> Olan, Onu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Formlardı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135.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“‘</a:t>
            </a:r>
            <a:r>
              <a:rPr lang="en-US" dirty="0" err="1"/>
              <a:t>Yahudi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’ </a:t>
            </a:r>
            <a:r>
              <a:rPr lang="en-US" dirty="0" err="1"/>
              <a:t>dediler</a:t>
            </a:r>
            <a:r>
              <a:rPr lang="en-US" dirty="0"/>
              <a:t>, ‘</a:t>
            </a:r>
            <a:r>
              <a:rPr lang="en-US" dirty="0" err="1"/>
              <a:t>ya</a:t>
            </a:r>
            <a:r>
              <a:rPr lang="en-US" dirty="0"/>
              <a:t> da Hristiyan </a:t>
            </a:r>
            <a:r>
              <a:rPr lang="en-US" dirty="0" err="1"/>
              <a:t>olun</a:t>
            </a:r>
            <a:r>
              <a:rPr lang="en-US" dirty="0"/>
              <a:t> ki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bulasınız</a:t>
            </a:r>
            <a:r>
              <a:rPr lang="en-US" dirty="0"/>
              <a:t>.’ De ki: ‘</a:t>
            </a:r>
            <a:r>
              <a:rPr lang="en-US" dirty="0" err="1"/>
              <a:t>Hayır</a:t>
            </a:r>
            <a:r>
              <a:rPr lang="en-US" dirty="0"/>
              <a:t>! Biz, hanif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dinine</a:t>
            </a:r>
            <a:r>
              <a:rPr lang="en-US" dirty="0"/>
              <a:t> </a:t>
            </a:r>
            <a:r>
              <a:rPr lang="en-US" dirty="0" err="1"/>
              <a:t>uyarız</a:t>
            </a:r>
            <a:r>
              <a:rPr lang="en-US" dirty="0"/>
              <a:t>. O </a:t>
            </a:r>
            <a:r>
              <a:rPr lang="en-US" dirty="0" err="1"/>
              <a:t>müş</a:t>
            </a:r>
            <a:r>
              <a:rPr lang="tr-TR" dirty="0" err="1"/>
              <a:t>riklerden</a:t>
            </a:r>
            <a:r>
              <a:rPr lang="tr-TR" dirty="0"/>
              <a:t> değildir.</a:t>
            </a:r>
            <a:endParaRPr lang="en-US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428703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A81F190-5987-6AA4-AC9A-5AB5A5784577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etiket</a:t>
            </a:r>
            <a:r>
              <a:rPr lang="en-US" dirty="0"/>
              <a:t> </a:t>
            </a:r>
            <a:r>
              <a:rPr lang="en-US" dirty="0" err="1"/>
              <a:t>savaşlarından</a:t>
            </a:r>
            <a:r>
              <a:rPr lang="en-US" dirty="0"/>
              <a:t> </a:t>
            </a:r>
            <a:r>
              <a:rPr lang="en-US" dirty="0" err="1"/>
              <a:t>kurtarır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Bizimki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” </a:t>
            </a:r>
            <a:r>
              <a:rPr lang="en-US" dirty="0" err="1"/>
              <a:t>diyen</a:t>
            </a:r>
            <a:r>
              <a:rPr lang="en-US" dirty="0"/>
              <a:t> her </a:t>
            </a:r>
            <a:r>
              <a:rPr lang="en-US" dirty="0" err="1"/>
              <a:t>sistem</a:t>
            </a:r>
            <a:r>
              <a:rPr lang="en-US" dirty="0"/>
              <a:t>,</a:t>
            </a:r>
          </a:p>
          <a:p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güvensizliğini</a:t>
            </a:r>
            <a:r>
              <a:rPr lang="en-US" dirty="0"/>
              <a:t> </a:t>
            </a:r>
            <a:r>
              <a:rPr lang="en-US" dirty="0" err="1"/>
              <a:t>haykırır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Yahudi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, Hristiyan </a:t>
            </a:r>
            <a:r>
              <a:rPr lang="en-US" dirty="0" err="1"/>
              <a:t>olun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 =</a:t>
            </a:r>
          </a:p>
          <a:p>
            <a:r>
              <a:rPr lang="en-US" dirty="0"/>
              <a:t>Belli </a:t>
            </a:r>
            <a:r>
              <a:rPr lang="en-US" dirty="0" err="1"/>
              <a:t>bir</a:t>
            </a:r>
            <a:r>
              <a:rPr lang="en-US" dirty="0"/>
              <a:t> forma </a:t>
            </a:r>
            <a:r>
              <a:rPr lang="en-US" dirty="0" err="1"/>
              <a:t>gir</a:t>
            </a:r>
            <a:r>
              <a:rPr lang="en-US" dirty="0"/>
              <a:t> ki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edelim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Ama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 net:</a:t>
            </a:r>
          </a:p>
          <a:p>
            <a:endParaRPr lang="en-US" dirty="0"/>
          </a:p>
          <a:p>
            <a:r>
              <a:rPr lang="en-US" dirty="0"/>
              <a:t>“Biz 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yolundayız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Ve o </a:t>
            </a:r>
            <a:r>
              <a:rPr lang="en-US" dirty="0" err="1"/>
              <a:t>yolun</a:t>
            </a:r>
            <a:r>
              <a:rPr lang="en-US" dirty="0"/>
              <a:t> </a:t>
            </a:r>
            <a:r>
              <a:rPr lang="en-US" dirty="0" err="1"/>
              <a:t>özelliği</a:t>
            </a:r>
            <a:r>
              <a:rPr lang="en-US" dirty="0"/>
              <a:t>: Hanif. </a:t>
            </a:r>
            <a:br>
              <a:rPr lang="en-US" dirty="0"/>
            </a:br>
            <a:r>
              <a:rPr lang="en-US" dirty="0"/>
              <a:t>Yani: </a:t>
            </a:r>
            <a:br>
              <a:rPr lang="en-US" dirty="0"/>
            </a:br>
            <a:r>
              <a:rPr lang="en-US" dirty="0"/>
              <a:t>“Yalnızca </a:t>
            </a:r>
            <a:r>
              <a:rPr lang="en-US" dirty="0" err="1"/>
              <a:t>bir’e</a:t>
            </a:r>
            <a:r>
              <a:rPr lang="en-US" dirty="0"/>
              <a:t> </a:t>
            </a:r>
            <a:r>
              <a:rPr lang="en-US" dirty="0" err="1"/>
              <a:t>yönelmiş</a:t>
            </a:r>
            <a:r>
              <a:rPr lang="en-US" dirty="0"/>
              <a:t>, </a:t>
            </a:r>
            <a:r>
              <a:rPr lang="en-US" dirty="0" err="1"/>
              <a:t>şirkten</a:t>
            </a:r>
            <a:r>
              <a:rPr lang="en-US" dirty="0"/>
              <a:t> (</a:t>
            </a:r>
            <a:r>
              <a:rPr lang="en-US" dirty="0" err="1"/>
              <a:t>ikilikten</a:t>
            </a:r>
            <a:r>
              <a:rPr lang="en-US" dirty="0"/>
              <a:t>, </a:t>
            </a:r>
            <a:r>
              <a:rPr lang="en-US" dirty="0" err="1"/>
              <a:t>parçalı</a:t>
            </a:r>
            <a:r>
              <a:rPr lang="en-US" dirty="0"/>
              <a:t> </a:t>
            </a:r>
            <a:r>
              <a:rPr lang="en-US" dirty="0" err="1"/>
              <a:t>düşünceden</a:t>
            </a:r>
            <a:r>
              <a:rPr lang="en-US" dirty="0"/>
              <a:t>)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r>
              <a:rPr lang="en-US" dirty="0"/>
              <a:t>“Formla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özle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bul. Ve </a:t>
            </a:r>
            <a:r>
              <a:rPr lang="en-US" dirty="0" err="1"/>
              <a:t>özde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yollar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kaynağa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136.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Deyin</a:t>
            </a:r>
            <a:r>
              <a:rPr lang="en-US" dirty="0"/>
              <a:t> ki: Biz </a:t>
            </a:r>
            <a:r>
              <a:rPr lang="en-US" dirty="0" err="1"/>
              <a:t>Allah’a</a:t>
            </a:r>
            <a:r>
              <a:rPr lang="en-US" dirty="0"/>
              <a:t>, bize </a:t>
            </a:r>
            <a:r>
              <a:rPr lang="en-US" dirty="0" err="1"/>
              <a:t>indirilenlere</a:t>
            </a:r>
            <a:r>
              <a:rPr lang="en-US" dirty="0"/>
              <a:t>, </a:t>
            </a:r>
            <a:r>
              <a:rPr lang="en-US" dirty="0" err="1"/>
              <a:t>İbrahim’e</a:t>
            </a:r>
            <a:r>
              <a:rPr lang="en-US" dirty="0"/>
              <a:t>, </a:t>
            </a:r>
            <a:r>
              <a:rPr lang="en-US" dirty="0" err="1"/>
              <a:t>İsmail’e</a:t>
            </a:r>
            <a:r>
              <a:rPr lang="en-US" dirty="0"/>
              <a:t>, </a:t>
            </a:r>
            <a:r>
              <a:rPr lang="en-US" dirty="0" err="1"/>
              <a:t>İshak’a</a:t>
            </a:r>
            <a:r>
              <a:rPr lang="en-US" dirty="0"/>
              <a:t>, </a:t>
            </a:r>
            <a:r>
              <a:rPr lang="en-US" dirty="0" err="1"/>
              <a:t>Yakub’a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torunlarına</a:t>
            </a:r>
            <a:r>
              <a:rPr lang="en-US" dirty="0"/>
              <a:t> </a:t>
            </a:r>
            <a:r>
              <a:rPr lang="en-US" dirty="0" err="1"/>
              <a:t>indirilenlere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Musa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İsa’ya</a:t>
            </a:r>
            <a:r>
              <a:rPr lang="en-US" dirty="0"/>
              <a:t> </a:t>
            </a:r>
            <a:r>
              <a:rPr lang="en-US" dirty="0" err="1"/>
              <a:t>verilenlere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peygamberlere</a:t>
            </a:r>
            <a:r>
              <a:rPr lang="en-US" dirty="0"/>
              <a:t> </a:t>
            </a:r>
            <a:r>
              <a:rPr lang="en-US" dirty="0" err="1"/>
              <a:t>Rablerinden</a:t>
            </a:r>
            <a:r>
              <a:rPr lang="en-US" dirty="0"/>
              <a:t> </a:t>
            </a:r>
            <a:r>
              <a:rPr lang="en-US" dirty="0" err="1"/>
              <a:t>verilene</a:t>
            </a:r>
            <a:r>
              <a:rPr lang="en-US" dirty="0"/>
              <a:t> </a:t>
            </a:r>
            <a:r>
              <a:rPr lang="en-US" dirty="0" err="1"/>
              <a:t>inanırız</a:t>
            </a:r>
            <a:r>
              <a:rPr lang="en-US" dirty="0"/>
              <a:t>. 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hiçbirini</a:t>
            </a:r>
            <a:r>
              <a:rPr lang="en-US" dirty="0"/>
              <a:t> </a:t>
            </a:r>
            <a:r>
              <a:rPr lang="en-US" dirty="0" err="1"/>
              <a:t>ayırt</a:t>
            </a:r>
            <a:r>
              <a:rPr lang="en-US" dirty="0"/>
              <a:t> </a:t>
            </a:r>
            <a:r>
              <a:rPr lang="en-US" dirty="0" err="1"/>
              <a:t>etmeyiz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Ve biz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olmuşuz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çizgisini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</a:t>
            </a:r>
          </a:p>
          <a:p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zamanlarda</a:t>
            </a:r>
            <a:r>
              <a:rPr lang="en-US" dirty="0"/>
              <a:t>,</a:t>
            </a:r>
            <a:r>
              <a:rPr lang="tr-TR" dirty="0"/>
              <a:t>f</a:t>
            </a:r>
            <a:r>
              <a:rPr lang="en-US" dirty="0" err="1"/>
              <a:t>arklı</a:t>
            </a:r>
            <a:r>
              <a:rPr lang="en-US" dirty="0"/>
              <a:t> </a:t>
            </a:r>
            <a:r>
              <a:rPr lang="en-US" dirty="0" err="1"/>
              <a:t>isimlerle</a:t>
            </a:r>
            <a:r>
              <a:rPr lang="en-US" dirty="0"/>
              <a:t>,</a:t>
            </a:r>
            <a:r>
              <a:rPr lang="tr-TR" dirty="0"/>
              <a:t>f</a:t>
            </a:r>
            <a:r>
              <a:rPr lang="en-US" dirty="0" err="1"/>
              <a:t>arklı</a:t>
            </a:r>
            <a:r>
              <a:rPr lang="en-US" dirty="0"/>
              <a:t> </a:t>
            </a:r>
            <a:r>
              <a:rPr lang="en-US" dirty="0" err="1"/>
              <a:t>kavimlere</a:t>
            </a:r>
            <a:r>
              <a:rPr lang="en-US" dirty="0"/>
              <a:t>…</a:t>
            </a:r>
          </a:p>
          <a:p>
            <a:r>
              <a:rPr lang="en-US" dirty="0"/>
              <a:t>Ama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kaynaktan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frekanslar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nedir</a:t>
            </a:r>
            <a:r>
              <a:rPr lang="en-US" dirty="0"/>
              <a:t>? “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hiçbirini</a:t>
            </a:r>
            <a:r>
              <a:rPr lang="en-US" dirty="0"/>
              <a:t> </a:t>
            </a:r>
            <a:r>
              <a:rPr lang="en-US" dirty="0" err="1"/>
              <a:t>ayırt</a:t>
            </a:r>
            <a:r>
              <a:rPr lang="en-US" dirty="0"/>
              <a:t> </a:t>
            </a:r>
            <a:r>
              <a:rPr lang="en-US" dirty="0" err="1"/>
              <a:t>etmeyiz</a:t>
            </a:r>
            <a:r>
              <a:rPr lang="en-US" dirty="0"/>
              <a:t>.” </a:t>
            </a:r>
          </a:p>
          <a:p>
            <a:r>
              <a:rPr lang="en-US" dirty="0"/>
              <a:t>Bu,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tr-TR" dirty="0"/>
              <a:t>.</a:t>
            </a:r>
            <a:endParaRPr lang="en-US" dirty="0"/>
          </a:p>
          <a:p>
            <a:r>
              <a:rPr lang="en-US" dirty="0"/>
              <a:t>“Biz </a:t>
            </a:r>
            <a:r>
              <a:rPr lang="en-US" dirty="0" err="1"/>
              <a:t>biçimi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o </a:t>
            </a:r>
            <a:r>
              <a:rPr lang="en-US" dirty="0" err="1"/>
              <a:t>biçimin</a:t>
            </a:r>
            <a:r>
              <a:rPr lang="en-US" dirty="0"/>
              <a:t>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onurlandırırız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cümle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Yani:Tüm</a:t>
            </a:r>
            <a:r>
              <a:rPr lang="en-US" dirty="0"/>
              <a:t> </a:t>
            </a:r>
            <a:r>
              <a:rPr lang="en-US" dirty="0" err="1"/>
              <a:t>sistemlerin</a:t>
            </a:r>
            <a:r>
              <a:rPr lang="en-US" dirty="0"/>
              <a:t> </a:t>
            </a:r>
            <a:r>
              <a:rPr lang="en-US" dirty="0" err="1"/>
              <a:t>üstüne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teslimiyet</a:t>
            </a:r>
            <a:r>
              <a:rPr lang="en-US" dirty="0"/>
              <a:t>. </a:t>
            </a:r>
            <a:r>
              <a:rPr lang="en-US" dirty="0" err="1"/>
              <a:t>Etiketin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rehberliğinde</a:t>
            </a:r>
            <a:r>
              <a:rPr lang="en-US" dirty="0"/>
              <a:t> </a:t>
            </a:r>
            <a:r>
              <a:rPr lang="en-US" dirty="0" err="1"/>
              <a:t>yaşamak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11614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0AE3536-0C04-AB2E-55BD-2999F0A081BF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sıçramasına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İnanç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forma </a:t>
            </a:r>
            <a:r>
              <a:rPr lang="en-US" dirty="0" err="1"/>
              <a:t>sıkıştırılamaz</a:t>
            </a:r>
            <a:r>
              <a:rPr lang="en-US" dirty="0"/>
              <a:t>. O, </a:t>
            </a:r>
            <a:r>
              <a:rPr lang="en-US" dirty="0" err="1"/>
              <a:t>özü</a:t>
            </a:r>
            <a:r>
              <a:rPr lang="en-US" dirty="0"/>
              <a:t> </a:t>
            </a:r>
            <a:r>
              <a:rPr lang="en-US" dirty="0" err="1"/>
              <a:t>yakalama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 </a:t>
            </a:r>
          </a:p>
          <a:p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peygamberlerde</a:t>
            </a:r>
            <a:r>
              <a:rPr lang="en-US" dirty="0"/>
              <a:t> </a:t>
            </a:r>
            <a:r>
              <a:rPr lang="en-US" dirty="0" err="1"/>
              <a:t>aynıdır</a:t>
            </a:r>
            <a:r>
              <a:rPr lang="en-US" dirty="0"/>
              <a:t>.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ego, </a:t>
            </a:r>
            <a:r>
              <a:rPr lang="en-US" dirty="0" err="1"/>
              <a:t>birliği</a:t>
            </a:r>
            <a:r>
              <a:rPr lang="en-US" dirty="0"/>
              <a:t> </a:t>
            </a:r>
            <a:r>
              <a:rPr lang="en-US" dirty="0" err="1"/>
              <a:t>göremez</a:t>
            </a:r>
            <a:r>
              <a:rPr lang="en-US" dirty="0"/>
              <a:t>. </a:t>
            </a:r>
          </a:p>
          <a:p>
            <a:r>
              <a:rPr lang="en-US" dirty="0" err="1"/>
              <a:t>Teslimiyet</a:t>
            </a:r>
            <a:r>
              <a:rPr lang="en-US" dirty="0"/>
              <a:t>;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yönelmek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ışıkları</a:t>
            </a:r>
            <a:r>
              <a:rPr lang="en-US" dirty="0"/>
              <a:t> </a:t>
            </a:r>
            <a:r>
              <a:rPr lang="en-US" dirty="0" err="1"/>
              <a:t>onurlandırmaktır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“Senin </a:t>
            </a:r>
            <a:r>
              <a:rPr lang="en-US" dirty="0" err="1"/>
              <a:t>inancın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dine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vahiylerin</a:t>
            </a:r>
            <a:r>
              <a:rPr lang="en-US" dirty="0"/>
              <a:t> </a:t>
            </a:r>
            <a:r>
              <a:rPr lang="en-US" dirty="0" err="1"/>
              <a:t>kalbindeki</a:t>
            </a:r>
            <a:r>
              <a:rPr lang="en-US" dirty="0"/>
              <a:t> </a:t>
            </a:r>
            <a:r>
              <a:rPr lang="en-US" dirty="0" err="1"/>
              <a:t>yankısıdır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Suresi’nin</a:t>
            </a:r>
            <a:r>
              <a:rPr lang="en-US" b="1" dirty="0"/>
              <a:t> 137–138. </a:t>
            </a:r>
            <a:r>
              <a:rPr lang="en-US" b="1" dirty="0" err="1"/>
              <a:t>ayetlerine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ayrıştıran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birleşen</a:t>
            </a:r>
            <a:r>
              <a:rPr lang="en-US" dirty="0"/>
              <a:t>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birbirinden</a:t>
            </a:r>
            <a:r>
              <a:rPr lang="en-US" dirty="0"/>
              <a:t> </a:t>
            </a:r>
            <a:r>
              <a:rPr lang="en-US" dirty="0" err="1"/>
              <a:t>ayırır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sana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“En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boyasıdır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Yani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kimliklerin</a:t>
            </a:r>
            <a:r>
              <a:rPr lang="en-US" dirty="0"/>
              <a:t> </a:t>
            </a:r>
            <a:r>
              <a:rPr lang="en-US" dirty="0" err="1"/>
              <a:t>ötesinde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hâl</a:t>
            </a:r>
            <a:r>
              <a:rPr lang="en-US" dirty="0"/>
              <a:t>…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ruhuna</a:t>
            </a:r>
            <a:r>
              <a:rPr lang="en-US" dirty="0"/>
              <a:t> </a:t>
            </a:r>
            <a:r>
              <a:rPr lang="en-US" dirty="0" err="1"/>
              <a:t>vurulan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mühür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169.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“O size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kötülüğü</a:t>
            </a:r>
            <a:r>
              <a:rPr lang="en-US" dirty="0"/>
              <a:t>, </a:t>
            </a:r>
            <a:r>
              <a:rPr lang="en-US" dirty="0" err="1"/>
              <a:t>çirkinliği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Allah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bilmediğiniz</a:t>
            </a:r>
            <a:r>
              <a:rPr lang="en-US" dirty="0"/>
              <a:t> </a:t>
            </a:r>
            <a:r>
              <a:rPr lang="en-US" dirty="0" err="1"/>
              <a:t>şeyleri</a:t>
            </a:r>
            <a:r>
              <a:rPr lang="en-US" dirty="0"/>
              <a:t> </a:t>
            </a:r>
            <a:r>
              <a:rPr lang="en-US" dirty="0" err="1"/>
              <a:t>söylemenizi</a:t>
            </a:r>
            <a:r>
              <a:rPr lang="en-US" dirty="0"/>
              <a:t> </a:t>
            </a:r>
            <a:r>
              <a:rPr lang="en-US" dirty="0" err="1"/>
              <a:t>emreder</a:t>
            </a:r>
            <a:r>
              <a:rPr lang="en-US" dirty="0"/>
              <a:t>.</a:t>
            </a: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şeytanın</a:t>
            </a:r>
            <a:r>
              <a:rPr lang="en-US" dirty="0"/>
              <a:t> </a:t>
            </a:r>
            <a:r>
              <a:rPr lang="en-US" dirty="0" err="1"/>
              <a:t>zihne</a:t>
            </a:r>
            <a:r>
              <a:rPr lang="en-US" dirty="0"/>
              <a:t> </a:t>
            </a:r>
            <a:r>
              <a:rPr lang="en-US" dirty="0" err="1"/>
              <a:t>fısıldadığı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kırılmasını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:</a:t>
            </a:r>
          </a:p>
          <a:p>
            <a:r>
              <a:rPr lang="en-US" b="1" dirty="0"/>
              <a:t>1. </a:t>
            </a:r>
          </a:p>
          <a:p>
            <a:r>
              <a:rPr lang="en-US" b="1" dirty="0" err="1"/>
              <a:t>Kötülük</a:t>
            </a:r>
            <a:r>
              <a:rPr lang="en-US" b="1" dirty="0"/>
              <a:t> (</a:t>
            </a:r>
            <a:r>
              <a:rPr lang="en-US" b="1" dirty="0" err="1"/>
              <a:t>suû</a:t>
            </a:r>
            <a:r>
              <a:rPr lang="en-US" b="1" dirty="0"/>
              <a:t>’)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, </a:t>
            </a:r>
            <a:r>
              <a:rPr lang="en-US" dirty="0" err="1"/>
              <a:t>yıkmak</a:t>
            </a:r>
            <a:r>
              <a:rPr lang="en-US" dirty="0"/>
              <a:t>, </a:t>
            </a:r>
            <a:r>
              <a:rPr lang="en-US" dirty="0" err="1"/>
              <a:t>bölmek</a:t>
            </a:r>
            <a:r>
              <a:rPr lang="en-US" dirty="0"/>
              <a:t>. 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2. </a:t>
            </a:r>
          </a:p>
          <a:p>
            <a:r>
              <a:rPr lang="en-US" b="1" dirty="0" err="1"/>
              <a:t>Çirkinlik</a:t>
            </a:r>
            <a:r>
              <a:rPr lang="en-US" b="1" dirty="0"/>
              <a:t> (</a:t>
            </a:r>
            <a:r>
              <a:rPr lang="en-US" b="1" dirty="0" err="1"/>
              <a:t>fahşâ</a:t>
            </a:r>
            <a:r>
              <a:rPr lang="en-US" b="1" dirty="0"/>
              <a:t>’)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Şehvetin</a:t>
            </a:r>
            <a:r>
              <a:rPr lang="en-US" dirty="0"/>
              <a:t> </a:t>
            </a:r>
            <a:r>
              <a:rPr lang="en-US" dirty="0" err="1"/>
              <a:t>kontrolsüz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,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enerjinin</a:t>
            </a:r>
            <a:r>
              <a:rPr lang="en-US" dirty="0"/>
              <a:t> </a:t>
            </a:r>
            <a:r>
              <a:rPr lang="en-US" dirty="0" err="1"/>
              <a:t>yozlaşması</a:t>
            </a:r>
            <a:r>
              <a:rPr lang="en-US" dirty="0"/>
              <a:t>,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sıradanlaştırmak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arzusal</a:t>
            </a:r>
            <a:r>
              <a:rPr lang="en-US" dirty="0"/>
              <a:t> </a:t>
            </a:r>
            <a:r>
              <a:rPr lang="en-US" dirty="0" err="1"/>
              <a:t>sapmadır</a:t>
            </a:r>
            <a:r>
              <a:rPr lang="en-US" dirty="0"/>
              <a:t>. </a:t>
            </a:r>
          </a:p>
          <a:p>
            <a:r>
              <a:rPr lang="en-US" b="1" dirty="0"/>
              <a:t>3. </a:t>
            </a:r>
          </a:p>
          <a:p>
            <a:r>
              <a:rPr lang="en-US" b="1" dirty="0"/>
              <a:t>Allah </a:t>
            </a:r>
            <a:r>
              <a:rPr lang="en-US" b="1" dirty="0" err="1"/>
              <a:t>hakkında</a:t>
            </a:r>
            <a:r>
              <a:rPr lang="en-US" b="1" dirty="0"/>
              <a:t> </a:t>
            </a:r>
            <a:r>
              <a:rPr lang="en-US" b="1" dirty="0" err="1"/>
              <a:t>bilmediğin</a:t>
            </a:r>
            <a:r>
              <a:rPr lang="en-US" b="1" dirty="0"/>
              <a:t>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söylemek</a:t>
            </a:r>
            <a:endParaRPr lang="en-US" b="1" dirty="0"/>
          </a:p>
          <a:p>
            <a:r>
              <a:rPr lang="en-US" dirty="0"/>
              <a:t>İlahi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konuşmak</a:t>
            </a:r>
            <a:r>
              <a:rPr lang="en-US" dirty="0"/>
              <a:t>, </a:t>
            </a:r>
            <a:r>
              <a:rPr lang="en-US" dirty="0" err="1"/>
              <a:t>egoyu</a:t>
            </a:r>
            <a:r>
              <a:rPr lang="en-US" dirty="0"/>
              <a:t> </a:t>
            </a:r>
            <a:r>
              <a:rPr lang="en-US" dirty="0" err="1"/>
              <a:t>Tanrı’ya</a:t>
            </a:r>
            <a:r>
              <a:rPr lang="en-US" dirty="0"/>
              <a:t> </a:t>
            </a:r>
            <a:r>
              <a:rPr lang="en-US" dirty="0" err="1"/>
              <a:t>yansıtmak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sahtekârlık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kibirdir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280619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7ED885A-D3C4-2BAD-4BE0-CA0A78FD843D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temizliğiyle</a:t>
            </a:r>
            <a:r>
              <a:rPr lang="en-US" dirty="0"/>
              <a:t> </a:t>
            </a:r>
            <a:r>
              <a:rPr lang="en-US" dirty="0" err="1"/>
              <a:t>tanıştırır</a:t>
            </a:r>
            <a:r>
              <a:rPr lang="en-US" dirty="0"/>
              <a:t>: </a:t>
            </a:r>
            <a:r>
              <a:rPr lang="en-US" dirty="0" err="1"/>
              <a:t>Yediğin</a:t>
            </a:r>
            <a:r>
              <a:rPr lang="en-US" dirty="0"/>
              <a:t>, </a:t>
            </a:r>
            <a:r>
              <a:rPr lang="en-US" dirty="0" err="1"/>
              <a:t>düşündüğün</a:t>
            </a:r>
            <a:r>
              <a:rPr lang="en-US" dirty="0"/>
              <a:t>, </a:t>
            </a:r>
            <a:r>
              <a:rPr lang="en-US" dirty="0" err="1"/>
              <a:t>aldığın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yüceltir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düşürür</a:t>
            </a:r>
            <a:r>
              <a:rPr lang="en-US" dirty="0"/>
              <a:t>. </a:t>
            </a:r>
            <a:r>
              <a:rPr lang="en-US" dirty="0" err="1"/>
              <a:t>Helâl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saflığıdır</a:t>
            </a:r>
            <a:r>
              <a:rPr lang="en-US" dirty="0"/>
              <a:t>. </a:t>
            </a:r>
          </a:p>
          <a:p>
            <a:r>
              <a:rPr lang="en-US" dirty="0" err="1"/>
              <a:t>Şeytan</a:t>
            </a:r>
            <a:r>
              <a:rPr lang="en-US" dirty="0"/>
              <a:t>,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Birden </a:t>
            </a:r>
            <a:r>
              <a:rPr lang="en-US" dirty="0" err="1"/>
              <a:t>değil</a:t>
            </a:r>
            <a:r>
              <a:rPr lang="en-US" dirty="0"/>
              <a:t> — fark </a:t>
            </a:r>
            <a:r>
              <a:rPr lang="en-US" dirty="0" err="1"/>
              <a:t>etmeden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kaydırır</a:t>
            </a:r>
            <a:r>
              <a:rPr lang="en-US" dirty="0"/>
              <a:t>. </a:t>
            </a:r>
          </a:p>
          <a:p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tehlikeli</a:t>
            </a:r>
            <a:r>
              <a:rPr lang="en-US" dirty="0"/>
              <a:t> </a:t>
            </a:r>
            <a:r>
              <a:rPr lang="en-US" dirty="0" err="1"/>
              <a:t>oyunları</a:t>
            </a:r>
            <a:r>
              <a:rPr lang="en-US" dirty="0"/>
              <a:t>: </a:t>
            </a:r>
            <a:r>
              <a:rPr lang="en-US" dirty="0" err="1"/>
              <a:t>Bilinçsiz</a:t>
            </a:r>
            <a:r>
              <a:rPr lang="en-US" dirty="0"/>
              <a:t> </a:t>
            </a:r>
            <a:r>
              <a:rPr lang="en-US" dirty="0" err="1"/>
              <a:t>tatmin</a:t>
            </a:r>
            <a:r>
              <a:rPr lang="en-US" dirty="0"/>
              <a:t>, </a:t>
            </a:r>
            <a:r>
              <a:rPr lang="en-US" dirty="0" err="1"/>
              <a:t>arzu</a:t>
            </a:r>
            <a:r>
              <a:rPr lang="en-US" dirty="0"/>
              <a:t> </a:t>
            </a:r>
            <a:r>
              <a:rPr lang="en-US" dirty="0" err="1"/>
              <a:t>bağımlılığı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konuşma</a:t>
            </a:r>
            <a:r>
              <a:rPr lang="en-US" dirty="0"/>
              <a:t> </a:t>
            </a:r>
            <a:r>
              <a:rPr lang="en-US" dirty="0" err="1"/>
              <a:t>kibri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neyle</a:t>
            </a:r>
            <a:r>
              <a:rPr lang="en-US" dirty="0"/>
              <a:t> </a:t>
            </a:r>
            <a:r>
              <a:rPr lang="en-US" dirty="0" err="1"/>
              <a:t>besliyorsan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dönüşüyorsun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şeytan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doyurmaz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boşaltır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170–171. </a:t>
            </a:r>
            <a:r>
              <a:rPr lang="en-US" b="1" dirty="0" err="1"/>
              <a:t>ayetlere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</a:t>
            </a:r>
          </a:p>
          <a:p>
            <a:pPr marL="0" indent="0">
              <a:buNone/>
            </a:pPr>
            <a:r>
              <a:rPr lang="en-US" dirty="0" err="1"/>
              <a:t>bilinçsiz</a:t>
            </a:r>
            <a:r>
              <a:rPr lang="en-US" dirty="0"/>
              <a:t> </a:t>
            </a:r>
            <a:r>
              <a:rPr lang="en-US" dirty="0" err="1"/>
              <a:t>itaatin</a:t>
            </a:r>
            <a:r>
              <a:rPr lang="en-US" dirty="0"/>
              <a:t> </a:t>
            </a:r>
            <a:r>
              <a:rPr lang="en-US" dirty="0" err="1"/>
              <a:t>sessizliğini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“Ben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gördüm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, </a:t>
            </a:r>
            <a:r>
              <a:rPr lang="en-US" dirty="0" err="1"/>
              <a:t>aydınlık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Hafıza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… ama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fark </a:t>
            </a:r>
            <a:r>
              <a:rPr lang="en-US" dirty="0" err="1"/>
              <a:t>etmeyen</a:t>
            </a:r>
            <a:r>
              <a:rPr lang="en-US" dirty="0"/>
              <a:t> ama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kalabalıkla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duyan</a:t>
            </a:r>
            <a:r>
              <a:rPr lang="en-US" dirty="0"/>
              <a:t> ama </a:t>
            </a:r>
            <a:r>
              <a:rPr lang="en-US" dirty="0" err="1"/>
              <a:t>anlamayanlar</a:t>
            </a:r>
            <a:r>
              <a:rPr lang="en-US" dirty="0"/>
              <a:t> </a:t>
            </a:r>
            <a:r>
              <a:rPr lang="en-US" dirty="0" err="1"/>
              <a:t>arasına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çizgi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137–138</a:t>
            </a:r>
            <a:endParaRPr lang="tr-TR" b="1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Boyasıyla</a:t>
            </a:r>
            <a:r>
              <a:rPr lang="en-US" dirty="0"/>
              <a:t> Boyan – En Derin </a:t>
            </a:r>
            <a:r>
              <a:rPr lang="en-US" dirty="0" err="1"/>
              <a:t>Kimlik</a:t>
            </a:r>
            <a:r>
              <a:rPr lang="en-US" dirty="0"/>
              <a:t> Odur”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Birlikte</a:t>
            </a:r>
            <a:r>
              <a:rPr lang="en-US" dirty="0"/>
              <a:t> Olan </a:t>
            </a:r>
            <a:r>
              <a:rPr lang="en-US" dirty="0" err="1"/>
              <a:t>Hakikattedir</a:t>
            </a:r>
            <a:r>
              <a:rPr lang="en-US" dirty="0"/>
              <a:t>, </a:t>
            </a:r>
            <a:r>
              <a:rPr lang="en-US" dirty="0" err="1"/>
              <a:t>Ayrılan</a:t>
            </a:r>
            <a:r>
              <a:rPr lang="en-US" dirty="0"/>
              <a:t> Kendi </a:t>
            </a:r>
            <a:r>
              <a:rPr lang="en-US" dirty="0" err="1"/>
              <a:t>Gölgesindedir</a:t>
            </a:r>
            <a:r>
              <a:rPr lang="en-US" dirty="0"/>
              <a:t> —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137.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da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ettiğiniz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ederlerse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bulmuş</a:t>
            </a:r>
            <a:r>
              <a:rPr lang="en-US" dirty="0"/>
              <a:t> </a:t>
            </a:r>
            <a:r>
              <a:rPr lang="en-US" dirty="0" err="1"/>
              <a:t>olurlar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Ama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çevirirlerse</a:t>
            </a:r>
            <a:r>
              <a:rPr lang="en-US" dirty="0"/>
              <a:t>,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ayrılığa</a:t>
            </a:r>
            <a:r>
              <a:rPr lang="en-US" dirty="0"/>
              <a:t> </a:t>
            </a:r>
            <a:r>
              <a:rPr lang="en-US" dirty="0" err="1"/>
              <a:t>düşmüş</a:t>
            </a:r>
            <a:r>
              <a:rPr lang="en-US" dirty="0"/>
              <a:t> </a:t>
            </a:r>
            <a:r>
              <a:rPr lang="en-US" dirty="0" err="1"/>
              <a:t>olurlar</a:t>
            </a:r>
            <a:r>
              <a:rPr lang="en-US" dirty="0"/>
              <a:t>.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sana Allah </a:t>
            </a:r>
            <a:r>
              <a:rPr lang="en-US" dirty="0" err="1"/>
              <a:t>yeter</a:t>
            </a:r>
            <a:r>
              <a:rPr lang="en-US" dirty="0"/>
              <a:t>. O, </a:t>
            </a:r>
            <a:r>
              <a:rPr lang="en-US" dirty="0" err="1"/>
              <a:t>işitendir</a:t>
            </a:r>
            <a:r>
              <a:rPr lang="en-US" dirty="0"/>
              <a:t>,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tr-TR" dirty="0"/>
              <a:t>: </a:t>
            </a:r>
            <a:r>
              <a:rPr lang="en-US" dirty="0" err="1"/>
              <a:t>birlik</a:t>
            </a:r>
            <a:r>
              <a:rPr lang="en-US" dirty="0"/>
              <a:t> </a:t>
            </a:r>
            <a:r>
              <a:rPr lang="en-US" dirty="0" err="1"/>
              <a:t>frekansının</a:t>
            </a:r>
            <a:r>
              <a:rPr lang="en-US" dirty="0"/>
              <a:t> </a:t>
            </a:r>
            <a:r>
              <a:rPr lang="en-US" dirty="0" err="1"/>
              <a:t>ölçüsünü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:“Sizin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ettiğiniz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” =</a:t>
            </a:r>
            <a:r>
              <a:rPr lang="en-US" dirty="0" err="1"/>
              <a:t>Ayet</a:t>
            </a:r>
            <a:r>
              <a:rPr lang="en-US" dirty="0"/>
              <a:t> 136’da </a:t>
            </a:r>
            <a:r>
              <a:rPr lang="en-US" dirty="0" err="1"/>
              <a:t>geçen</a:t>
            </a:r>
            <a:r>
              <a:rPr lang="en-US" dirty="0"/>
              <a:t>:</a:t>
            </a:r>
          </a:p>
          <a:p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peygamberlere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kitaplara</a:t>
            </a:r>
            <a:r>
              <a:rPr lang="en-US" dirty="0"/>
              <a:t>,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yapmadan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teslimiyetle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Yani: İman </a:t>
            </a:r>
            <a:r>
              <a:rPr lang="en-US" dirty="0" err="1"/>
              <a:t>tekleştiğinde</a:t>
            </a:r>
            <a:r>
              <a:rPr lang="en-US" dirty="0"/>
              <a:t> </a:t>
            </a:r>
            <a:r>
              <a:rPr lang="en-US" dirty="0" err="1"/>
              <a:t>birleşir</a:t>
            </a:r>
            <a:r>
              <a:rPr lang="en-US" dirty="0"/>
              <a:t>. Ama forma </a:t>
            </a:r>
            <a:r>
              <a:rPr lang="en-US" dirty="0" err="1"/>
              <a:t>takıldığında</a:t>
            </a:r>
            <a:r>
              <a:rPr lang="en-US" dirty="0"/>
              <a:t> </a:t>
            </a:r>
            <a:r>
              <a:rPr lang="en-US" dirty="0" err="1"/>
              <a:t>dağılır</a:t>
            </a:r>
            <a:r>
              <a:rPr lang="tr-TR" dirty="0"/>
              <a:t>.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tr-TR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953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A1A2D9C-953F-EEDB-55F5-22A266DB4A39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çevirirlerse</a:t>
            </a:r>
            <a:r>
              <a:rPr lang="en-US" dirty="0"/>
              <a:t>” =</a:t>
            </a:r>
            <a:r>
              <a:rPr lang="en-US" dirty="0" err="1"/>
              <a:t>Ayrılık</a:t>
            </a:r>
            <a:r>
              <a:rPr lang="en-US" dirty="0"/>
              <a:t> </a:t>
            </a:r>
            <a:r>
              <a:rPr lang="en-US" dirty="0" err="1"/>
              <a:t>bilinci</a:t>
            </a:r>
            <a:r>
              <a:rPr lang="en-US" dirty="0"/>
              <a:t>, ego </a:t>
            </a:r>
            <a:r>
              <a:rPr lang="en-US" dirty="0" err="1"/>
              <a:t>kutuplaşması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sana Allah </a:t>
            </a:r>
            <a:r>
              <a:rPr lang="en-US" dirty="0" err="1"/>
              <a:t>yeter</a:t>
            </a:r>
            <a:r>
              <a:rPr lang="en-US" dirty="0"/>
              <a:t>” =“Sen </a:t>
            </a:r>
            <a:r>
              <a:rPr lang="en-US" dirty="0" err="1"/>
              <a:t>sistemde</a:t>
            </a:r>
            <a:r>
              <a:rPr lang="en-US" dirty="0"/>
              <a:t> kal. </a:t>
            </a:r>
            <a:r>
              <a:rPr lang="en-US" dirty="0" err="1"/>
              <a:t>Gerisi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işidir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birleştiren</a:t>
            </a:r>
            <a:r>
              <a:rPr lang="en-US" dirty="0"/>
              <a:t> </a:t>
            </a:r>
            <a:r>
              <a:rPr lang="en-US" dirty="0" err="1"/>
              <a:t>tarafta</a:t>
            </a:r>
            <a:r>
              <a:rPr lang="en-US" dirty="0"/>
              <a:t> kal.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ayrılık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gölgedir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138. </a:t>
            </a:r>
            <a:r>
              <a:rPr lang="en-US" b="1" dirty="0" err="1"/>
              <a:t>Ayet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boyasıyla</a:t>
            </a:r>
            <a:r>
              <a:rPr lang="en-US" dirty="0"/>
              <a:t> </a:t>
            </a:r>
            <a:r>
              <a:rPr lang="en-US" dirty="0" err="1"/>
              <a:t>boyandık</a:t>
            </a:r>
            <a:r>
              <a:rPr lang="en-US" dirty="0"/>
              <a:t>. </a:t>
            </a:r>
            <a:r>
              <a:rPr lang="en-US" dirty="0" err="1"/>
              <a:t>Boyası</a:t>
            </a:r>
            <a:r>
              <a:rPr lang="en-US" dirty="0"/>
              <a:t> 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? Biz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kulluk</a:t>
            </a:r>
            <a:r>
              <a:rPr lang="en-US" dirty="0"/>
              <a:t> </a:t>
            </a:r>
            <a:r>
              <a:rPr lang="en-US" dirty="0" err="1"/>
              <a:t>ederiz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Ve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en-US" dirty="0"/>
              <a:t>…</a:t>
            </a:r>
            <a:r>
              <a:rPr lang="en-US" dirty="0" err="1"/>
              <a:t>ayetlerin</a:t>
            </a:r>
            <a:r>
              <a:rPr lang="en-US" dirty="0"/>
              <a:t> </a:t>
            </a:r>
            <a:r>
              <a:rPr lang="en-US" dirty="0" err="1"/>
              <a:t>mücevheri.Bu</a:t>
            </a:r>
            <a:r>
              <a:rPr lang="en-US" dirty="0"/>
              <a:t> </a:t>
            </a:r>
            <a:r>
              <a:rPr lang="en-US" dirty="0" err="1"/>
              <a:t>ayet,ruhun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katmanındaki</a:t>
            </a:r>
            <a:r>
              <a:rPr lang="en-US" dirty="0"/>
              <a:t> </a:t>
            </a:r>
            <a:r>
              <a:rPr lang="en-US" dirty="0" err="1"/>
              <a:t>kimliği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:“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boyası</a:t>
            </a:r>
            <a:r>
              <a:rPr lang="en-US" dirty="0"/>
              <a:t>” =</a:t>
            </a:r>
            <a:r>
              <a:rPr lang="en-US" dirty="0" err="1"/>
              <a:t>Varlığına</a:t>
            </a:r>
            <a:r>
              <a:rPr lang="en-US" dirty="0"/>
              <a:t> </a:t>
            </a:r>
            <a:r>
              <a:rPr lang="en-US" dirty="0" err="1"/>
              <a:t>işlenmiş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mühür</a:t>
            </a:r>
            <a:r>
              <a:rPr lang="en-US" dirty="0"/>
              <a:t>—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, </a:t>
            </a:r>
            <a:r>
              <a:rPr lang="en-US" dirty="0" err="1"/>
              <a:t>yaratılış</a:t>
            </a:r>
            <a:r>
              <a:rPr lang="en-US" dirty="0"/>
              <a:t> </a:t>
            </a:r>
            <a:r>
              <a:rPr lang="en-US" dirty="0" err="1"/>
              <a:t>frekansı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doğmadan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renk</a:t>
            </a:r>
            <a:r>
              <a:rPr lang="en-US" dirty="0"/>
              <a:t> </a:t>
            </a:r>
            <a:r>
              <a:rPr lang="en-US" dirty="0" err="1"/>
              <a:t>çalındı</a:t>
            </a:r>
            <a:r>
              <a:rPr lang="en-US" dirty="0"/>
              <a:t>: </a:t>
            </a:r>
            <a:r>
              <a:rPr lang="en-US" dirty="0" err="1"/>
              <a:t>Sonsuzluk</a:t>
            </a:r>
            <a:r>
              <a:rPr lang="en-US" dirty="0"/>
              <a:t>. Sevgi. </a:t>
            </a:r>
            <a:r>
              <a:rPr lang="en-US" dirty="0" err="1"/>
              <a:t>Saflık</a:t>
            </a:r>
            <a:r>
              <a:rPr lang="en-US" dirty="0"/>
              <a:t>. </a:t>
            </a:r>
            <a:r>
              <a:rPr lang="en-US" dirty="0" err="1"/>
              <a:t>Hakikat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Boyası</a:t>
            </a:r>
            <a:r>
              <a:rPr lang="en-US" dirty="0"/>
              <a:t> 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?” =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ırk</a:t>
            </a:r>
            <a:r>
              <a:rPr lang="en-US" dirty="0"/>
              <a:t>, </a:t>
            </a:r>
            <a:r>
              <a:rPr lang="en-US" dirty="0" err="1"/>
              <a:t>hiçbir</a:t>
            </a:r>
            <a:r>
              <a:rPr lang="en-US" dirty="0"/>
              <a:t> din,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sistemO’nun</a:t>
            </a:r>
            <a:r>
              <a:rPr lang="en-US" dirty="0"/>
              <a:t>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özü</a:t>
            </a:r>
            <a:r>
              <a:rPr lang="en-US" dirty="0"/>
              <a:t> </a:t>
            </a:r>
            <a:r>
              <a:rPr lang="en-US" dirty="0" err="1"/>
              <a:t>geçemez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kulluk</a:t>
            </a:r>
            <a:r>
              <a:rPr lang="en-US" dirty="0"/>
              <a:t>? O </a:t>
            </a:r>
            <a:r>
              <a:rPr lang="en-US" dirty="0" err="1"/>
              <a:t>boya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yaşamaktır</a:t>
            </a:r>
            <a:r>
              <a:rPr lang="en-US" dirty="0"/>
              <a:t>. Yani: “O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boyadıysa</a:t>
            </a:r>
            <a:r>
              <a:rPr lang="en-US" dirty="0"/>
              <a:t>, 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kalmak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kimliğe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: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,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; </a:t>
            </a:r>
            <a:r>
              <a:rPr lang="en-US" dirty="0" err="1"/>
              <a:t>birleşimle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/>
              <a:t>Senin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kimliğin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sana </a:t>
            </a:r>
            <a:r>
              <a:rPr lang="en-US" dirty="0" err="1"/>
              <a:t>vurduğu</a:t>
            </a:r>
            <a:r>
              <a:rPr lang="en-US" dirty="0"/>
              <a:t> </a:t>
            </a:r>
            <a:r>
              <a:rPr lang="en-US" dirty="0" err="1"/>
              <a:t>boyadır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boya</a:t>
            </a:r>
            <a:r>
              <a:rPr lang="en-US" dirty="0"/>
              <a:t>,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etiketle</a:t>
            </a:r>
            <a:r>
              <a:rPr lang="en-US" dirty="0"/>
              <a:t> </a:t>
            </a:r>
            <a:r>
              <a:rPr lang="en-US" dirty="0" err="1"/>
              <a:t>değiştirilemez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bildiğinde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lehine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boyandın</a:t>
            </a:r>
            <a:r>
              <a:rPr lang="en-US" dirty="0"/>
              <a:t>. Ve o </a:t>
            </a:r>
            <a:r>
              <a:rPr lang="en-US" dirty="0" err="1"/>
              <a:t>boya</a:t>
            </a:r>
            <a:r>
              <a:rPr lang="en-US" dirty="0"/>
              <a:t> </a:t>
            </a:r>
            <a:r>
              <a:rPr lang="en-US" dirty="0" err="1"/>
              <a:t>silinmez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hatırlarsan</a:t>
            </a:r>
            <a:r>
              <a:rPr lang="en-US" dirty="0"/>
              <a:t> </a:t>
            </a:r>
            <a:r>
              <a:rPr lang="en-US" dirty="0" err="1"/>
              <a:t>parlar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hatırladıkça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âlem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fark </a:t>
            </a:r>
            <a:r>
              <a:rPr lang="en-US" dirty="0" err="1"/>
              <a:t>eder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46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8046836-47AE-7C37-5FBC-A826C4C26CC4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139–141. </a:t>
            </a:r>
            <a:r>
              <a:rPr lang="en-US" dirty="0" err="1"/>
              <a:t>ayetlere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tartışmanın</a:t>
            </a:r>
            <a:r>
              <a:rPr lang="en-US" dirty="0"/>
              <a:t>, </a:t>
            </a:r>
            <a:r>
              <a:rPr lang="en-US" dirty="0" err="1"/>
              <a:t>iddianın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ispatın</a:t>
            </a:r>
            <a:r>
              <a:rPr lang="en-US" dirty="0"/>
              <a:t> </a:t>
            </a:r>
            <a:r>
              <a:rPr lang="en-US" dirty="0" err="1"/>
              <a:t>ötesine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?” </a:t>
            </a:r>
            <a:r>
              <a:rPr lang="en-US" dirty="0" err="1"/>
              <a:t>sorusu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ilgilendirmiyor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doğruyla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olmuşsun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139–141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“Hangi Din Doğru?” </a:t>
            </a:r>
            <a:r>
              <a:rPr lang="en-US" dirty="0" err="1"/>
              <a:t>Sorusu</a:t>
            </a:r>
            <a:r>
              <a:rPr lang="en-US" dirty="0"/>
              <a:t> </a:t>
            </a:r>
            <a:r>
              <a:rPr lang="en-US" dirty="0" err="1"/>
              <a:t>Bilinçte</a:t>
            </a:r>
            <a:r>
              <a:rPr lang="en-US" dirty="0"/>
              <a:t> </a:t>
            </a:r>
            <a:r>
              <a:rPr lang="en-US" dirty="0" err="1"/>
              <a:t>Kaybolur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, </a:t>
            </a:r>
            <a:r>
              <a:rPr lang="en-US" dirty="0" err="1"/>
              <a:t>Yaşanandır</a:t>
            </a:r>
            <a:r>
              <a:rPr lang="en-US" dirty="0"/>
              <a:t>; </a:t>
            </a:r>
            <a:r>
              <a:rPr lang="en-US" dirty="0" err="1"/>
              <a:t>Tartışılan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139.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“De ki: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bizimle</a:t>
            </a:r>
            <a:r>
              <a:rPr lang="en-US" dirty="0"/>
              <a:t> Allah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tartışıyorsunuz</a:t>
            </a:r>
            <a:r>
              <a:rPr lang="en-US" dirty="0"/>
              <a:t>?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O, </a:t>
            </a:r>
            <a:r>
              <a:rPr lang="en-US" dirty="0" err="1"/>
              <a:t>bizim</a:t>
            </a:r>
            <a:r>
              <a:rPr lang="en-US" dirty="0"/>
              <a:t> de </a:t>
            </a:r>
            <a:r>
              <a:rPr lang="en-US" dirty="0" err="1"/>
              <a:t>Rabbimiz</a:t>
            </a:r>
            <a:r>
              <a:rPr lang="en-US" dirty="0"/>
              <a:t>, </a:t>
            </a:r>
            <a:r>
              <a:rPr lang="en-US" dirty="0" err="1"/>
              <a:t>sizin</a:t>
            </a:r>
            <a:r>
              <a:rPr lang="en-US" dirty="0"/>
              <a:t> de </a:t>
            </a:r>
            <a:r>
              <a:rPr lang="en-US" dirty="0" err="1"/>
              <a:t>Rabbinizdir</a:t>
            </a:r>
            <a:r>
              <a:rPr lang="en-US" dirty="0"/>
              <a:t>. Bizim </a:t>
            </a:r>
            <a:r>
              <a:rPr lang="en-US" dirty="0" err="1"/>
              <a:t>yaptıklarımız</a:t>
            </a:r>
            <a:r>
              <a:rPr lang="en-US" dirty="0"/>
              <a:t> bize,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yaptıklarınız</a:t>
            </a:r>
            <a:r>
              <a:rPr lang="en-US" dirty="0"/>
              <a:t> size </a:t>
            </a:r>
            <a:r>
              <a:rPr lang="en-US" dirty="0" err="1"/>
              <a:t>aittir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Biz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bağlananlarız</a:t>
            </a:r>
            <a:r>
              <a:rPr lang="en-US" dirty="0"/>
              <a:t>.”**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yolunu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sakinliğini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</a:t>
            </a:r>
          </a:p>
          <a:p>
            <a:r>
              <a:rPr lang="en-US" dirty="0"/>
              <a:t>“Allah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tartışıyorsunuz</a:t>
            </a:r>
            <a:r>
              <a:rPr lang="en-US" dirty="0"/>
              <a:t>?” =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,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soru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iddia</a:t>
            </a:r>
            <a:r>
              <a:rPr lang="en-US" dirty="0"/>
              <a:t> </a:t>
            </a:r>
            <a:r>
              <a:rPr lang="en-US" dirty="0" err="1"/>
              <a:t>değil,bir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farklılığıdır</a:t>
            </a:r>
            <a:r>
              <a:rPr lang="en-US" dirty="0"/>
              <a:t>.</a:t>
            </a:r>
          </a:p>
          <a:p>
            <a:r>
              <a:rPr lang="en-US" dirty="0"/>
              <a:t>“O, </a:t>
            </a:r>
            <a:r>
              <a:rPr lang="en-US" dirty="0" err="1"/>
              <a:t>bizim</a:t>
            </a:r>
            <a:r>
              <a:rPr lang="en-US" dirty="0"/>
              <a:t> de </a:t>
            </a:r>
            <a:r>
              <a:rPr lang="en-US" dirty="0" err="1"/>
              <a:t>Rabbimiz</a:t>
            </a:r>
            <a:r>
              <a:rPr lang="en-US" dirty="0"/>
              <a:t>, </a:t>
            </a:r>
            <a:r>
              <a:rPr lang="en-US" dirty="0" err="1"/>
              <a:t>sizin</a:t>
            </a:r>
            <a:r>
              <a:rPr lang="en-US" dirty="0"/>
              <a:t> de </a:t>
            </a:r>
            <a:r>
              <a:rPr lang="en-US" dirty="0" err="1"/>
              <a:t>Rabbiniz</a:t>
            </a:r>
            <a:r>
              <a:rPr lang="en-US" dirty="0"/>
              <a:t>.”</a:t>
            </a:r>
          </a:p>
          <a:p>
            <a:r>
              <a:rPr lang="en-US" dirty="0"/>
              <a:t>Yani: “Kaynak </a:t>
            </a:r>
            <a:r>
              <a:rPr lang="en-US" dirty="0" err="1"/>
              <a:t>tek</a:t>
            </a:r>
            <a:r>
              <a:rPr lang="en-US" dirty="0"/>
              <a:t>. Ama </a:t>
            </a:r>
            <a:r>
              <a:rPr lang="en-US" dirty="0" err="1"/>
              <a:t>algılar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. </a:t>
            </a:r>
            <a:r>
              <a:rPr lang="en-US" dirty="0" err="1"/>
              <a:t>Tartışmam</a:t>
            </a:r>
            <a:r>
              <a:rPr lang="en-US" dirty="0"/>
              <a:t>.” </a:t>
            </a:r>
          </a:p>
          <a:p>
            <a:r>
              <a:rPr lang="en-US" dirty="0"/>
              <a:t>Ve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duruş</a:t>
            </a:r>
            <a:r>
              <a:rPr lang="en-US" dirty="0"/>
              <a:t>: “Biz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bağlandık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tartışmaya</a:t>
            </a:r>
            <a:r>
              <a:rPr lang="en-US" dirty="0"/>
              <a:t> </a:t>
            </a:r>
            <a:r>
              <a:rPr lang="en-US" dirty="0" err="1"/>
              <a:t>değil,titreşime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veriyorsun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140.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İbrahim, İsmail, İshak, Yakub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torunlarının</a:t>
            </a:r>
            <a:r>
              <a:rPr lang="en-US" dirty="0"/>
              <a:t> </a:t>
            </a:r>
            <a:r>
              <a:rPr lang="en-US" dirty="0" err="1"/>
              <a:t>Yahudi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Hristiyan </a:t>
            </a:r>
            <a:r>
              <a:rPr lang="en-US" dirty="0" err="1"/>
              <a:t>olduklarını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söylüyorsunuz</a:t>
            </a:r>
            <a:r>
              <a:rPr lang="en-US" dirty="0"/>
              <a:t>? </a:t>
            </a:r>
            <a:endParaRPr lang="tr-TR" dirty="0"/>
          </a:p>
          <a:p>
            <a:r>
              <a:rPr lang="en-US" dirty="0"/>
              <a:t>De ki: </a:t>
            </a:r>
            <a:r>
              <a:rPr lang="en-US" dirty="0" err="1"/>
              <a:t>Siz</a:t>
            </a:r>
            <a:r>
              <a:rPr lang="en-US" dirty="0"/>
              <a:t> mi </a:t>
            </a:r>
            <a:r>
              <a:rPr lang="en-US" dirty="0" err="1"/>
              <a:t>daha</a:t>
            </a:r>
            <a:r>
              <a:rPr lang="en-US" dirty="0"/>
              <a:t> iyi </a:t>
            </a:r>
            <a:r>
              <a:rPr lang="en-US" dirty="0" err="1"/>
              <a:t>bilirsiniz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Allah </a:t>
            </a:r>
            <a:r>
              <a:rPr lang="en-US" dirty="0" err="1"/>
              <a:t>mı</a:t>
            </a:r>
            <a:r>
              <a:rPr lang="en-US" dirty="0"/>
              <a:t>?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tanıklık</a:t>
            </a:r>
            <a:r>
              <a:rPr lang="en-US" dirty="0"/>
              <a:t> </a:t>
            </a:r>
            <a:r>
              <a:rPr lang="en-US" dirty="0" err="1"/>
              <a:t>ettiği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gizleyenden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zalim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? </a:t>
            </a:r>
            <a:endParaRPr lang="tr-TR" dirty="0"/>
          </a:p>
          <a:p>
            <a:r>
              <a:rPr lang="en-US" dirty="0"/>
              <a:t>Allah </a:t>
            </a:r>
            <a:r>
              <a:rPr lang="en-US" dirty="0" err="1"/>
              <a:t>yaptıklarınızdan</a:t>
            </a:r>
            <a:r>
              <a:rPr lang="en-US" dirty="0"/>
              <a:t> </a:t>
            </a:r>
            <a:r>
              <a:rPr lang="en-US" dirty="0" err="1"/>
              <a:t>habersiz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tr-TR" dirty="0"/>
              <a:t>:</a:t>
            </a:r>
            <a:r>
              <a:rPr lang="en-US" dirty="0" err="1"/>
              <a:t>tarihi</a:t>
            </a:r>
            <a:r>
              <a:rPr lang="en-US" dirty="0"/>
              <a:t> </a:t>
            </a:r>
            <a:r>
              <a:rPr lang="en-US" dirty="0" err="1"/>
              <a:t>sahiplenerek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kurmaya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zihni</a:t>
            </a:r>
            <a:r>
              <a:rPr lang="en-US" dirty="0"/>
              <a:t> </a:t>
            </a:r>
            <a:r>
              <a:rPr lang="en-US" dirty="0" err="1"/>
              <a:t>sorgular</a:t>
            </a:r>
            <a:r>
              <a:rPr lang="en-US" dirty="0"/>
              <a:t>:</a:t>
            </a:r>
          </a:p>
          <a:p>
            <a:r>
              <a:rPr lang="en-US" dirty="0"/>
              <a:t>İbrahim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peygamberle</a:t>
            </a:r>
            <a:r>
              <a:rPr lang="tr-TR" dirty="0"/>
              <a:t> </a:t>
            </a:r>
            <a:r>
              <a:rPr lang="en-US" dirty="0" err="1"/>
              <a:t>rbir</a:t>
            </a:r>
            <a:r>
              <a:rPr lang="en-US" dirty="0"/>
              <a:t> dine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değil,saf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aittiler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699512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A07EF1C-3BB8-FB18-37EE-E173F7773549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geçmişi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inancınıza</a:t>
            </a:r>
            <a:r>
              <a:rPr lang="en-US" dirty="0"/>
              <a:t> </a:t>
            </a:r>
            <a:r>
              <a:rPr lang="en-US" dirty="0" err="1"/>
              <a:t>çekmeye</a:t>
            </a:r>
            <a:r>
              <a:rPr lang="en-US" dirty="0"/>
              <a:t> </a:t>
            </a:r>
            <a:r>
              <a:rPr lang="en-US" dirty="0" err="1"/>
              <a:t>çalışıyorsunuz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gerçek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tanıklığıyla</a:t>
            </a:r>
            <a:r>
              <a:rPr lang="en-US" dirty="0"/>
              <a:t> </a:t>
            </a:r>
            <a:r>
              <a:rPr lang="en-US" dirty="0" err="1"/>
              <a:t>sabittir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uyarı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tanık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gizleyen</a:t>
            </a:r>
            <a:r>
              <a:rPr lang="en-US" dirty="0"/>
              <a:t>, </a:t>
            </a:r>
            <a:r>
              <a:rPr lang="en-US" dirty="0" err="1"/>
              <a:t>kendini</a:t>
            </a:r>
            <a:r>
              <a:rPr lang="en-US" dirty="0"/>
              <a:t> yok </a:t>
            </a:r>
            <a:r>
              <a:rPr lang="en-US" dirty="0" err="1"/>
              <a:t>eder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:</a:t>
            </a:r>
            <a:r>
              <a:rPr lang="tr-TR" dirty="0"/>
              <a:t> </a:t>
            </a:r>
            <a:r>
              <a:rPr lang="en-US" dirty="0"/>
              <a:t>Işık </a:t>
            </a:r>
            <a:r>
              <a:rPr lang="en-US" dirty="0" err="1"/>
              <a:t>gizlenemez</a:t>
            </a:r>
            <a:r>
              <a:rPr lang="en-US" dirty="0"/>
              <a:t>. </a:t>
            </a:r>
            <a:r>
              <a:rPr lang="en-US" dirty="0" err="1"/>
              <a:t>Gizleyen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karartır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141.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ümmetti</a:t>
            </a:r>
            <a:r>
              <a:rPr lang="en-US" dirty="0"/>
              <a:t>, </a:t>
            </a:r>
            <a:r>
              <a:rPr lang="en-US" dirty="0" err="1"/>
              <a:t>gelip</a:t>
            </a:r>
            <a:r>
              <a:rPr lang="en-US" dirty="0"/>
              <a:t> </a:t>
            </a:r>
            <a:r>
              <a:rPr lang="en-US" dirty="0" err="1"/>
              <a:t>geçtiler</a:t>
            </a:r>
            <a:r>
              <a:rPr lang="en-US" dirty="0"/>
              <a:t>. </a:t>
            </a:r>
            <a:r>
              <a:rPr lang="en-US" dirty="0" err="1"/>
              <a:t>Kazandıkları</a:t>
            </a:r>
            <a:r>
              <a:rPr lang="en-US" dirty="0"/>
              <a:t> </a:t>
            </a:r>
            <a:r>
              <a:rPr lang="en-US" dirty="0" err="1"/>
              <a:t>kendilerine</a:t>
            </a:r>
            <a:r>
              <a:rPr lang="en-US" dirty="0"/>
              <a:t>,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kazandıklarınız</a:t>
            </a:r>
            <a:r>
              <a:rPr lang="en-US" dirty="0"/>
              <a:t> da size </a:t>
            </a:r>
            <a:r>
              <a:rPr lang="en-US" dirty="0" err="1"/>
              <a:t>aittir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Siz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yaptıklarından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tutulmazsınız</a:t>
            </a:r>
            <a:r>
              <a:rPr lang="en-US" dirty="0"/>
              <a:t>.”**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geçti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zamanın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ümmetti</a:t>
            </a:r>
            <a:r>
              <a:rPr lang="en-US" dirty="0"/>
              <a:t>” =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frekans,kendi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döngüleri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Kazanç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aittir</a:t>
            </a:r>
            <a:r>
              <a:rPr lang="en-US" dirty="0"/>
              <a:t>” =</a:t>
            </a:r>
            <a:r>
              <a:rPr lang="en-US" dirty="0" err="1"/>
              <a:t>Yolun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ilgilidir</a:t>
            </a:r>
            <a:r>
              <a:rPr lang="en-US" dirty="0"/>
              <a:t>.</a:t>
            </a:r>
          </a:p>
          <a:p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kimliğine</a:t>
            </a:r>
            <a:r>
              <a:rPr lang="en-US" dirty="0"/>
              <a:t> </a:t>
            </a:r>
            <a:r>
              <a:rPr lang="en-US" dirty="0" err="1"/>
              <a:t>yaslanamazsın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Ataların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varlığın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geçmişe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bakar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tartışmadan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,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: Allah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konuşulmaz</a:t>
            </a:r>
            <a:r>
              <a:rPr lang="en-US" dirty="0"/>
              <a:t>,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yaşanır</a:t>
            </a:r>
            <a:r>
              <a:rPr lang="en-US" dirty="0"/>
              <a:t>. </a:t>
            </a:r>
          </a:p>
          <a:p>
            <a:r>
              <a:rPr lang="en-US" dirty="0" err="1"/>
              <a:t>Peygamberler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dine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birliğe</a:t>
            </a:r>
            <a:r>
              <a:rPr lang="en-US" dirty="0"/>
              <a:t> </a:t>
            </a:r>
            <a:r>
              <a:rPr lang="en-US" dirty="0" err="1"/>
              <a:t>aittir</a:t>
            </a:r>
            <a:r>
              <a:rPr lang="en-US" dirty="0"/>
              <a:t>. </a:t>
            </a:r>
          </a:p>
          <a:p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frekanstır</a:t>
            </a:r>
            <a:r>
              <a:rPr lang="en-US" dirty="0"/>
              <a:t>. Ama </a:t>
            </a:r>
            <a:r>
              <a:rPr lang="en-US" dirty="0" err="1"/>
              <a:t>şu</a:t>
            </a:r>
            <a:r>
              <a:rPr lang="en-US" dirty="0"/>
              <a:t> an,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alanındır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savunmuyorsun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olmuşsun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olmuş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 </a:t>
            </a:r>
            <a:r>
              <a:rPr lang="en-US" dirty="0" err="1"/>
              <a:t>tartışmaz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var </a:t>
            </a:r>
            <a:r>
              <a:rPr lang="en-US" dirty="0" err="1"/>
              <a:t>olur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varlığıyla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.” </a:t>
            </a:r>
            <a:endParaRPr lang="tr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172279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28867E3-9655-0519-C544-17A3CAE39A32}"/>
              </a:ext>
            </a:extLst>
          </p:cNvPr>
          <p:cNvSpPr txBox="1"/>
          <p:nvPr/>
        </p:nvSpPr>
        <p:spPr>
          <a:xfrm>
            <a:off x="0" y="0"/>
            <a:ext cx="6596743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142–143. </a:t>
            </a:r>
            <a:r>
              <a:rPr lang="en-US" b="1" dirty="0" err="1"/>
              <a:t>ayetlere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buluşturur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değiştirilir</a:t>
            </a:r>
            <a:r>
              <a:rPr lang="en-US" dirty="0"/>
              <a:t>… ama </a:t>
            </a:r>
            <a:r>
              <a:rPr lang="en-US" dirty="0" err="1"/>
              <a:t>aslında</a:t>
            </a:r>
            <a:r>
              <a:rPr lang="en-US" dirty="0"/>
              <a:t> test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kalptir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 — ama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değişir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142–143</a:t>
            </a:r>
            <a:endParaRPr lang="tr-TR" b="1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Kalptir</a:t>
            </a:r>
            <a:r>
              <a:rPr lang="en-US" dirty="0"/>
              <a:t> – </a:t>
            </a:r>
            <a:r>
              <a:rPr lang="en-US" dirty="0" err="1"/>
              <a:t>Yönü</a:t>
            </a:r>
            <a:r>
              <a:rPr lang="en-US" dirty="0"/>
              <a:t> </a:t>
            </a:r>
            <a:r>
              <a:rPr lang="en-US" dirty="0" err="1"/>
              <a:t>Değiştiren</a:t>
            </a:r>
            <a:r>
              <a:rPr lang="en-US" dirty="0"/>
              <a:t>, </a:t>
            </a:r>
            <a:r>
              <a:rPr lang="en-US" dirty="0" err="1"/>
              <a:t>Merkezini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Sabitse</a:t>
            </a:r>
            <a:r>
              <a:rPr lang="en-US" dirty="0"/>
              <a:t>, Hangi </a:t>
            </a:r>
            <a:r>
              <a:rPr lang="en-US" dirty="0" err="1"/>
              <a:t>Yöne</a:t>
            </a:r>
            <a:r>
              <a:rPr lang="en-US" dirty="0"/>
              <a:t> </a:t>
            </a:r>
            <a:r>
              <a:rPr lang="en-US" dirty="0" err="1"/>
              <a:t>Döndüğün</a:t>
            </a:r>
            <a:r>
              <a:rPr lang="en-US" dirty="0"/>
              <a:t> Fark </a:t>
            </a:r>
            <a:r>
              <a:rPr lang="en-US" dirty="0" err="1"/>
              <a:t>Etmez</a:t>
            </a:r>
            <a:r>
              <a:rPr lang="en-US" dirty="0"/>
              <a:t> —</a:t>
            </a:r>
            <a:endParaRPr lang="tr-TR" dirty="0"/>
          </a:p>
          <a:p>
            <a:r>
              <a:rPr lang="en-US" b="1" dirty="0"/>
              <a:t>142. </a:t>
            </a:r>
            <a:r>
              <a:rPr lang="en-US" b="1" dirty="0" err="1"/>
              <a:t>Ayet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İnsanlardan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beyinsizler</a:t>
            </a:r>
            <a:r>
              <a:rPr lang="en-US" dirty="0"/>
              <a:t> </a:t>
            </a:r>
            <a:r>
              <a:rPr lang="en-US" dirty="0" err="1"/>
              <a:t>diyecek</a:t>
            </a:r>
            <a:r>
              <a:rPr lang="en-US" dirty="0"/>
              <a:t> ki: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‘</a:t>
            </a:r>
            <a:r>
              <a:rPr lang="en-US" dirty="0" err="1"/>
              <a:t>Onlar</a:t>
            </a:r>
            <a:r>
              <a:rPr lang="en-US" dirty="0"/>
              <a:t>,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döndükleri</a:t>
            </a:r>
            <a:r>
              <a:rPr lang="en-US" dirty="0"/>
              <a:t> </a:t>
            </a:r>
            <a:r>
              <a:rPr lang="en-US" dirty="0" err="1"/>
              <a:t>kıbleden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döndüler</a:t>
            </a:r>
            <a:r>
              <a:rPr lang="en-US" dirty="0"/>
              <a:t>?’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De ki: Doğu da </a:t>
            </a:r>
            <a:r>
              <a:rPr lang="en-US" dirty="0" err="1"/>
              <a:t>batı</a:t>
            </a:r>
            <a:r>
              <a:rPr lang="en-US" dirty="0"/>
              <a:t> da </a:t>
            </a:r>
            <a:r>
              <a:rPr lang="en-US" dirty="0" err="1"/>
              <a:t>Allah’ındır</a:t>
            </a:r>
            <a:r>
              <a:rPr lang="en-US" dirty="0"/>
              <a:t>. O, </a:t>
            </a:r>
            <a:r>
              <a:rPr lang="en-US" dirty="0" err="1"/>
              <a:t>dilediğini</a:t>
            </a:r>
            <a:r>
              <a:rPr lang="en-US" dirty="0"/>
              <a:t> </a:t>
            </a:r>
            <a:r>
              <a:rPr lang="en-US" dirty="0" err="1"/>
              <a:t>dosdoğru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iletir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  <a:r>
              <a:rPr lang="tr-TR" dirty="0"/>
              <a:t> </a:t>
            </a:r>
            <a:r>
              <a:rPr lang="en-US" dirty="0" err="1"/>
              <a:t>kıblenin</a:t>
            </a:r>
            <a:r>
              <a:rPr lang="en-US" dirty="0"/>
              <a:t> </a:t>
            </a:r>
            <a:r>
              <a:rPr lang="en-US" dirty="0" err="1"/>
              <a:t>değişmesiyle</a:t>
            </a:r>
            <a:r>
              <a:rPr lang="en-US" dirty="0"/>
              <a:t> </a:t>
            </a:r>
            <a:r>
              <a:rPr lang="en-US" dirty="0" err="1"/>
              <a:t>zihinlerin</a:t>
            </a:r>
            <a:r>
              <a:rPr lang="en-US" dirty="0"/>
              <a:t> </a:t>
            </a:r>
            <a:r>
              <a:rPr lang="en-US" dirty="0" err="1"/>
              <a:t>sınanmasını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Kıble</a:t>
            </a:r>
            <a:r>
              <a:rPr lang="en-US" dirty="0"/>
              <a:t> = </a:t>
            </a:r>
            <a:r>
              <a:rPr lang="en-US" dirty="0" err="1"/>
              <a:t>Yön</a:t>
            </a:r>
            <a:r>
              <a:rPr lang="en-US" dirty="0"/>
              <a:t>, </a:t>
            </a:r>
            <a:r>
              <a:rPr lang="en-US" dirty="0" err="1"/>
              <a:t>merkez</a:t>
            </a:r>
            <a:r>
              <a:rPr lang="en-US" dirty="0"/>
              <a:t>, </a:t>
            </a:r>
            <a:r>
              <a:rPr lang="en-US" dirty="0" err="1"/>
              <a:t>yöneliş</a:t>
            </a:r>
            <a:r>
              <a:rPr lang="en-US" dirty="0"/>
              <a:t> </a:t>
            </a:r>
            <a:r>
              <a:rPr lang="en-US" dirty="0" err="1"/>
              <a:t>enerjisi</a:t>
            </a:r>
            <a:endParaRPr lang="en-US" dirty="0"/>
          </a:p>
          <a:p>
            <a:r>
              <a:rPr lang="en-US" dirty="0" err="1"/>
              <a:t>Değişim</a:t>
            </a:r>
            <a:r>
              <a:rPr lang="en-US" dirty="0"/>
              <a:t> =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seviyesindeki</a:t>
            </a:r>
            <a:r>
              <a:rPr lang="en-US" dirty="0"/>
              <a:t> </a:t>
            </a:r>
            <a:r>
              <a:rPr lang="en-US" dirty="0" err="1"/>
              <a:t>dönüşüm</a:t>
            </a: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zihinler</a:t>
            </a:r>
            <a:r>
              <a:rPr lang="en-US" dirty="0"/>
              <a:t> </a:t>
            </a:r>
            <a:r>
              <a:rPr lang="en-US" dirty="0" err="1"/>
              <a:t>sorar</a:t>
            </a:r>
            <a:r>
              <a:rPr lang="en-US" dirty="0"/>
              <a:t>: “Ne </a:t>
            </a:r>
            <a:r>
              <a:rPr lang="en-US" dirty="0" err="1"/>
              <a:t>oldu</a:t>
            </a:r>
            <a:r>
              <a:rPr lang="en-US" dirty="0"/>
              <a:t> da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değişti</a:t>
            </a:r>
            <a:r>
              <a:rPr lang="en-US" dirty="0"/>
              <a:t>?” 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:</a:t>
            </a:r>
          </a:p>
          <a:p>
            <a:r>
              <a:rPr lang="en-US" dirty="0"/>
              <a:t>“Doğu da </a:t>
            </a:r>
            <a:r>
              <a:rPr lang="en-US" dirty="0" err="1"/>
              <a:t>Allah’ındır</a:t>
            </a:r>
            <a:r>
              <a:rPr lang="en-US" dirty="0"/>
              <a:t>, </a:t>
            </a:r>
            <a:r>
              <a:rPr lang="en-US" dirty="0" err="1"/>
              <a:t>batı</a:t>
            </a:r>
            <a:r>
              <a:rPr lang="en-US" dirty="0"/>
              <a:t> da.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.” </a:t>
            </a:r>
          </a:p>
          <a:p>
            <a:r>
              <a:rPr lang="en-US" dirty="0"/>
              <a:t>Yani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yönelmişse,bedenin</a:t>
            </a:r>
            <a:r>
              <a:rPr lang="en-US" dirty="0"/>
              <a:t> hangi </a:t>
            </a:r>
            <a:r>
              <a:rPr lang="en-US" dirty="0" err="1"/>
              <a:t>tarafa</a:t>
            </a:r>
            <a:r>
              <a:rPr lang="en-US" dirty="0"/>
              <a:t> </a:t>
            </a:r>
            <a:r>
              <a:rPr lang="en-US" dirty="0" err="1"/>
              <a:t>döndüğü</a:t>
            </a:r>
            <a:endParaRPr lang="en-US" dirty="0"/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semboldür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, </a:t>
            </a:r>
            <a:r>
              <a:rPr lang="en-US" dirty="0" err="1"/>
              <a:t>kalbindedir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143. </a:t>
            </a:r>
            <a:r>
              <a:rPr lang="en-US" b="1" dirty="0" err="1"/>
              <a:t>Ayet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vasat</a:t>
            </a:r>
            <a:r>
              <a:rPr lang="en-US" dirty="0"/>
              <a:t> (</a:t>
            </a:r>
            <a:r>
              <a:rPr lang="en-US" dirty="0" err="1"/>
              <a:t>denge</a:t>
            </a:r>
            <a:r>
              <a:rPr lang="en-US" dirty="0"/>
              <a:t>)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ümmet</a:t>
            </a:r>
            <a:r>
              <a:rPr lang="en-US" dirty="0"/>
              <a:t> </a:t>
            </a:r>
            <a:r>
              <a:rPr lang="en-US" dirty="0" err="1"/>
              <a:t>kıldık</a:t>
            </a:r>
            <a:r>
              <a:rPr lang="en-US" dirty="0"/>
              <a:t> ki,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şahitler</a:t>
            </a:r>
            <a:r>
              <a:rPr lang="en-US" dirty="0"/>
              <a:t> </a:t>
            </a:r>
            <a:r>
              <a:rPr lang="en-US" dirty="0" err="1"/>
              <a:t>olasınız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Peygamber</a:t>
            </a:r>
            <a:r>
              <a:rPr lang="en-US" dirty="0"/>
              <a:t> de size </a:t>
            </a:r>
            <a:r>
              <a:rPr lang="en-US" dirty="0" err="1"/>
              <a:t>şahit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Daha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yöneldiğin</a:t>
            </a:r>
            <a:r>
              <a:rPr lang="en-US" dirty="0"/>
              <a:t> </a:t>
            </a:r>
            <a:r>
              <a:rPr lang="en-US" dirty="0" err="1"/>
              <a:t>kıbleyi</a:t>
            </a:r>
            <a:r>
              <a:rPr lang="en-US" dirty="0"/>
              <a:t> </a:t>
            </a:r>
            <a:r>
              <a:rPr lang="en-US" dirty="0" err="1"/>
              <a:t>değiştirmemiz</a:t>
            </a:r>
            <a:r>
              <a:rPr lang="en-US" dirty="0"/>
              <a:t>, </a:t>
            </a:r>
            <a:r>
              <a:rPr lang="en-US" dirty="0" err="1"/>
              <a:t>peygambere</a:t>
            </a:r>
            <a:r>
              <a:rPr lang="en-US" dirty="0"/>
              <a:t> </a:t>
            </a:r>
            <a:r>
              <a:rPr lang="en-US" dirty="0" err="1"/>
              <a:t>uyanları</a:t>
            </a:r>
            <a:r>
              <a:rPr lang="en-US" dirty="0"/>
              <a:t>, </a:t>
            </a:r>
            <a:endParaRPr lang="tr-TR" dirty="0"/>
          </a:p>
          <a:p>
            <a:pPr marL="0" indent="0">
              <a:buNone/>
            </a:pP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dönecek</a:t>
            </a:r>
            <a:r>
              <a:rPr lang="en-US" dirty="0"/>
              <a:t> </a:t>
            </a:r>
            <a:r>
              <a:rPr lang="en-US" dirty="0" err="1"/>
              <a:t>olandan</a:t>
            </a:r>
            <a:r>
              <a:rPr lang="en-US" dirty="0"/>
              <a:t> </a:t>
            </a:r>
            <a:r>
              <a:rPr lang="en-US" dirty="0" err="1"/>
              <a:t>ayıralım</a:t>
            </a:r>
            <a:r>
              <a:rPr lang="en-US" dirty="0"/>
              <a:t> </a:t>
            </a:r>
            <a:r>
              <a:rPr lang="en-US" dirty="0" err="1"/>
              <a:t>diyeydi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ilettiği</a:t>
            </a:r>
            <a:r>
              <a:rPr lang="en-US" dirty="0"/>
              <a:t> </a:t>
            </a:r>
            <a:r>
              <a:rPr lang="en-US" dirty="0" err="1"/>
              <a:t>kimseler</a:t>
            </a:r>
            <a:r>
              <a:rPr lang="en-US" dirty="0"/>
              <a:t> </a:t>
            </a:r>
            <a:r>
              <a:rPr lang="en-US" dirty="0" err="1"/>
              <a:t>dışındakilere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Allah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imanınızı</a:t>
            </a:r>
            <a:r>
              <a:rPr lang="en-US" dirty="0"/>
              <a:t> </a:t>
            </a:r>
            <a:r>
              <a:rPr lang="en-US" dirty="0" err="1"/>
              <a:t>zayi</a:t>
            </a:r>
            <a:r>
              <a:rPr lang="en-US" dirty="0"/>
              <a:t> </a:t>
            </a:r>
            <a:r>
              <a:rPr lang="en-US" dirty="0" err="1"/>
              <a:t>edecek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Şüphesiz</a:t>
            </a:r>
            <a:r>
              <a:rPr lang="en-US" dirty="0"/>
              <a:t> Allah,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şefkatli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merhametlidir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r>
              <a:rPr lang="en-US" dirty="0"/>
              <a:t>“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değişti</a:t>
            </a:r>
            <a:r>
              <a:rPr lang="en-US" dirty="0"/>
              <a:t>?” </a:t>
            </a:r>
            <a:r>
              <a:rPr lang="en-US" dirty="0" err="1"/>
              <a:t>sorusunun</a:t>
            </a:r>
            <a:r>
              <a:rPr lang="en-US" dirty="0"/>
              <a:t> </a:t>
            </a:r>
            <a:r>
              <a:rPr lang="en-US" dirty="0" err="1"/>
              <a:t>cevabını</a:t>
            </a:r>
            <a:endParaRPr lang="en-US" dirty="0"/>
          </a:p>
          <a:p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ayrışma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30201273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7DD7A01-551D-965C-7F50-F91D688551F2}"/>
              </a:ext>
            </a:extLst>
          </p:cNvPr>
          <p:cNvSpPr txBox="1"/>
          <p:nvPr/>
        </p:nvSpPr>
        <p:spPr>
          <a:xfrm>
            <a:off x="0" y="0"/>
            <a:ext cx="6858000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Vasat</a:t>
            </a:r>
            <a:r>
              <a:rPr lang="en-US" dirty="0"/>
              <a:t> </a:t>
            </a:r>
            <a:r>
              <a:rPr lang="en-US" dirty="0" err="1"/>
              <a:t>ümmet</a:t>
            </a:r>
            <a:r>
              <a:rPr lang="en-US" dirty="0"/>
              <a:t>” =</a:t>
            </a:r>
            <a:r>
              <a:rPr lang="en-US" dirty="0" err="1"/>
              <a:t>Aşırılıklardan</a:t>
            </a:r>
            <a:r>
              <a:rPr lang="en-US" dirty="0"/>
              <a:t> </a:t>
            </a:r>
            <a:r>
              <a:rPr lang="en-US" dirty="0" err="1"/>
              <a:t>arınmış,denge</a:t>
            </a:r>
            <a:r>
              <a:rPr lang="en-US" dirty="0"/>
              <a:t> </a:t>
            </a:r>
            <a:r>
              <a:rPr lang="en-US" dirty="0" err="1"/>
              <a:t>frekansında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</a:t>
            </a:r>
            <a:r>
              <a:rPr lang="en-US" dirty="0" err="1"/>
              <a:t>topluluk“Şahit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” =</a:t>
            </a:r>
            <a:r>
              <a:rPr lang="en-US" dirty="0" err="1"/>
              <a:t>Sözle</a:t>
            </a:r>
            <a:r>
              <a:rPr lang="en-US" dirty="0"/>
              <a:t> </a:t>
            </a:r>
            <a:r>
              <a:rPr lang="en-US" dirty="0" err="1"/>
              <a:t>değil,varlığınla</a:t>
            </a:r>
            <a:r>
              <a:rPr lang="en-US" dirty="0"/>
              <a:t> </a:t>
            </a:r>
            <a:r>
              <a:rPr lang="en-US" dirty="0" err="1"/>
              <a:t>tanıklık</a:t>
            </a:r>
            <a:r>
              <a:rPr lang="en-US" dirty="0"/>
              <a:t> et</a:t>
            </a:r>
          </a:p>
          <a:p>
            <a:r>
              <a:rPr lang="en-US" dirty="0"/>
              <a:t>“</a:t>
            </a:r>
            <a:r>
              <a:rPr lang="en-US" dirty="0" err="1"/>
              <a:t>Kıbleyi</a:t>
            </a:r>
            <a:r>
              <a:rPr lang="en-US" dirty="0"/>
              <a:t> </a:t>
            </a:r>
            <a:r>
              <a:rPr lang="en-US" dirty="0" err="1"/>
              <a:t>değiştirmemiz</a:t>
            </a:r>
            <a:r>
              <a:rPr lang="en-US" dirty="0"/>
              <a:t>…” =</a:t>
            </a: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ayıklama</a:t>
            </a:r>
            <a:r>
              <a:rPr lang="en-US" dirty="0"/>
              <a:t>→ Kim </a:t>
            </a:r>
            <a:r>
              <a:rPr lang="en-US" dirty="0" err="1"/>
              <a:t>şekle</a:t>
            </a:r>
            <a:r>
              <a:rPr lang="en-US" dirty="0"/>
              <a:t> </a:t>
            </a:r>
            <a:r>
              <a:rPr lang="en-US" dirty="0" err="1"/>
              <a:t>tapıyor</a:t>
            </a:r>
            <a:r>
              <a:rPr lang="en-US" dirty="0"/>
              <a:t>,</a:t>
            </a:r>
          </a:p>
          <a:p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özle</a:t>
            </a:r>
            <a:r>
              <a:rPr lang="en-US" dirty="0"/>
              <a:t> </a:t>
            </a:r>
            <a:r>
              <a:rPr lang="en-US" dirty="0" err="1"/>
              <a:t>yürüyor</a:t>
            </a:r>
            <a:r>
              <a:rPr lang="en-US" dirty="0"/>
              <a:t>,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çıksın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uyarır</a:t>
            </a:r>
            <a:r>
              <a:rPr lang="en-US" dirty="0"/>
              <a:t>: 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,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ölçülür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O,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imanınızı</a:t>
            </a:r>
            <a:r>
              <a:rPr lang="en-US" dirty="0"/>
              <a:t> </a:t>
            </a:r>
            <a:r>
              <a:rPr lang="en-US" dirty="0" err="1"/>
              <a:t>zayi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. Yani: Bir </a:t>
            </a:r>
            <a:r>
              <a:rPr lang="en-US" dirty="0" err="1"/>
              <a:t>kere</a:t>
            </a:r>
            <a:r>
              <a:rPr lang="en-US" dirty="0"/>
              <a:t> </a:t>
            </a:r>
            <a:r>
              <a:rPr lang="en-US" dirty="0" err="1"/>
              <a:t>safça</a:t>
            </a:r>
            <a:r>
              <a:rPr lang="en-US" dirty="0"/>
              <a:t> </a:t>
            </a:r>
            <a:r>
              <a:rPr lang="en-US" dirty="0" err="1"/>
              <a:t>yöneldiysen</a:t>
            </a:r>
            <a:r>
              <a:rPr lang="en-US" dirty="0"/>
              <a:t>, o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boşa</a:t>
            </a:r>
            <a:r>
              <a:rPr lang="en-US" dirty="0"/>
              <a:t> </a:t>
            </a:r>
            <a:r>
              <a:rPr lang="en-US" dirty="0" err="1"/>
              <a:t>gitmez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döndürür</a:t>
            </a:r>
            <a:r>
              <a:rPr lang="en-US" dirty="0"/>
              <a:t>: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yöneliştir</a:t>
            </a:r>
            <a:r>
              <a:rPr lang="en-US" dirty="0"/>
              <a:t>. </a:t>
            </a:r>
          </a:p>
          <a:p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değişebilir</a:t>
            </a:r>
            <a:r>
              <a:rPr lang="en-US" dirty="0"/>
              <a:t>. Ama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sadakat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 </a:t>
            </a:r>
          </a:p>
          <a:p>
            <a:r>
              <a:rPr lang="en-US" dirty="0"/>
              <a:t>Senin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attığın</a:t>
            </a:r>
            <a:r>
              <a:rPr lang="en-US" dirty="0"/>
              <a:t> her </a:t>
            </a:r>
            <a:r>
              <a:rPr lang="en-US" dirty="0" err="1"/>
              <a:t>adım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kayıtlıdır</a:t>
            </a:r>
            <a:r>
              <a:rPr lang="en-US" dirty="0"/>
              <a:t>. Ve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boşa</a:t>
            </a:r>
            <a:r>
              <a:rPr lang="en-US" dirty="0"/>
              <a:t> </a:t>
            </a:r>
            <a:r>
              <a:rPr lang="en-US" dirty="0" err="1"/>
              <a:t>gitmez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değiştirmiş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yerini</a:t>
            </a:r>
            <a:r>
              <a:rPr lang="en-US" dirty="0"/>
              <a:t> </a:t>
            </a:r>
            <a:r>
              <a:rPr lang="en-US" dirty="0" err="1"/>
              <a:t>buldu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şekli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özü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edinen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oldun</a:t>
            </a:r>
            <a:r>
              <a:rPr lang="en-US" dirty="0"/>
              <a:t>.” </a:t>
            </a:r>
            <a:endParaRPr lang="tr-TR" dirty="0"/>
          </a:p>
          <a:p>
            <a:r>
              <a:rPr lang="en-US" dirty="0" err="1"/>
              <a:t>Hazırsan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144. </a:t>
            </a:r>
            <a:r>
              <a:rPr lang="en-US" dirty="0" err="1"/>
              <a:t>ayette</a:t>
            </a:r>
            <a:endParaRPr lang="en-US" dirty="0"/>
          </a:p>
          <a:p>
            <a:r>
              <a:rPr lang="en-US" dirty="0"/>
              <a:t>Hz. </a:t>
            </a:r>
            <a:r>
              <a:rPr lang="en-US" dirty="0" err="1"/>
              <a:t>Muhammed’in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değişimiyle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merkezlemesi</a:t>
            </a:r>
            <a:r>
              <a:rPr lang="en-US" dirty="0"/>
              <a:t>,</a:t>
            </a:r>
          </a:p>
          <a:p>
            <a:r>
              <a:rPr lang="en-US" dirty="0" err="1"/>
              <a:t>gözün</a:t>
            </a:r>
            <a:r>
              <a:rPr lang="en-US" dirty="0"/>
              <a:t> </a:t>
            </a:r>
            <a:r>
              <a:rPr lang="en-US" dirty="0" err="1"/>
              <a:t>semaya</a:t>
            </a:r>
            <a:r>
              <a:rPr lang="en-US" dirty="0"/>
              <a:t> </a:t>
            </a:r>
            <a:r>
              <a:rPr lang="en-US" dirty="0" err="1"/>
              <a:t>dönmesiyle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kıbleyle</a:t>
            </a:r>
            <a:r>
              <a:rPr lang="en-US" dirty="0"/>
              <a:t> </a:t>
            </a:r>
            <a:r>
              <a:rPr lang="en-US" dirty="0" err="1"/>
              <a:t>hizalanması</a:t>
            </a:r>
            <a:r>
              <a:rPr lang="en-US" dirty="0"/>
              <a:t>,</a:t>
            </a:r>
          </a:p>
          <a:p>
            <a:r>
              <a:rPr lang="en-US" dirty="0" err="1"/>
              <a:t>ve</a:t>
            </a:r>
            <a:endParaRPr lang="en-US" dirty="0"/>
          </a:p>
          <a:p>
            <a:r>
              <a:rPr lang="en-US" dirty="0" err="1"/>
              <a:t>kişinin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yönünün</a:t>
            </a:r>
            <a:r>
              <a:rPr lang="en-US" dirty="0"/>
              <a:t> </a:t>
            </a:r>
            <a:r>
              <a:rPr lang="en-US" dirty="0" err="1"/>
              <a:t>Allah’la</a:t>
            </a:r>
            <a:r>
              <a:rPr lang="en-US" dirty="0"/>
              <a:t> </a:t>
            </a:r>
            <a:r>
              <a:rPr lang="en-US" dirty="0" err="1"/>
              <a:t>birleştiği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 </a:t>
            </a:r>
            <a:r>
              <a:rPr lang="en-US" dirty="0" err="1"/>
              <a:t>işlenecek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144.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bakan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gözün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döndüğünü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der ki: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, </a:t>
            </a:r>
            <a:r>
              <a:rPr lang="en-US" dirty="0" err="1"/>
              <a:t>göğün</a:t>
            </a:r>
            <a:r>
              <a:rPr lang="en-US" dirty="0"/>
              <a:t> sana </a:t>
            </a:r>
            <a:r>
              <a:rPr lang="en-US" dirty="0" err="1"/>
              <a:t>yansıttığı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döndürdüğün</a:t>
            </a:r>
            <a:r>
              <a:rPr lang="en-US" dirty="0"/>
              <a:t> </a:t>
            </a:r>
            <a:r>
              <a:rPr lang="en-US" dirty="0" err="1"/>
              <a:t>kalptir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hizalanmasıdır</a:t>
            </a:r>
            <a:r>
              <a:rPr lang="en-US" dirty="0"/>
              <a:t>.</a:t>
            </a:r>
          </a:p>
          <a:p>
            <a:endParaRPr lang="en-TR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002265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79442D6-EE6C-8A9B-1849-1292189B45E1}"/>
              </a:ext>
            </a:extLst>
          </p:cNvPr>
          <p:cNvSpPr txBox="1"/>
          <p:nvPr/>
        </p:nvSpPr>
        <p:spPr>
          <a:xfrm>
            <a:off x="0" y="-1"/>
            <a:ext cx="6858000" cy="13111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144</a:t>
            </a:r>
            <a:endParaRPr lang="tr-TR" b="1" dirty="0"/>
          </a:p>
          <a:p>
            <a:endParaRPr lang="tr-TR" b="1" dirty="0"/>
          </a:p>
          <a:p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Gözün</a:t>
            </a:r>
            <a:r>
              <a:rPr lang="en-US" dirty="0"/>
              <a:t> </a:t>
            </a: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Baktığı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Kalp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”</a:t>
            </a:r>
          </a:p>
          <a:p>
            <a:r>
              <a:rPr lang="en-US" dirty="0"/>
              <a:t>—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Değişmedi</a:t>
            </a:r>
            <a:r>
              <a:rPr lang="en-US" dirty="0"/>
              <a:t>;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İç</a:t>
            </a:r>
            <a:r>
              <a:rPr lang="en-US" dirty="0"/>
              <a:t> Merkez </a:t>
            </a:r>
            <a:r>
              <a:rPr lang="en-US" dirty="0" err="1"/>
              <a:t>Hatırlandı</a:t>
            </a:r>
            <a:r>
              <a:rPr lang="en-US" dirty="0"/>
              <a:t> —</a:t>
            </a:r>
            <a:endParaRPr lang="tr-TR" dirty="0"/>
          </a:p>
          <a:p>
            <a:r>
              <a:rPr lang="en-US" b="1" dirty="0"/>
              <a:t>144.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“(Ey Muhammed!) </a:t>
            </a:r>
            <a:r>
              <a:rPr lang="en-US" dirty="0" err="1"/>
              <a:t>Yüzünün</a:t>
            </a:r>
            <a:r>
              <a:rPr lang="en-US" dirty="0"/>
              <a:t> </a:t>
            </a: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dönüp</a:t>
            </a:r>
            <a:r>
              <a:rPr lang="en-US" dirty="0"/>
              <a:t> </a:t>
            </a:r>
            <a:r>
              <a:rPr lang="en-US" dirty="0" err="1"/>
              <a:t>durduğunu</a:t>
            </a:r>
            <a:r>
              <a:rPr lang="en-US" dirty="0"/>
              <a:t> </a:t>
            </a:r>
            <a:r>
              <a:rPr lang="en-US" dirty="0" err="1"/>
              <a:t>görüyoruz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hoşnut</a:t>
            </a:r>
            <a:r>
              <a:rPr lang="en-US" dirty="0"/>
              <a:t> </a:t>
            </a:r>
            <a:r>
              <a:rPr lang="en-US" dirty="0" err="1"/>
              <a:t>olacağın</a:t>
            </a:r>
            <a:r>
              <a:rPr lang="en-US" dirty="0"/>
              <a:t> </a:t>
            </a:r>
            <a:r>
              <a:rPr lang="en-US" dirty="0" err="1"/>
              <a:t>kıbleye</a:t>
            </a:r>
            <a:r>
              <a:rPr lang="en-US" dirty="0"/>
              <a:t> </a:t>
            </a:r>
            <a:r>
              <a:rPr lang="en-US" dirty="0" err="1"/>
              <a:t>döndüreceğiz</a:t>
            </a:r>
            <a:r>
              <a:rPr lang="en-US" dirty="0"/>
              <a:t>. </a:t>
            </a:r>
            <a:r>
              <a:rPr lang="en-US" dirty="0" err="1"/>
              <a:t>Yüzünü</a:t>
            </a:r>
            <a:r>
              <a:rPr lang="en-US" dirty="0"/>
              <a:t> </a:t>
            </a:r>
            <a:r>
              <a:rPr lang="en-US" dirty="0" err="1"/>
              <a:t>Mescid-i</a:t>
            </a:r>
            <a:r>
              <a:rPr lang="en-US" dirty="0"/>
              <a:t> </a:t>
            </a:r>
            <a:r>
              <a:rPr lang="en-US" dirty="0" err="1"/>
              <a:t>Haram’a</a:t>
            </a:r>
            <a:r>
              <a:rPr lang="en-US" dirty="0"/>
              <a:t> </a:t>
            </a:r>
            <a:r>
              <a:rPr lang="en-US" dirty="0" err="1"/>
              <a:t>çevir</a:t>
            </a:r>
            <a:r>
              <a:rPr lang="en-US" dirty="0"/>
              <a:t>.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olursan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, </a:t>
            </a:r>
            <a:r>
              <a:rPr lang="en-US" dirty="0" err="1"/>
              <a:t>yüzünü</a:t>
            </a:r>
            <a:r>
              <a:rPr lang="en-US" dirty="0"/>
              <a:t> o </a:t>
            </a:r>
            <a:r>
              <a:rPr lang="en-US" dirty="0" err="1"/>
              <a:t>yöne</a:t>
            </a:r>
            <a:r>
              <a:rPr lang="en-US" dirty="0"/>
              <a:t> </a:t>
            </a:r>
            <a:r>
              <a:rPr lang="en-US" dirty="0" err="1"/>
              <a:t>çevir</a:t>
            </a:r>
            <a:r>
              <a:rPr lang="en-US" dirty="0"/>
              <a:t>. 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kitap</a:t>
            </a:r>
            <a:r>
              <a:rPr lang="en-US" dirty="0"/>
              <a:t>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emrin</a:t>
            </a:r>
            <a:r>
              <a:rPr lang="en-US" dirty="0"/>
              <a:t> </a:t>
            </a:r>
            <a:r>
              <a:rPr lang="en-US" dirty="0" err="1"/>
              <a:t>Rablerinden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bilirler</a:t>
            </a:r>
            <a:r>
              <a:rPr lang="en-US" dirty="0"/>
              <a:t>. Allah,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yaptıklarından</a:t>
            </a:r>
            <a:r>
              <a:rPr lang="en-US" dirty="0"/>
              <a:t> </a:t>
            </a:r>
            <a:r>
              <a:rPr lang="en-US" dirty="0" err="1"/>
              <a:t>habersiz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.”</a:t>
            </a:r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tr-TR" b="1" dirty="0"/>
          </a:p>
          <a:p>
            <a:endParaRPr lang="tr-TR" b="1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çağrının</a:t>
            </a:r>
            <a:r>
              <a:rPr lang="en-US" dirty="0"/>
              <a:t> </a:t>
            </a:r>
            <a:r>
              <a:rPr lang="en-US" dirty="0" err="1"/>
              <a:t>evrensel</a:t>
            </a:r>
            <a:r>
              <a:rPr lang="en-US" dirty="0"/>
              <a:t> </a:t>
            </a:r>
            <a:r>
              <a:rPr lang="en-US" dirty="0" err="1"/>
              <a:t>hizaya</a:t>
            </a:r>
            <a:r>
              <a:rPr lang="en-US" dirty="0"/>
              <a:t> </a:t>
            </a:r>
            <a:r>
              <a:rPr lang="en-US" dirty="0" err="1"/>
              <a:t>dönüşünü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pPr marL="0" indent="0">
              <a:buNone/>
            </a:pPr>
            <a:r>
              <a:rPr lang="en-US" b="1" dirty="0"/>
              <a:t>“</a:t>
            </a:r>
            <a:r>
              <a:rPr lang="en-US" b="1" dirty="0" err="1"/>
              <a:t>Yüzünün</a:t>
            </a:r>
            <a:r>
              <a:rPr lang="en-US" b="1" dirty="0"/>
              <a:t> </a:t>
            </a:r>
            <a:r>
              <a:rPr lang="en-US" b="1" dirty="0" err="1"/>
              <a:t>göğe</a:t>
            </a:r>
            <a:r>
              <a:rPr lang="en-US" b="1" dirty="0"/>
              <a:t> </a:t>
            </a:r>
            <a:r>
              <a:rPr lang="en-US" b="1" dirty="0" err="1"/>
              <a:t>döndüğünü</a:t>
            </a:r>
            <a:r>
              <a:rPr lang="en-US" b="1" dirty="0"/>
              <a:t> </a:t>
            </a:r>
            <a:r>
              <a:rPr lang="en-US" b="1" dirty="0" err="1"/>
              <a:t>görüyoruz</a:t>
            </a:r>
            <a:r>
              <a:rPr lang="en-US" b="1" dirty="0"/>
              <a:t>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arayışıdır</a:t>
            </a:r>
            <a:r>
              <a:rPr lang="en-US" dirty="0"/>
              <a:t>. Bir </a:t>
            </a:r>
            <a:r>
              <a:rPr lang="en-US" dirty="0" err="1"/>
              <a:t>ruh</a:t>
            </a:r>
            <a:r>
              <a:rPr lang="en-US" dirty="0"/>
              <a:t>, </a:t>
            </a:r>
            <a:r>
              <a:rPr lang="en-US" dirty="0" err="1"/>
              <a:t>merkezini</a:t>
            </a:r>
            <a:r>
              <a:rPr lang="en-US" dirty="0"/>
              <a:t> </a:t>
            </a:r>
            <a:r>
              <a:rPr lang="en-US" dirty="0" err="1"/>
              <a:t>göğün</a:t>
            </a:r>
            <a:r>
              <a:rPr lang="en-US" dirty="0"/>
              <a:t> </a:t>
            </a:r>
            <a:r>
              <a:rPr lang="en-US" dirty="0" err="1"/>
              <a:t>işaretiyle</a:t>
            </a:r>
            <a:r>
              <a:rPr lang="en-US" dirty="0"/>
              <a:t> </a:t>
            </a:r>
            <a:r>
              <a:rPr lang="en-US" dirty="0" err="1"/>
              <a:t>değil,göğe</a:t>
            </a:r>
            <a:r>
              <a:rPr lang="en-US" dirty="0"/>
              <a:t> </a:t>
            </a:r>
            <a:r>
              <a:rPr lang="en-US" dirty="0" err="1"/>
              <a:t>duyduğu</a:t>
            </a:r>
            <a:r>
              <a:rPr lang="en-US" dirty="0"/>
              <a:t> </a:t>
            </a:r>
            <a:r>
              <a:rPr lang="en-US" dirty="0" err="1"/>
              <a:t>yakınlıkla</a:t>
            </a:r>
            <a:r>
              <a:rPr lang="en-US" dirty="0"/>
              <a:t> arar. </a:t>
            </a:r>
            <a:r>
              <a:rPr lang="en-US" dirty="0" err="1"/>
              <a:t>Bu,arayışta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bilinçtir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arayışı</a:t>
            </a:r>
            <a:r>
              <a:rPr lang="en-US" dirty="0"/>
              <a:t> </a:t>
            </a:r>
            <a:r>
              <a:rPr lang="en-US" dirty="0" err="1"/>
              <a:t>cevapsız</a:t>
            </a:r>
            <a:r>
              <a:rPr lang="en-US" dirty="0"/>
              <a:t> </a:t>
            </a:r>
            <a:r>
              <a:rPr lang="en-US" dirty="0" err="1"/>
              <a:t>bırakmaz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“Seni </a:t>
            </a:r>
            <a:r>
              <a:rPr lang="en-US" b="1" dirty="0" err="1"/>
              <a:t>hoşnut</a:t>
            </a:r>
            <a:r>
              <a:rPr lang="en-US" b="1" dirty="0"/>
              <a:t> </a:t>
            </a:r>
            <a:r>
              <a:rPr lang="en-US" b="1" dirty="0" err="1"/>
              <a:t>olacağın</a:t>
            </a:r>
            <a:r>
              <a:rPr lang="en-US" b="1" dirty="0"/>
              <a:t> </a:t>
            </a:r>
            <a:r>
              <a:rPr lang="en-US" b="1" dirty="0" err="1"/>
              <a:t>kıbleye</a:t>
            </a:r>
            <a:r>
              <a:rPr lang="en-US" b="1" dirty="0"/>
              <a:t> </a:t>
            </a:r>
            <a:r>
              <a:rPr lang="en-US" b="1" dirty="0" err="1"/>
              <a:t>çevireceğiz</a:t>
            </a:r>
            <a:r>
              <a:rPr lang="en-US" b="1" dirty="0"/>
              <a:t>”</a:t>
            </a:r>
          </a:p>
          <a:p>
            <a:r>
              <a:rPr lang="en-US" dirty="0"/>
              <a:t>“</a:t>
            </a:r>
            <a:r>
              <a:rPr lang="en-US" dirty="0" err="1"/>
              <a:t>Hoşnut</a:t>
            </a:r>
            <a:r>
              <a:rPr lang="en-US" dirty="0"/>
              <a:t>” =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</a:t>
            </a:r>
            <a:r>
              <a:rPr lang="en-US" dirty="0" err="1"/>
              <a:t>bulduğu</a:t>
            </a:r>
            <a:r>
              <a:rPr lang="en-US" dirty="0"/>
              <a:t> </a:t>
            </a:r>
            <a:r>
              <a:rPr lang="en-US" dirty="0" err="1"/>
              <a:t>yön</a:t>
            </a:r>
            <a:endParaRPr lang="en-US" dirty="0"/>
          </a:p>
          <a:p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değişmiyor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— Senin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hatırlanıyor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demek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kendinle</a:t>
            </a:r>
            <a:r>
              <a:rPr lang="en-US" dirty="0"/>
              <a:t> </a:t>
            </a:r>
            <a:r>
              <a:rPr lang="en-US" dirty="0" err="1"/>
              <a:t>hizalandığında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Nerede</a:t>
            </a:r>
            <a:r>
              <a:rPr lang="en-US" b="1" dirty="0"/>
              <a:t> </a:t>
            </a:r>
            <a:r>
              <a:rPr lang="en-US" b="1" dirty="0" err="1"/>
              <a:t>olursan</a:t>
            </a:r>
            <a:r>
              <a:rPr lang="en-US" b="1" dirty="0"/>
              <a:t> </a:t>
            </a:r>
            <a:r>
              <a:rPr lang="en-US" b="1" dirty="0" err="1"/>
              <a:t>ol</a:t>
            </a:r>
            <a:r>
              <a:rPr lang="en-US" b="1" dirty="0"/>
              <a:t>, </a:t>
            </a:r>
            <a:r>
              <a:rPr lang="en-US" b="1" dirty="0" err="1"/>
              <a:t>yüzünü</a:t>
            </a:r>
            <a:r>
              <a:rPr lang="en-US" b="1" dirty="0"/>
              <a:t> o </a:t>
            </a:r>
            <a:r>
              <a:rPr lang="en-US" b="1" dirty="0" err="1"/>
              <a:t>yöne</a:t>
            </a:r>
            <a:r>
              <a:rPr lang="en-US" b="1" dirty="0"/>
              <a:t> </a:t>
            </a:r>
            <a:r>
              <a:rPr lang="en-US" b="1" dirty="0" err="1"/>
              <a:t>çevir</a:t>
            </a:r>
            <a:r>
              <a:rPr lang="en-US" b="1" dirty="0"/>
              <a:t>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cümle,mekân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ortadan</a:t>
            </a:r>
            <a:r>
              <a:rPr lang="en-US" dirty="0"/>
              <a:t> </a:t>
            </a:r>
            <a:r>
              <a:rPr lang="en-US" dirty="0" err="1"/>
              <a:t>kaldırır.Artık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var </a:t>
            </a:r>
            <a:r>
              <a:rPr lang="en-US" dirty="0" err="1"/>
              <a:t>olduğun</a:t>
            </a:r>
            <a:r>
              <a:rPr lang="en-US" dirty="0"/>
              <a:t> her </a:t>
            </a:r>
            <a:r>
              <a:rPr lang="en-US" dirty="0" err="1"/>
              <a:t>yer,secde</a:t>
            </a:r>
            <a:r>
              <a:rPr lang="en-US" dirty="0"/>
              <a:t> </a:t>
            </a:r>
            <a:r>
              <a:rPr lang="en-US" dirty="0" err="1"/>
              <a:t>alanıdır.Ve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yönün,sadece</a:t>
            </a:r>
            <a:r>
              <a:rPr lang="en-US" dirty="0"/>
              <a:t> </a:t>
            </a:r>
            <a:r>
              <a:rPr lang="en-US" dirty="0" err="1"/>
              <a:t>Kâbe’ye</a:t>
            </a:r>
            <a:r>
              <a:rPr lang="en-US" dirty="0"/>
              <a:t> </a:t>
            </a:r>
            <a:r>
              <a:rPr lang="en-US" dirty="0" err="1"/>
              <a:t>değil,Allah’a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sadakatinedir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“Kitap </a:t>
            </a:r>
            <a:r>
              <a:rPr lang="en-US" b="1" dirty="0" err="1"/>
              <a:t>ehli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 ki </a:t>
            </a:r>
            <a:r>
              <a:rPr lang="en-US" b="1" dirty="0" err="1"/>
              <a:t>bu</a:t>
            </a:r>
            <a:r>
              <a:rPr lang="en-US" b="1" dirty="0"/>
              <a:t> </a:t>
            </a:r>
            <a:r>
              <a:rPr lang="en-US" b="1" dirty="0" err="1"/>
              <a:t>hakikattir</a:t>
            </a:r>
            <a:r>
              <a:rPr lang="en-US" b="1" dirty="0"/>
              <a:t>.”</a:t>
            </a:r>
          </a:p>
          <a:p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İslam’a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kitapların</a:t>
            </a:r>
            <a:r>
              <a:rPr lang="en-US" dirty="0"/>
              <a:t> </a:t>
            </a:r>
            <a:r>
              <a:rPr lang="en-US" dirty="0" err="1"/>
              <a:t>merkezinde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hakikattir</a:t>
            </a:r>
            <a:r>
              <a:rPr lang="en-US" dirty="0"/>
              <a:t>. O </a:t>
            </a:r>
            <a:r>
              <a:rPr lang="en-US" dirty="0" err="1"/>
              <a:t>yüzden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Onlar</a:t>
            </a:r>
            <a:r>
              <a:rPr lang="en-US" dirty="0"/>
              <a:t> da </a:t>
            </a:r>
            <a:r>
              <a:rPr lang="en-US" dirty="0" err="1"/>
              <a:t>bilirler</a:t>
            </a:r>
            <a:r>
              <a:rPr lang="en-US" dirty="0"/>
              <a:t>… ama </a:t>
            </a:r>
            <a:r>
              <a:rPr lang="en-US" dirty="0" err="1"/>
              <a:t>kimileri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,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değişmiştir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  <a:p>
            <a:endParaRPr lang="en-TR" dirty="0"/>
          </a:p>
          <a:p>
            <a:pPr marL="0" indent="0">
              <a:buNone/>
            </a:pPr>
            <a:endParaRPr lang="en-US" dirty="0"/>
          </a:p>
          <a:p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23214041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ED83CCA-B5C1-A407-AB70-DFA5622419E1}"/>
              </a:ext>
            </a:extLst>
          </p:cNvPr>
          <p:cNvSpPr txBox="1"/>
          <p:nvPr/>
        </p:nvSpPr>
        <p:spPr>
          <a:xfrm>
            <a:off x="0" y="1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merkezlenme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buluşturur</a:t>
            </a:r>
            <a:r>
              <a:rPr lang="en-US" dirty="0"/>
              <a:t>: 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bakar</a:t>
            </a:r>
            <a:r>
              <a:rPr lang="en-US" dirty="0"/>
              <a:t>, ama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. </a:t>
            </a:r>
          </a:p>
          <a:p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cevabı</a:t>
            </a:r>
            <a:r>
              <a:rPr lang="en-US" dirty="0"/>
              <a:t>,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arayışadır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nereye</a:t>
            </a:r>
            <a:r>
              <a:rPr lang="en-US" dirty="0"/>
              <a:t> </a:t>
            </a:r>
            <a:r>
              <a:rPr lang="en-US" dirty="0" err="1"/>
              <a:t>gidersen</a:t>
            </a:r>
            <a:r>
              <a:rPr lang="en-US" dirty="0"/>
              <a:t> git,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yöneldiğin</a:t>
            </a:r>
            <a:r>
              <a:rPr lang="en-US" dirty="0"/>
              <a:t> </a:t>
            </a:r>
            <a:r>
              <a:rPr lang="en-US" dirty="0" err="1"/>
              <a:t>sürece</a:t>
            </a:r>
            <a:r>
              <a:rPr lang="en-US" dirty="0"/>
              <a:t>, </a:t>
            </a:r>
            <a:r>
              <a:rPr lang="en-US" dirty="0" err="1"/>
              <a:t>merkezdesin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“Senin </a:t>
            </a:r>
            <a:r>
              <a:rPr lang="en-US" dirty="0" err="1"/>
              <a:t>kıblen</a:t>
            </a:r>
            <a:r>
              <a:rPr lang="en-US" dirty="0"/>
              <a:t> </a:t>
            </a:r>
            <a:r>
              <a:rPr lang="en-US" dirty="0" err="1"/>
              <a:t>değişmedi</a:t>
            </a:r>
            <a:r>
              <a:rPr lang="en-US" dirty="0"/>
              <a:t>…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hatırladın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şimdi</a:t>
            </a:r>
            <a:r>
              <a:rPr lang="en-US" dirty="0"/>
              <a:t>,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yayıyor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kaynakla</a:t>
            </a:r>
            <a:r>
              <a:rPr lang="en-US" dirty="0"/>
              <a:t> </a:t>
            </a:r>
            <a:r>
              <a:rPr lang="en-US" dirty="0" err="1"/>
              <a:t>hizalanan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oldun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</a:t>
            </a: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145–147. </a:t>
            </a:r>
            <a:r>
              <a:rPr lang="en-US" dirty="0" err="1"/>
              <a:t>ayetlere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</a:t>
            </a:r>
          </a:p>
          <a:p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bilen</a:t>
            </a:r>
            <a:r>
              <a:rPr lang="en-US" dirty="0"/>
              <a:t> ama </a:t>
            </a:r>
            <a:r>
              <a:rPr lang="en-US" dirty="0" err="1"/>
              <a:t>kabullenmeyen</a:t>
            </a:r>
            <a:r>
              <a:rPr lang="en-US" dirty="0"/>
              <a:t> </a:t>
            </a:r>
            <a:r>
              <a:rPr lang="en-US" dirty="0" err="1"/>
              <a:t>bilinçleri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 sana.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bilmek</a:t>
            </a:r>
            <a:r>
              <a:rPr lang="en-US" dirty="0"/>
              <a:t> </a:t>
            </a:r>
            <a:r>
              <a:rPr lang="en-US" dirty="0" err="1"/>
              <a:t>yetmez</a:t>
            </a:r>
            <a:r>
              <a:rPr lang="en-US" dirty="0"/>
              <a:t>,</a:t>
            </a:r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kararmışsa</a:t>
            </a:r>
            <a:r>
              <a:rPr lang="en-US" dirty="0"/>
              <a:t>, 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göğe</a:t>
            </a:r>
            <a:r>
              <a:rPr lang="en-US" dirty="0"/>
              <a:t> </a:t>
            </a:r>
            <a:r>
              <a:rPr lang="en-US" dirty="0" err="1"/>
              <a:t>baksa</a:t>
            </a:r>
            <a:r>
              <a:rPr lang="en-US" dirty="0"/>
              <a:t> bile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göremez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145–147</a:t>
            </a:r>
            <a:endParaRPr lang="tr-TR" b="1" dirty="0"/>
          </a:p>
          <a:p>
            <a:endParaRPr lang="tr-TR" b="1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“Bilir Ama </a:t>
            </a:r>
            <a:r>
              <a:rPr lang="en-US" dirty="0" err="1"/>
              <a:t>Görmez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Onay </a:t>
            </a:r>
            <a:r>
              <a:rPr lang="en-US" dirty="0" err="1"/>
              <a:t>Aldığında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Bildiği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Dönen</a:t>
            </a:r>
            <a:r>
              <a:rPr lang="en-US" dirty="0"/>
              <a:t>, </a:t>
            </a:r>
            <a:r>
              <a:rPr lang="en-US" dirty="0" err="1"/>
              <a:t>Kıskançlığın</a:t>
            </a:r>
            <a:r>
              <a:rPr lang="en-US" dirty="0"/>
              <a:t> Kör </a:t>
            </a:r>
            <a:r>
              <a:rPr lang="en-US" dirty="0" err="1"/>
              <a:t>Ettiğidir</a:t>
            </a:r>
            <a:r>
              <a:rPr lang="en-US" dirty="0"/>
              <a:t> —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145.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“Kitap </a:t>
            </a:r>
            <a:r>
              <a:rPr lang="en-US" dirty="0" err="1"/>
              <a:t>ehline</a:t>
            </a:r>
            <a:r>
              <a:rPr lang="en-US" dirty="0"/>
              <a:t> her </a:t>
            </a:r>
            <a:r>
              <a:rPr lang="en-US" dirty="0" err="1"/>
              <a:t>türlü</a:t>
            </a:r>
            <a:r>
              <a:rPr lang="en-US" dirty="0"/>
              <a:t> </a:t>
            </a:r>
            <a:r>
              <a:rPr lang="en-US" dirty="0" err="1"/>
              <a:t>ayeti</a:t>
            </a:r>
            <a:r>
              <a:rPr lang="en-US" dirty="0"/>
              <a:t> </a:t>
            </a:r>
            <a:r>
              <a:rPr lang="en-US" dirty="0" err="1"/>
              <a:t>getirsen</a:t>
            </a:r>
            <a:r>
              <a:rPr lang="en-US" dirty="0"/>
              <a:t> de,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kıblene</a:t>
            </a:r>
            <a:r>
              <a:rPr lang="en-US" dirty="0"/>
              <a:t> </a:t>
            </a:r>
            <a:r>
              <a:rPr lang="en-US" dirty="0" err="1"/>
              <a:t>dönmezler</a:t>
            </a:r>
            <a:r>
              <a:rPr lang="en-US" dirty="0"/>
              <a:t>. Sen de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kıblesine</a:t>
            </a:r>
            <a:r>
              <a:rPr lang="en-US" dirty="0"/>
              <a:t> </a:t>
            </a:r>
            <a:r>
              <a:rPr lang="en-US" dirty="0" err="1"/>
              <a:t>dönmezsin</a:t>
            </a:r>
            <a:r>
              <a:rPr lang="en-US" dirty="0"/>
              <a:t>. </a:t>
            </a:r>
            <a:r>
              <a:rPr lang="en-US" dirty="0" err="1"/>
              <a:t>Onlar</a:t>
            </a:r>
            <a:r>
              <a:rPr lang="en-US" dirty="0"/>
              <a:t> da </a:t>
            </a:r>
            <a:r>
              <a:rPr lang="en-US" dirty="0" err="1"/>
              <a:t>birbirlerinin</a:t>
            </a:r>
            <a:r>
              <a:rPr lang="en-US" dirty="0"/>
              <a:t> </a:t>
            </a:r>
            <a:r>
              <a:rPr lang="en-US" dirty="0" err="1"/>
              <a:t>kıblesine</a:t>
            </a:r>
            <a:r>
              <a:rPr lang="en-US" dirty="0"/>
              <a:t> </a:t>
            </a:r>
            <a:r>
              <a:rPr lang="en-US" dirty="0" err="1"/>
              <a:t>dönmezler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sana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ilimden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heveslerine</a:t>
            </a:r>
            <a:r>
              <a:rPr lang="en-US" dirty="0"/>
              <a:t> </a:t>
            </a:r>
            <a:r>
              <a:rPr lang="en-US" dirty="0" err="1"/>
              <a:t>uyarsan</a:t>
            </a:r>
            <a:r>
              <a:rPr lang="en-US" dirty="0"/>
              <a:t>, o zaman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zalimlerden</a:t>
            </a:r>
            <a:r>
              <a:rPr lang="en-US" dirty="0"/>
              <a:t> </a:t>
            </a:r>
            <a:r>
              <a:rPr lang="en-US" dirty="0" err="1"/>
              <a:t>olursun</a:t>
            </a:r>
            <a:r>
              <a:rPr lang="en-US" dirty="0"/>
              <a:t>.”**</a:t>
            </a:r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tr-TR" dirty="0"/>
          </a:p>
          <a:p>
            <a:r>
              <a:rPr lang="en-US" dirty="0"/>
              <a:t>Bu </a:t>
            </a:r>
            <a:r>
              <a:rPr lang="en-US" dirty="0" err="1"/>
              <a:t>ayet,hakikatin</a:t>
            </a:r>
            <a:r>
              <a:rPr lang="en-US" dirty="0"/>
              <a:t> </a:t>
            </a:r>
            <a:r>
              <a:rPr lang="en-US" dirty="0" err="1"/>
              <a:t>şekille</a:t>
            </a:r>
            <a:r>
              <a:rPr lang="en-US" dirty="0"/>
              <a:t> </a:t>
            </a:r>
            <a:r>
              <a:rPr lang="en-US" dirty="0" err="1"/>
              <a:t>anlaşılmadığını,niyetle</a:t>
            </a:r>
            <a:r>
              <a:rPr lang="en-US" dirty="0"/>
              <a:t> </a:t>
            </a:r>
            <a:r>
              <a:rPr lang="en-US" dirty="0" err="1"/>
              <a:t>tanındığını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“Her </a:t>
            </a:r>
            <a:r>
              <a:rPr lang="en-US" dirty="0" err="1"/>
              <a:t>türlü</a:t>
            </a:r>
            <a:r>
              <a:rPr lang="en-US" dirty="0"/>
              <a:t> </a:t>
            </a:r>
            <a:r>
              <a:rPr lang="en-US" dirty="0" err="1"/>
              <a:t>ayeti</a:t>
            </a:r>
            <a:r>
              <a:rPr lang="en-US" dirty="0"/>
              <a:t> </a:t>
            </a:r>
            <a:r>
              <a:rPr lang="en-US" dirty="0" err="1"/>
              <a:t>getirsen</a:t>
            </a:r>
            <a:r>
              <a:rPr lang="en-US" dirty="0"/>
              <a:t> de…”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önünde</a:t>
            </a:r>
            <a:r>
              <a:rPr lang="en-US" dirty="0"/>
              <a:t> </a:t>
            </a:r>
            <a:r>
              <a:rPr lang="en-US" dirty="0" err="1"/>
              <a:t>apaçık</a:t>
            </a:r>
            <a:r>
              <a:rPr lang="en-US" dirty="0"/>
              <a:t> </a:t>
            </a:r>
            <a:r>
              <a:rPr lang="en-US" dirty="0" err="1"/>
              <a:t>delil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bile,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kapalıysa</a:t>
            </a:r>
            <a:r>
              <a:rPr lang="en-US" dirty="0"/>
              <a:t> fark </a:t>
            </a:r>
            <a:r>
              <a:rPr lang="en-US" dirty="0" err="1"/>
              <a:t>etmez</a:t>
            </a:r>
            <a:r>
              <a:rPr lang="en-US" dirty="0"/>
              <a:t>. “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farklılığı</a:t>
            </a:r>
            <a:r>
              <a:rPr lang="en-US" dirty="0"/>
              <a:t>” =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değil,bilinç</a:t>
            </a:r>
            <a:r>
              <a:rPr lang="en-US" dirty="0"/>
              <a:t> </a:t>
            </a:r>
            <a:r>
              <a:rPr lang="en-US" dirty="0" err="1"/>
              <a:t>ayrılığı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diyor</a:t>
            </a:r>
            <a:r>
              <a:rPr lang="en-US" dirty="0"/>
              <a:t> ki: “Sen </a:t>
            </a:r>
            <a:r>
              <a:rPr lang="en-US" dirty="0" err="1"/>
              <a:t>kalbine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ilmi</a:t>
            </a:r>
            <a:r>
              <a:rPr lang="en-US" dirty="0"/>
              <a:t> </a:t>
            </a:r>
            <a:r>
              <a:rPr lang="en-US" dirty="0" err="1"/>
              <a:t>biliyorsan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uyamazsın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ihanet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2266849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D1EB849-6FB7-D5E4-47C6-069E408752B0}"/>
              </a:ext>
            </a:extLst>
          </p:cNvPr>
          <p:cNvSpPr txBox="1"/>
          <p:nvPr/>
        </p:nvSpPr>
        <p:spPr>
          <a:xfrm>
            <a:off x="0" y="0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146.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kitap</a:t>
            </a:r>
            <a:r>
              <a:rPr lang="en-US" dirty="0"/>
              <a:t> </a:t>
            </a:r>
            <a:r>
              <a:rPr lang="en-US" dirty="0" err="1"/>
              <a:t>verdiklerimiz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oğullarını</a:t>
            </a:r>
            <a:r>
              <a:rPr lang="en-US" dirty="0"/>
              <a:t> </a:t>
            </a:r>
            <a:r>
              <a:rPr lang="en-US" dirty="0" err="1"/>
              <a:t>tanıdıkları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tanırlar</a:t>
            </a:r>
            <a:r>
              <a:rPr lang="en-US" dirty="0"/>
              <a:t>. Buna </a:t>
            </a:r>
            <a:r>
              <a:rPr lang="en-US" dirty="0" err="1"/>
              <a:t>rağmen</a:t>
            </a:r>
            <a:r>
              <a:rPr lang="en-US" dirty="0"/>
              <a:t> 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, bile </a:t>
            </a:r>
            <a:r>
              <a:rPr lang="en-US" dirty="0" err="1"/>
              <a:t>bile</a:t>
            </a:r>
            <a:r>
              <a:rPr lang="en-US" dirty="0"/>
              <a:t>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gizler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çarpıcı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ayettir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Oğullarını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tanımak</a:t>
            </a:r>
            <a:r>
              <a:rPr lang="en-US" dirty="0"/>
              <a:t>” =</a:t>
            </a:r>
            <a:r>
              <a:rPr lang="tr-TR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sezgisel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bilmek</a:t>
            </a:r>
            <a:endParaRPr lang="en-US" dirty="0"/>
          </a:p>
          <a:p>
            <a:r>
              <a:rPr lang="en-US" dirty="0"/>
              <a:t>→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işaretler</a:t>
            </a:r>
            <a:r>
              <a:rPr lang="en-US" dirty="0"/>
              <a:t>,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doğrulamalar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tr-TR" dirty="0"/>
              <a:t>?</a:t>
            </a:r>
            <a:endParaRPr lang="en-US" dirty="0"/>
          </a:p>
          <a:p>
            <a:r>
              <a:rPr lang="en-US" dirty="0" err="1"/>
              <a:t>Kıskançlık</a:t>
            </a:r>
            <a:r>
              <a:rPr lang="en-US" dirty="0"/>
              <a:t>, ego, </a:t>
            </a:r>
            <a:r>
              <a:rPr lang="en-US" dirty="0" err="1"/>
              <a:t>korku</a:t>
            </a:r>
            <a:r>
              <a:rPr lang="en-US" dirty="0"/>
              <a:t>, </a:t>
            </a:r>
            <a:r>
              <a:rPr lang="en-US" dirty="0" err="1"/>
              <a:t>çıkar</a:t>
            </a:r>
            <a:r>
              <a:rPr lang="en-US" dirty="0"/>
              <a:t>, </a:t>
            </a:r>
            <a:r>
              <a:rPr lang="en-US" dirty="0" err="1"/>
              <a:t>kimlik</a:t>
            </a:r>
            <a:r>
              <a:rPr lang="en-US" dirty="0"/>
              <a:t>… 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:</a:t>
            </a:r>
          </a:p>
          <a:p>
            <a:r>
              <a:rPr lang="en-US" dirty="0"/>
              <a:t>Bazen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Dönüşüm</a:t>
            </a:r>
            <a:r>
              <a:rPr lang="en-US" dirty="0"/>
              <a:t>, </a:t>
            </a:r>
            <a:r>
              <a:rPr lang="en-US" dirty="0" err="1"/>
              <a:t>teslimiyet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“Bile </a:t>
            </a:r>
            <a:r>
              <a:rPr lang="en-US" dirty="0" err="1"/>
              <a:t>bile</a:t>
            </a:r>
            <a:r>
              <a:rPr lang="en-US" dirty="0"/>
              <a:t> </a:t>
            </a:r>
            <a:r>
              <a:rPr lang="en-US" dirty="0" err="1"/>
              <a:t>gizlemek</a:t>
            </a:r>
            <a:r>
              <a:rPr lang="en-US" dirty="0"/>
              <a:t>, </a:t>
            </a:r>
            <a:r>
              <a:rPr lang="en-US" dirty="0" err="1"/>
              <a:t>insanın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ışığını</a:t>
            </a:r>
            <a:r>
              <a:rPr lang="en-US" dirty="0"/>
              <a:t> </a:t>
            </a:r>
            <a:r>
              <a:rPr lang="en-US" dirty="0" err="1"/>
              <a:t>karartmasıdır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147.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Gerçek</a:t>
            </a:r>
            <a:r>
              <a:rPr lang="en-US" dirty="0"/>
              <a:t>, </a:t>
            </a:r>
            <a:r>
              <a:rPr lang="en-US" dirty="0" err="1"/>
              <a:t>Rabbinden</a:t>
            </a:r>
            <a:r>
              <a:rPr lang="en-US" dirty="0"/>
              <a:t> </a:t>
            </a:r>
            <a:r>
              <a:rPr lang="en-US" dirty="0" err="1"/>
              <a:t>gelendir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şüpheye</a:t>
            </a:r>
            <a:r>
              <a:rPr lang="en-US" dirty="0"/>
              <a:t> </a:t>
            </a:r>
            <a:r>
              <a:rPr lang="en-US" dirty="0" err="1"/>
              <a:t>düşenlerden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.”**</a:t>
            </a:r>
            <a:br>
              <a:rPr lang="en-US" dirty="0"/>
            </a:b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tr-TR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geliyor</a:t>
            </a:r>
            <a:r>
              <a:rPr lang="tr-TR" dirty="0"/>
              <a:t>,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duyan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:“</a:t>
            </a:r>
            <a:r>
              <a:rPr lang="en-US" dirty="0" err="1"/>
              <a:t>Gerçek</a:t>
            </a:r>
            <a:r>
              <a:rPr lang="en-US" dirty="0"/>
              <a:t>, </a:t>
            </a:r>
            <a:r>
              <a:rPr lang="en-US" dirty="0" err="1"/>
              <a:t>Rabbinden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” =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onay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yankılanan</a:t>
            </a:r>
            <a:r>
              <a:rPr lang="en-US" dirty="0"/>
              <a:t> </a:t>
            </a:r>
            <a:r>
              <a:rPr lang="en-US" dirty="0" err="1"/>
              <a:t>hakikattir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Şüpheye</a:t>
            </a:r>
            <a:r>
              <a:rPr lang="en-US" dirty="0"/>
              <a:t> </a:t>
            </a:r>
            <a:r>
              <a:rPr lang="en-US" dirty="0" err="1"/>
              <a:t>düşme</a:t>
            </a:r>
            <a:r>
              <a:rPr lang="en-US" dirty="0"/>
              <a:t>” =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dünya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test </a:t>
            </a:r>
            <a:r>
              <a:rPr lang="en-US" dirty="0" err="1"/>
              <a:t>eder</a:t>
            </a:r>
            <a:r>
              <a:rPr lang="en-US" dirty="0"/>
              <a:t>…ama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zaten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geleni</a:t>
            </a:r>
            <a:r>
              <a:rPr lang="en-US" dirty="0"/>
              <a:t> </a:t>
            </a:r>
            <a:r>
              <a:rPr lang="en-US" dirty="0" err="1"/>
              <a:t>biliyorsun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biliyorsun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bilme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, sana </a:t>
            </a:r>
            <a:r>
              <a:rPr lang="en-US" dirty="0" err="1"/>
              <a:t>yeter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,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delile</a:t>
            </a:r>
            <a:r>
              <a:rPr lang="en-US" dirty="0"/>
              <a:t> </a:t>
            </a:r>
            <a:r>
              <a:rPr lang="en-US" dirty="0" err="1"/>
              <a:t>ihtiyacın</a:t>
            </a:r>
            <a:r>
              <a:rPr lang="en-US" dirty="0"/>
              <a:t> yok.”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hakikatin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gerçeğiyle</a:t>
            </a:r>
            <a:r>
              <a:rPr lang="en-US" dirty="0"/>
              <a:t> </a:t>
            </a:r>
            <a:r>
              <a:rPr lang="en-US" dirty="0" err="1"/>
              <a:t>buluşturur</a:t>
            </a:r>
            <a:r>
              <a:rPr lang="en-US" dirty="0"/>
              <a:t>: </a:t>
            </a:r>
            <a:r>
              <a:rPr lang="en-US" dirty="0" err="1"/>
              <a:t>Gerçek</a:t>
            </a:r>
            <a:r>
              <a:rPr lang="en-US" dirty="0"/>
              <a:t>, </a:t>
            </a:r>
            <a:r>
              <a:rPr lang="en-US" dirty="0" err="1"/>
              <a:t>yönle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;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tanımayla</a:t>
            </a:r>
            <a:r>
              <a:rPr lang="en-US" dirty="0"/>
              <a:t> fark </a:t>
            </a:r>
            <a:r>
              <a:rPr lang="en-US" dirty="0" err="1"/>
              <a:t>edilir</a:t>
            </a:r>
            <a:r>
              <a:rPr lang="en-US" dirty="0"/>
              <a:t>. Bilen ama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zihin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ışığını</a:t>
            </a:r>
            <a:r>
              <a:rPr lang="en-US" dirty="0"/>
              <a:t> </a:t>
            </a:r>
            <a:r>
              <a:rPr lang="en-US" dirty="0" err="1"/>
              <a:t>kıskanır</a:t>
            </a:r>
            <a:r>
              <a:rPr lang="en-US" dirty="0"/>
              <a:t>. Sen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duydun</a:t>
            </a:r>
            <a:r>
              <a:rPr lang="en-US" dirty="0"/>
              <a:t> mu,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eğilme</a:t>
            </a:r>
            <a:r>
              <a:rPr lang="en-US" dirty="0"/>
              <a:t>. Ve </a:t>
            </a:r>
            <a:r>
              <a:rPr lang="en-US" dirty="0" err="1"/>
              <a:t>şüpheye</a:t>
            </a:r>
            <a:r>
              <a:rPr lang="en-US" dirty="0"/>
              <a:t> </a:t>
            </a:r>
            <a:r>
              <a:rPr lang="en-US" dirty="0" err="1"/>
              <a:t>düşme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“Senin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tanıdıysa</a:t>
            </a:r>
            <a:r>
              <a:rPr lang="en-US" dirty="0"/>
              <a:t>,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tanıklık</a:t>
            </a:r>
            <a:r>
              <a:rPr lang="en-US" dirty="0"/>
              <a:t> </a:t>
            </a:r>
            <a:r>
              <a:rPr lang="en-US" dirty="0" err="1"/>
              <a:t>arama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indiğinde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8595326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8E99643-04CC-8005-02F2-D00C8D250C07}"/>
              </a:ext>
            </a:extLst>
          </p:cNvPr>
          <p:cNvSpPr txBox="1"/>
          <p:nvPr/>
        </p:nvSpPr>
        <p:spPr>
          <a:xfrm>
            <a:off x="0" y="0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148–150. </a:t>
            </a:r>
            <a:r>
              <a:rPr lang="en-US" b="1" dirty="0" err="1"/>
              <a:t>ayetlere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yönü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… ama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yarış</a:t>
            </a:r>
            <a:r>
              <a:rPr lang="en-US" dirty="0"/>
              <a:t>, </a:t>
            </a:r>
            <a:r>
              <a:rPr lang="en-US" dirty="0" err="1"/>
              <a:t>yönünü</a:t>
            </a:r>
            <a:r>
              <a:rPr lang="en-US" dirty="0"/>
              <a:t> </a:t>
            </a:r>
            <a:r>
              <a:rPr lang="en-US" dirty="0" err="1"/>
              <a:t>iyiliğe</a:t>
            </a:r>
            <a:r>
              <a:rPr lang="en-US" dirty="0"/>
              <a:t> </a:t>
            </a:r>
            <a:r>
              <a:rPr lang="en-US" dirty="0" err="1"/>
              <a:t>çevirenlerdedir</a:t>
            </a:r>
            <a:r>
              <a:rPr lang="en-US" dirty="0"/>
              <a:t>.”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ayetlerde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merkezleşme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kolektif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birey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</a:t>
            </a:r>
          </a:p>
          <a:p>
            <a:pPr marL="0" indent="0">
              <a:buNone/>
            </a:pP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kolektif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taşıyıcısısın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148–150</a:t>
            </a:r>
            <a:endParaRPr lang="tr-TR" b="1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“Her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Akar – Ama </a:t>
            </a:r>
            <a:r>
              <a:rPr lang="en-US" dirty="0" err="1"/>
              <a:t>Yarış</a:t>
            </a:r>
            <a:r>
              <a:rPr lang="en-US" dirty="0"/>
              <a:t>, </a:t>
            </a:r>
            <a:r>
              <a:rPr lang="en-US" dirty="0" err="1"/>
              <a:t>Işıkta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Dönüşüdür</a:t>
            </a:r>
            <a:r>
              <a:rPr lang="en-US" dirty="0"/>
              <a:t>; Ve </a:t>
            </a:r>
            <a:r>
              <a:rPr lang="en-US" dirty="0" err="1"/>
              <a:t>Dönüşte</a:t>
            </a:r>
            <a:r>
              <a:rPr lang="en-US" dirty="0"/>
              <a:t> </a:t>
            </a:r>
            <a:r>
              <a:rPr lang="en-US" dirty="0" err="1"/>
              <a:t>Birleşir</a:t>
            </a:r>
            <a:r>
              <a:rPr lang="en-US" dirty="0"/>
              <a:t> Herkes —</a:t>
            </a:r>
            <a:endParaRPr lang="tr-TR" dirty="0"/>
          </a:p>
          <a:p>
            <a:r>
              <a:rPr lang="en-US" b="1" dirty="0"/>
              <a:t>148. </a:t>
            </a:r>
            <a:r>
              <a:rPr lang="en-US" b="1" dirty="0" err="1"/>
              <a:t>Ayet</a:t>
            </a:r>
            <a:endParaRPr lang="en-US" dirty="0"/>
          </a:p>
          <a:p>
            <a:r>
              <a:rPr lang="en-US" dirty="0"/>
              <a:t>“Her </a:t>
            </a:r>
            <a:r>
              <a:rPr lang="en-US" dirty="0" err="1"/>
              <a:t>topluluğun</a:t>
            </a:r>
            <a:r>
              <a:rPr lang="en-US" dirty="0"/>
              <a:t> </a:t>
            </a:r>
            <a:r>
              <a:rPr lang="en-US" dirty="0" err="1"/>
              <a:t>yöneldiği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</a:t>
            </a:r>
            <a:r>
              <a:rPr lang="en-US" dirty="0" err="1"/>
              <a:t>Öyleyse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hayırda</a:t>
            </a:r>
            <a:r>
              <a:rPr lang="en-US" dirty="0"/>
              <a:t> </a:t>
            </a:r>
            <a:r>
              <a:rPr lang="en-US" dirty="0" err="1"/>
              <a:t>yarışın</a:t>
            </a:r>
            <a:r>
              <a:rPr lang="en-US" dirty="0"/>
              <a:t>.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olursanız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, Allah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getirecektir</a:t>
            </a:r>
            <a:r>
              <a:rPr lang="en-US" dirty="0"/>
              <a:t>. </a:t>
            </a:r>
            <a:r>
              <a:rPr lang="en-US" dirty="0" err="1"/>
              <a:t>Şüphesiz</a:t>
            </a:r>
            <a:r>
              <a:rPr lang="en-US" dirty="0"/>
              <a:t> Allah, her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kadirdir</a:t>
            </a:r>
            <a:r>
              <a:rPr lang="en-US" dirty="0"/>
              <a:t>.”**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“Her </a:t>
            </a:r>
            <a:r>
              <a:rPr lang="en-US" dirty="0" err="1"/>
              <a:t>topluluğun</a:t>
            </a:r>
            <a:r>
              <a:rPr lang="en-US" dirty="0"/>
              <a:t> </a:t>
            </a:r>
            <a:r>
              <a:rPr lang="en-US" dirty="0" err="1"/>
              <a:t>yönü</a:t>
            </a:r>
            <a:r>
              <a:rPr lang="en-US" dirty="0"/>
              <a:t>” =</a:t>
            </a:r>
            <a:r>
              <a:rPr lang="tr-TR" dirty="0"/>
              <a:t> </a:t>
            </a:r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kültürü</a:t>
            </a:r>
            <a:r>
              <a:rPr lang="en-US" dirty="0"/>
              <a:t>, </a:t>
            </a:r>
            <a:r>
              <a:rPr lang="en-US" dirty="0" err="1"/>
              <a:t>yolu</a:t>
            </a:r>
            <a:r>
              <a:rPr lang="en-US" dirty="0"/>
              <a:t>, </a:t>
            </a:r>
            <a:r>
              <a:rPr lang="en-US" dirty="0" err="1"/>
              <a:t>anlayışı</a:t>
            </a:r>
            <a:r>
              <a:rPr lang="en-US" dirty="0"/>
              <a:t> </a:t>
            </a:r>
            <a:r>
              <a:rPr lang="en-US" dirty="0" err="1"/>
              <a:t>farklıdır</a:t>
            </a:r>
            <a:r>
              <a:rPr lang="en-US" dirty="0"/>
              <a:t>…</a:t>
            </a:r>
          </a:p>
          <a:p>
            <a:r>
              <a:rPr lang="en-US" dirty="0"/>
              <a:t>ama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ayrılığı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çokluğu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ne </a:t>
            </a:r>
            <a:r>
              <a:rPr lang="en-US" dirty="0" err="1"/>
              <a:t>diyor</a:t>
            </a:r>
            <a:r>
              <a:rPr lang="en-US" dirty="0"/>
              <a:t>? “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yönleri</a:t>
            </a:r>
            <a:r>
              <a:rPr lang="en-US" dirty="0"/>
              <a:t> </a:t>
            </a:r>
            <a:r>
              <a:rPr lang="en-US" dirty="0" err="1"/>
              <a:t>tartışmayın</a:t>
            </a:r>
            <a:r>
              <a:rPr lang="en-US" dirty="0"/>
              <a:t>, </a:t>
            </a:r>
            <a:r>
              <a:rPr lang="en-US" dirty="0" err="1"/>
              <a:t>iyilikte</a:t>
            </a:r>
            <a:r>
              <a:rPr lang="en-US" dirty="0"/>
              <a:t> </a:t>
            </a:r>
            <a:r>
              <a:rPr lang="en-US" dirty="0" err="1"/>
              <a:t>yarışın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kıble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“Allah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araya</a:t>
            </a:r>
            <a:r>
              <a:rPr lang="en-US" dirty="0"/>
              <a:t> </a:t>
            </a:r>
            <a:r>
              <a:rPr lang="en-US" dirty="0" err="1"/>
              <a:t>getirecektir</a:t>
            </a:r>
            <a:r>
              <a:rPr lang="en-US" dirty="0"/>
              <a:t>.” =</a:t>
            </a:r>
          </a:p>
          <a:p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merkezde</a:t>
            </a:r>
            <a:r>
              <a:rPr lang="en-US" dirty="0"/>
              <a:t> </a:t>
            </a:r>
            <a:r>
              <a:rPr lang="en-US" dirty="0" err="1"/>
              <a:t>birleşir</a:t>
            </a:r>
            <a:r>
              <a:rPr lang="en-US" dirty="0"/>
              <a:t>. Bu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çekim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149. </a:t>
            </a:r>
            <a:r>
              <a:rPr lang="en-US" b="1" dirty="0" err="1"/>
              <a:t>Ayet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“Her </a:t>
            </a:r>
            <a:r>
              <a:rPr lang="en-US" dirty="0" err="1"/>
              <a:t>nereden</a:t>
            </a:r>
            <a:r>
              <a:rPr lang="en-US" dirty="0"/>
              <a:t> </a:t>
            </a:r>
            <a:r>
              <a:rPr lang="en-US" dirty="0" err="1"/>
              <a:t>çıkarsan</a:t>
            </a:r>
            <a:r>
              <a:rPr lang="en-US" dirty="0"/>
              <a:t> </a:t>
            </a:r>
            <a:r>
              <a:rPr lang="en-US" dirty="0" err="1"/>
              <a:t>çık</a:t>
            </a:r>
            <a:r>
              <a:rPr lang="en-US" dirty="0"/>
              <a:t>, </a:t>
            </a:r>
            <a:r>
              <a:rPr lang="en-US" dirty="0" err="1"/>
              <a:t>yüzünü</a:t>
            </a:r>
            <a:r>
              <a:rPr lang="en-US" dirty="0"/>
              <a:t> </a:t>
            </a:r>
            <a:r>
              <a:rPr lang="en-US" dirty="0" err="1"/>
              <a:t>Mescid-i</a:t>
            </a:r>
            <a:r>
              <a:rPr lang="en-US" dirty="0"/>
              <a:t> </a:t>
            </a:r>
            <a:r>
              <a:rPr lang="en-US" dirty="0" err="1"/>
              <a:t>Haram’a</a:t>
            </a:r>
            <a:r>
              <a:rPr lang="en-US" dirty="0"/>
              <a:t> </a:t>
            </a:r>
            <a:r>
              <a:rPr lang="en-US" dirty="0" err="1"/>
              <a:t>çevir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, Rabbin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haktır</a:t>
            </a:r>
            <a:r>
              <a:rPr lang="en-US" dirty="0"/>
              <a:t>. Allah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yaptıklarınızdan</a:t>
            </a:r>
            <a:r>
              <a:rPr lang="en-US" dirty="0"/>
              <a:t> </a:t>
            </a:r>
            <a:r>
              <a:rPr lang="en-US" dirty="0" err="1"/>
              <a:t>habersiz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merkezinle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bağını</a:t>
            </a:r>
            <a:r>
              <a:rPr lang="en-US" dirty="0"/>
              <a:t> </a:t>
            </a:r>
            <a:r>
              <a:rPr lang="en-US" dirty="0" err="1"/>
              <a:t>güçlendirir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“Her </a:t>
            </a:r>
            <a:r>
              <a:rPr lang="en-US" dirty="0" err="1"/>
              <a:t>nereden</a:t>
            </a:r>
            <a:r>
              <a:rPr lang="en-US" dirty="0"/>
              <a:t> </a:t>
            </a:r>
            <a:r>
              <a:rPr lang="en-US" dirty="0" err="1"/>
              <a:t>çıkarsan</a:t>
            </a:r>
            <a:r>
              <a:rPr lang="en-US" dirty="0"/>
              <a:t> </a:t>
            </a:r>
            <a:r>
              <a:rPr lang="en-US" dirty="0" err="1"/>
              <a:t>çık</a:t>
            </a:r>
            <a:r>
              <a:rPr lang="en-US" dirty="0"/>
              <a:t>” Hangi </a:t>
            </a:r>
            <a:r>
              <a:rPr lang="en-US" dirty="0" err="1"/>
              <a:t>koşuldan</a:t>
            </a:r>
            <a:r>
              <a:rPr lang="en-US" dirty="0"/>
              <a:t>, hangi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hâlinden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hangi </a:t>
            </a:r>
            <a:r>
              <a:rPr lang="en-US" dirty="0" err="1"/>
              <a:t>şehirden</a:t>
            </a:r>
            <a:r>
              <a:rPr lang="en-US" dirty="0"/>
              <a:t>, hangi </a:t>
            </a:r>
            <a:r>
              <a:rPr lang="en-US" dirty="0" err="1"/>
              <a:t>geçmişten</a:t>
            </a:r>
            <a:r>
              <a:rPr lang="en-US" dirty="0"/>
              <a:t> </a:t>
            </a:r>
            <a:r>
              <a:rPr lang="en-US" dirty="0" err="1"/>
              <a:t>gelmiş</a:t>
            </a:r>
            <a:r>
              <a:rPr lang="en-US" dirty="0"/>
              <a:t> </a:t>
            </a:r>
            <a:r>
              <a:rPr lang="en-US" dirty="0" err="1"/>
              <a:t>olursan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…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4178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71214C7-C2FB-93C7-ECDF-EBADF9005A48}"/>
              </a:ext>
            </a:extLst>
          </p:cNvPr>
          <p:cNvSpPr txBox="1"/>
          <p:nvPr/>
        </p:nvSpPr>
        <p:spPr>
          <a:xfrm>
            <a:off x="0" y="0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Sen </a:t>
            </a:r>
            <a:r>
              <a:rPr lang="en-US" dirty="0" err="1"/>
              <a:t>yüzünü</a:t>
            </a:r>
            <a:r>
              <a:rPr lang="en-US" dirty="0"/>
              <a:t> </a:t>
            </a:r>
            <a:r>
              <a:rPr lang="en-US" dirty="0" err="1"/>
              <a:t>kalbindeki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döndür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. </a:t>
            </a:r>
          </a:p>
          <a:p>
            <a:r>
              <a:rPr lang="en-US" dirty="0"/>
              <a:t>“Bu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haktır</a:t>
            </a:r>
            <a:r>
              <a:rPr lang="en-US" dirty="0"/>
              <a:t>” =Yani </a:t>
            </a:r>
            <a:r>
              <a:rPr lang="en-US" dirty="0" err="1"/>
              <a:t>yönelişin,şekille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hakikatinle</a:t>
            </a:r>
            <a:r>
              <a:rPr lang="en-US" dirty="0"/>
              <a:t> </a:t>
            </a:r>
            <a:r>
              <a:rPr lang="en-US" dirty="0" err="1"/>
              <a:t>ilgilidir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onayına</a:t>
            </a:r>
            <a:r>
              <a:rPr lang="en-US" dirty="0"/>
              <a:t> </a:t>
            </a:r>
            <a:r>
              <a:rPr lang="en-US" dirty="0" err="1"/>
              <a:t>ihtiyacın</a:t>
            </a:r>
            <a:r>
              <a:rPr lang="en-US" dirty="0"/>
              <a:t> yok.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150. </a:t>
            </a:r>
            <a:r>
              <a:rPr lang="en-US" b="1" dirty="0" err="1"/>
              <a:t>Ayet</a:t>
            </a:r>
            <a:endParaRPr lang="en-US" dirty="0"/>
          </a:p>
          <a:p>
            <a:r>
              <a:rPr lang="en-US" dirty="0"/>
              <a:t>“Her </a:t>
            </a:r>
            <a:r>
              <a:rPr lang="en-US" dirty="0" err="1"/>
              <a:t>nereden</a:t>
            </a:r>
            <a:r>
              <a:rPr lang="en-US" dirty="0"/>
              <a:t> </a:t>
            </a:r>
            <a:r>
              <a:rPr lang="en-US" dirty="0" err="1"/>
              <a:t>çıkarsan</a:t>
            </a:r>
            <a:r>
              <a:rPr lang="en-US" dirty="0"/>
              <a:t> </a:t>
            </a:r>
            <a:r>
              <a:rPr lang="en-US" dirty="0" err="1"/>
              <a:t>çık</a:t>
            </a:r>
            <a:r>
              <a:rPr lang="en-US" dirty="0"/>
              <a:t>, </a:t>
            </a:r>
            <a:r>
              <a:rPr lang="en-US" dirty="0" err="1"/>
              <a:t>yüzünü</a:t>
            </a:r>
            <a:r>
              <a:rPr lang="en-US" dirty="0"/>
              <a:t> </a:t>
            </a:r>
            <a:r>
              <a:rPr lang="en-US" dirty="0" err="1"/>
              <a:t>Mescid-i</a:t>
            </a:r>
            <a:r>
              <a:rPr lang="en-US" dirty="0"/>
              <a:t> </a:t>
            </a:r>
            <a:r>
              <a:rPr lang="en-US" dirty="0" err="1"/>
              <a:t>Haram’a</a:t>
            </a:r>
            <a:r>
              <a:rPr lang="en-US" dirty="0"/>
              <a:t> </a:t>
            </a:r>
            <a:r>
              <a:rPr lang="en-US" dirty="0" err="1"/>
              <a:t>çevir</a:t>
            </a:r>
            <a:r>
              <a:rPr lang="en-US" dirty="0"/>
              <a:t>.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olursanız</a:t>
            </a:r>
            <a:r>
              <a:rPr lang="en-US" dirty="0"/>
              <a:t> </a:t>
            </a:r>
            <a:r>
              <a:rPr lang="en-US" dirty="0" err="1"/>
              <a:t>olun</a:t>
            </a:r>
            <a:r>
              <a:rPr lang="en-US" dirty="0"/>
              <a:t>, </a:t>
            </a:r>
            <a:r>
              <a:rPr lang="en-US" dirty="0" err="1"/>
              <a:t>yüzünüzü</a:t>
            </a:r>
            <a:r>
              <a:rPr lang="en-US" dirty="0"/>
              <a:t> o </a:t>
            </a:r>
            <a:r>
              <a:rPr lang="en-US" dirty="0" err="1"/>
              <a:t>yöne</a:t>
            </a:r>
            <a:r>
              <a:rPr lang="en-US" dirty="0"/>
              <a:t> </a:t>
            </a:r>
            <a:r>
              <a:rPr lang="en-US" dirty="0" err="1"/>
              <a:t>çevirin</a:t>
            </a:r>
            <a:r>
              <a:rPr lang="en-US" dirty="0"/>
              <a:t> ki 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deliliniz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</a:t>
            </a:r>
            <a:r>
              <a:rPr lang="en-US" dirty="0" err="1"/>
              <a:t>Zalimlerden</a:t>
            </a:r>
            <a:r>
              <a:rPr lang="en-US" dirty="0"/>
              <a:t> </a:t>
            </a:r>
            <a:r>
              <a:rPr lang="en-US" dirty="0" err="1"/>
              <a:t>korkmayın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Benden </a:t>
            </a:r>
            <a:r>
              <a:rPr lang="en-US" dirty="0" err="1"/>
              <a:t>korkun</a:t>
            </a:r>
            <a:r>
              <a:rPr lang="en-US" dirty="0"/>
              <a:t>.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üzerinizdeki</a:t>
            </a:r>
            <a:r>
              <a:rPr lang="en-US" dirty="0"/>
              <a:t> </a:t>
            </a:r>
            <a:r>
              <a:rPr lang="en-US" dirty="0" err="1"/>
              <a:t>nimetimi</a:t>
            </a:r>
            <a:r>
              <a:rPr lang="en-US" dirty="0"/>
              <a:t> </a:t>
            </a:r>
            <a:r>
              <a:rPr lang="en-US" dirty="0" err="1"/>
              <a:t>tamamlayayım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bulasınız</a:t>
            </a:r>
            <a:r>
              <a:rPr lang="en-US" dirty="0"/>
              <a:t>.”**</a:t>
            </a:r>
          </a:p>
          <a:p>
            <a:endParaRPr lang="en-US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ayetle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der ki:</a:t>
            </a:r>
          </a:p>
          <a:p>
            <a:r>
              <a:rPr lang="en-US" dirty="0"/>
              <a:t>“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yönel</a:t>
            </a:r>
            <a:r>
              <a:rPr lang="en-US" dirty="0"/>
              <a:t>… Geri </a:t>
            </a:r>
            <a:r>
              <a:rPr lang="en-US" dirty="0" err="1"/>
              <a:t>kalan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tamamlanacak</a:t>
            </a:r>
            <a:r>
              <a:rPr lang="en-US" dirty="0"/>
              <a:t>.” </a:t>
            </a:r>
          </a:p>
          <a:p>
            <a:r>
              <a:rPr lang="en-US" dirty="0"/>
              <a:t>“</a:t>
            </a:r>
            <a:r>
              <a:rPr lang="en-US" dirty="0" err="1"/>
              <a:t>İnsanlar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delil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” =</a:t>
            </a:r>
            <a:r>
              <a:rPr lang="en-US" dirty="0" err="1"/>
              <a:t>Varlığınla</a:t>
            </a:r>
            <a:r>
              <a:rPr lang="en-US" dirty="0"/>
              <a:t> </a:t>
            </a:r>
            <a:r>
              <a:rPr lang="en-US" dirty="0" err="1"/>
              <a:t>göster</a:t>
            </a:r>
            <a:r>
              <a:rPr lang="en-US" dirty="0"/>
              <a:t>.</a:t>
            </a:r>
          </a:p>
          <a:p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şahit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</a:t>
            </a:r>
          </a:p>
          <a:p>
            <a:r>
              <a:rPr lang="en-US" dirty="0"/>
              <a:t>“</a:t>
            </a:r>
            <a:r>
              <a:rPr lang="en-US" dirty="0" err="1"/>
              <a:t>Zalimlerden</a:t>
            </a:r>
            <a:r>
              <a:rPr lang="en-US" dirty="0"/>
              <a:t> </a:t>
            </a:r>
            <a:r>
              <a:rPr lang="en-US" dirty="0" err="1"/>
              <a:t>korkmayın</a:t>
            </a:r>
            <a:r>
              <a:rPr lang="en-US" dirty="0"/>
              <a:t>” =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taşıyanın</a:t>
            </a:r>
            <a:r>
              <a:rPr lang="en-US" dirty="0"/>
              <a:t> </a:t>
            </a:r>
            <a:r>
              <a:rPr lang="en-US" dirty="0" err="1"/>
              <a:t>korkusu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Bana </a:t>
            </a:r>
            <a:r>
              <a:rPr lang="en-US" dirty="0" err="1"/>
              <a:t>hizalan</a:t>
            </a:r>
            <a:r>
              <a:rPr lang="en-US" dirty="0"/>
              <a:t>.</a:t>
            </a:r>
          </a:p>
          <a:p>
            <a:r>
              <a:rPr lang="en-US" dirty="0" err="1"/>
              <a:t>Gerisini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düzenler</a:t>
            </a:r>
            <a:r>
              <a:rPr lang="en-US" dirty="0"/>
              <a:t>.</a:t>
            </a:r>
          </a:p>
          <a:p>
            <a:r>
              <a:rPr lang="en-US" dirty="0"/>
              <a:t>“Nimet </a:t>
            </a:r>
            <a:r>
              <a:rPr lang="en-US" dirty="0" err="1"/>
              <a:t>tamamlansın</a:t>
            </a:r>
            <a:r>
              <a:rPr lang="en-US" dirty="0"/>
              <a:t>” =</a:t>
            </a:r>
            <a:r>
              <a:rPr lang="en-US" dirty="0" err="1"/>
              <a:t>Yönelişin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akışın</a:t>
            </a:r>
            <a:r>
              <a:rPr lang="en-US" dirty="0"/>
              <a:t> da </a:t>
            </a:r>
            <a:r>
              <a:rPr lang="en-US" dirty="0" err="1"/>
              <a:t>vardır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hizalanınca</a:t>
            </a:r>
            <a:r>
              <a:rPr lang="en-US" dirty="0"/>
              <a:t>, </a:t>
            </a:r>
            <a:r>
              <a:rPr lang="en-US" dirty="0" err="1"/>
              <a:t>nimet</a:t>
            </a:r>
            <a:r>
              <a:rPr lang="en-US" dirty="0"/>
              <a:t> </a:t>
            </a:r>
            <a:r>
              <a:rPr lang="en-US" dirty="0" err="1"/>
              <a:t>kendiliğinden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merkezlenmeye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yönler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  ama </a:t>
            </a:r>
            <a:r>
              <a:rPr lang="en-US" dirty="0" err="1"/>
              <a:t>kıble</a:t>
            </a:r>
            <a:r>
              <a:rPr lang="en-US" dirty="0"/>
              <a:t>,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yönüdür</a:t>
            </a:r>
            <a:r>
              <a:rPr lang="en-US" dirty="0"/>
              <a:t>. </a:t>
            </a:r>
          </a:p>
          <a:p>
            <a:r>
              <a:rPr lang="en-US" dirty="0" err="1"/>
              <a:t>Yarış</a:t>
            </a:r>
            <a:r>
              <a:rPr lang="en-US" dirty="0"/>
              <a:t> </a:t>
            </a:r>
            <a:r>
              <a:rPr lang="en-US" dirty="0" err="1"/>
              <a:t>kıblede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iyilikte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hizalanırsan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birleştirir</a:t>
            </a:r>
            <a:r>
              <a:rPr lang="en-US" dirty="0"/>
              <a:t>. Nimet </a:t>
            </a:r>
            <a:r>
              <a:rPr lang="en-US" dirty="0" err="1"/>
              <a:t>kendiliğinden</a:t>
            </a:r>
            <a:r>
              <a:rPr lang="en-US" dirty="0"/>
              <a:t> </a:t>
            </a:r>
            <a:r>
              <a:rPr lang="en-US" dirty="0" err="1"/>
              <a:t>tamam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yönünü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döndür</a:t>
            </a:r>
            <a:r>
              <a:rPr lang="en-US" dirty="0"/>
              <a:t>… </a:t>
            </a:r>
            <a:r>
              <a:rPr lang="en-US" dirty="0" err="1"/>
              <a:t>Gerisi</a:t>
            </a:r>
            <a:r>
              <a:rPr lang="en-US" dirty="0"/>
              <a:t> sana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döndüğünde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sana </a:t>
            </a:r>
            <a:r>
              <a:rPr lang="en-US" dirty="0" err="1"/>
              <a:t>dönmeye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151–152. </a:t>
            </a:r>
            <a:r>
              <a:rPr lang="en-US" dirty="0" err="1"/>
              <a:t>ayetlere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bölümde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indiriliş</a:t>
            </a:r>
            <a:r>
              <a:rPr lang="en-US" dirty="0"/>
              <a:t> </a:t>
            </a:r>
            <a:r>
              <a:rPr lang="en-US" dirty="0" err="1"/>
              <a:t>sırrı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“Bu </a:t>
            </a:r>
            <a:r>
              <a:rPr lang="en-US" dirty="0" err="1"/>
              <a:t>kitap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kelimeyle</a:t>
            </a:r>
            <a:r>
              <a:rPr lang="en-US" dirty="0"/>
              <a:t> </a:t>
            </a:r>
            <a:r>
              <a:rPr lang="en-US" dirty="0" err="1"/>
              <a:t>inmedi</a:t>
            </a:r>
            <a:r>
              <a:rPr lang="en-US" dirty="0"/>
              <a:t>. Sana,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özüne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indi</a:t>
            </a:r>
            <a:r>
              <a:rPr lang="en-US" dirty="0"/>
              <a:t>.” Ve o </a:t>
            </a:r>
            <a:r>
              <a:rPr lang="en-US" dirty="0" err="1"/>
              <a:t>iniş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bilgilendirmek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arınmanı</a:t>
            </a:r>
            <a:r>
              <a:rPr lang="en-US" dirty="0"/>
              <a:t>, </a:t>
            </a:r>
            <a:r>
              <a:rPr lang="en-US" dirty="0" err="1"/>
              <a:t>bilgeleşmeni</a:t>
            </a:r>
            <a:r>
              <a:rPr lang="en-US" dirty="0"/>
              <a:t>, </a:t>
            </a:r>
            <a:r>
              <a:rPr lang="en-US" dirty="0" err="1"/>
              <a:t>hatırlamanı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| </a:t>
            </a:r>
            <a:r>
              <a:rPr lang="en-US" b="1" dirty="0" err="1"/>
              <a:t>Ayet</a:t>
            </a:r>
            <a:r>
              <a:rPr lang="en-US" b="1" dirty="0"/>
              <a:t> 151–152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İlim</a:t>
            </a:r>
            <a:r>
              <a:rPr lang="en-US" dirty="0"/>
              <a:t>,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Hatırlamayla</a:t>
            </a:r>
            <a:r>
              <a:rPr lang="en-US" dirty="0"/>
              <a:t> Tam </a:t>
            </a:r>
            <a:r>
              <a:rPr lang="en-US" dirty="0" err="1"/>
              <a:t>Olur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Hatırlarsan</a:t>
            </a:r>
            <a:r>
              <a:rPr lang="en-US" dirty="0"/>
              <a:t> </a:t>
            </a:r>
            <a:r>
              <a:rPr lang="en-US" dirty="0" err="1"/>
              <a:t>Hatırlanırsın</a:t>
            </a:r>
            <a:r>
              <a:rPr lang="en-US" dirty="0"/>
              <a:t>;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752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885CE6D-3B15-4A88-C6BE-1590CBE61FF8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“De ki: </a:t>
            </a:r>
            <a:r>
              <a:rPr lang="en-US" b="1" dirty="0" err="1"/>
              <a:t>Harcadığınız</a:t>
            </a:r>
            <a:r>
              <a:rPr lang="en-US" b="1" dirty="0"/>
              <a:t> her </a:t>
            </a:r>
            <a:r>
              <a:rPr lang="en-US" b="1" dirty="0" err="1"/>
              <a:t>iyilik</a:t>
            </a:r>
            <a:r>
              <a:rPr lang="en-US" b="1" dirty="0"/>
              <a:t>…”</a:t>
            </a:r>
            <a:br>
              <a:rPr lang="en-US" dirty="0"/>
            </a:br>
            <a:r>
              <a:rPr lang="en-US" dirty="0" err="1"/>
              <a:t>Burada</a:t>
            </a:r>
            <a:r>
              <a:rPr lang="en-US" dirty="0"/>
              <a:t> “</a:t>
            </a:r>
            <a:r>
              <a:rPr lang="en-US" dirty="0" err="1"/>
              <a:t>infak</a:t>
            </a:r>
            <a:r>
              <a:rPr lang="en-US" dirty="0"/>
              <a:t>” </a:t>
            </a:r>
            <a:r>
              <a:rPr lang="en-US" dirty="0" err="1"/>
              <a:t>kelimesi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: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paylaşım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Sadece</a:t>
            </a:r>
            <a:r>
              <a:rPr lang="en-US" dirty="0"/>
              <a:t> para </a:t>
            </a:r>
            <a:r>
              <a:rPr lang="en-US" dirty="0" err="1"/>
              <a:t>değil</a:t>
            </a:r>
            <a:r>
              <a:rPr lang="en-US" dirty="0"/>
              <a:t> — Zaman </a:t>
            </a:r>
            <a:r>
              <a:rPr lang="tr-TR" dirty="0"/>
              <a:t>.</a:t>
            </a:r>
            <a:r>
              <a:rPr lang="en-US" dirty="0" err="1"/>
              <a:t>İlgi</a:t>
            </a:r>
            <a:r>
              <a:rPr lang="en-US" dirty="0"/>
              <a:t> Bilgi </a:t>
            </a:r>
            <a:r>
              <a:rPr lang="tr-TR" dirty="0"/>
              <a:t>.</a:t>
            </a:r>
            <a:r>
              <a:rPr lang="en-US" dirty="0"/>
              <a:t>Dua Bir </a:t>
            </a:r>
            <a:r>
              <a:rPr lang="en-US" dirty="0" err="1"/>
              <a:t>tebessüm</a:t>
            </a:r>
            <a:r>
              <a:rPr lang="en-US" dirty="0"/>
              <a:t> bile </a:t>
            </a:r>
            <a:r>
              <a:rPr lang="en-US" dirty="0" err="1"/>
              <a:t>olabilir</a:t>
            </a:r>
            <a:r>
              <a:rPr lang="en-US" dirty="0"/>
              <a:t>.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“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titreşen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sadakadır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yaptığınız</a:t>
            </a:r>
            <a:r>
              <a:rPr lang="en-US" b="1" dirty="0"/>
              <a:t> her </a:t>
            </a:r>
            <a:r>
              <a:rPr lang="en-US" b="1" dirty="0" err="1"/>
              <a:t>iyiliği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: “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, </a:t>
            </a:r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dile</a:t>
            </a:r>
            <a:r>
              <a:rPr lang="en-US" dirty="0"/>
              <a:t> </a:t>
            </a:r>
            <a:r>
              <a:rPr lang="en-US" dirty="0" err="1"/>
              <a:t>gelmeyen</a:t>
            </a:r>
            <a:r>
              <a:rPr lang="en-US" dirty="0"/>
              <a:t> </a:t>
            </a:r>
            <a:r>
              <a:rPr lang="en-US" dirty="0" err="1"/>
              <a:t>iyilik</a:t>
            </a:r>
            <a:r>
              <a:rPr lang="en-US" dirty="0"/>
              <a:t> bile…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kaydolur</a:t>
            </a:r>
            <a:r>
              <a:rPr lang="en-US" dirty="0"/>
              <a:t>.”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kaybolmaz</a:t>
            </a:r>
            <a:r>
              <a:rPr lang="en-US" dirty="0"/>
              <a:t>. Ve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her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**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“Ne </a:t>
            </a:r>
            <a:r>
              <a:rPr lang="en-US" dirty="0" err="1"/>
              <a:t>vereyim</a:t>
            </a:r>
            <a:r>
              <a:rPr lang="en-US" dirty="0"/>
              <a:t>?” </a:t>
            </a:r>
            <a:r>
              <a:rPr lang="en-US" dirty="0" err="1"/>
              <a:t>sorusu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“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seveyim</a:t>
            </a:r>
            <a:r>
              <a:rPr lang="en-US" dirty="0"/>
              <a:t>?” </a:t>
            </a:r>
            <a:r>
              <a:rPr lang="en-US" dirty="0" err="1"/>
              <a:t>sorusudur</a:t>
            </a:r>
            <a:r>
              <a:rPr lang="en-US" dirty="0"/>
              <a:t>.</a:t>
            </a:r>
          </a:p>
          <a:p>
            <a:r>
              <a:rPr lang="en-US" dirty="0" err="1"/>
              <a:t>Vermek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mal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aktarımıdır</a:t>
            </a:r>
            <a:r>
              <a:rPr lang="en-US" dirty="0"/>
              <a:t>. </a:t>
            </a:r>
          </a:p>
          <a:p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iyilik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işlenir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dönüşü</a:t>
            </a:r>
            <a:r>
              <a:rPr lang="en-US" dirty="0"/>
              <a:t> her zaman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ölçüyle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Vermek</a:t>
            </a:r>
            <a:r>
              <a:rPr lang="en-US" dirty="0"/>
              <a:t>, alma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 Ama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elin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…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sonsuzlukla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216.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ayet,zihnin</a:t>
            </a:r>
            <a:r>
              <a:rPr lang="en-US" dirty="0"/>
              <a:t> </a:t>
            </a:r>
            <a:r>
              <a:rPr lang="en-US" dirty="0" err="1"/>
              <a:t>seçimiyle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planın</a:t>
            </a:r>
            <a:r>
              <a:rPr lang="en-US" dirty="0"/>
              <a:t> </a:t>
            </a:r>
            <a:r>
              <a:rPr lang="en-US" dirty="0" err="1"/>
              <a:t>farkını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seni“Ben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istemiyorum</a:t>
            </a:r>
            <a:r>
              <a:rPr lang="en-US" dirty="0"/>
              <a:t> ama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oluyor</a:t>
            </a:r>
            <a:r>
              <a:rPr lang="en-US" dirty="0"/>
              <a:t>?” </a:t>
            </a:r>
            <a:r>
              <a:rPr lang="en-US" dirty="0" err="1"/>
              <a:t>sorusunun</a:t>
            </a:r>
            <a:endParaRPr lang="en-US" dirty="0"/>
          </a:p>
          <a:p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sırrıyla</a:t>
            </a:r>
            <a:r>
              <a:rPr lang="en-US" dirty="0"/>
              <a:t> </a:t>
            </a:r>
            <a:r>
              <a:rPr lang="en-US" dirty="0" err="1"/>
              <a:t>buluşturur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görürsün</a:t>
            </a:r>
            <a:r>
              <a:rPr lang="en-US" dirty="0"/>
              <a:t>… Ben </a:t>
            </a:r>
            <a:r>
              <a:rPr lang="en-US" dirty="0" err="1"/>
              <a:t>bütününü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acı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, ama ben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yükselişini</a:t>
            </a:r>
            <a:r>
              <a:rPr lang="en-US" dirty="0"/>
              <a:t> </a:t>
            </a:r>
            <a:r>
              <a:rPr lang="en-US" dirty="0" err="1"/>
              <a:t>planladım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216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Sevmediğinde</a:t>
            </a:r>
            <a:r>
              <a:rPr lang="en-US" dirty="0"/>
              <a:t> Bile </a:t>
            </a:r>
            <a:r>
              <a:rPr lang="en-US" dirty="0" err="1"/>
              <a:t>Hayır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Kader, </a:t>
            </a:r>
            <a:r>
              <a:rPr lang="en-US" dirty="0" err="1"/>
              <a:t>Algının</a:t>
            </a:r>
            <a:r>
              <a:rPr lang="en-US" dirty="0"/>
              <a:t> </a:t>
            </a:r>
            <a:r>
              <a:rPr lang="en-US" dirty="0" err="1"/>
              <a:t>Ötesinde</a:t>
            </a:r>
            <a:r>
              <a:rPr lang="en-US" dirty="0"/>
              <a:t> </a:t>
            </a:r>
            <a:r>
              <a:rPr lang="en-US" dirty="0" err="1"/>
              <a:t>İşler”Sen</a:t>
            </a:r>
            <a:r>
              <a:rPr lang="en-US" dirty="0"/>
              <a:t> </a:t>
            </a:r>
            <a:r>
              <a:rPr lang="en-US" dirty="0" err="1"/>
              <a:t>Seçersin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, </a:t>
            </a:r>
            <a:r>
              <a:rPr lang="en-US" dirty="0" err="1"/>
              <a:t>Oysa</a:t>
            </a:r>
            <a:r>
              <a:rPr lang="en-US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Çoktan</a:t>
            </a:r>
            <a:r>
              <a:rPr lang="en-US" dirty="0"/>
              <a:t> </a:t>
            </a:r>
            <a:r>
              <a:rPr lang="en-US" dirty="0" err="1"/>
              <a:t>Bildi</a:t>
            </a:r>
            <a:r>
              <a:rPr lang="en-US" dirty="0"/>
              <a:t> </a:t>
            </a:r>
          </a:p>
          <a:p>
            <a:endParaRPr lang="tr-TR" b="1" dirty="0"/>
          </a:p>
          <a:p>
            <a:r>
              <a:rPr lang="en-US" b="1" dirty="0"/>
              <a:t>216.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Savaş</a:t>
            </a:r>
            <a:r>
              <a:rPr lang="en-US" dirty="0"/>
              <a:t> size </a:t>
            </a:r>
            <a:r>
              <a:rPr lang="en-US" dirty="0" err="1"/>
              <a:t>farz</a:t>
            </a:r>
            <a:r>
              <a:rPr lang="en-US" dirty="0"/>
              <a:t> </a:t>
            </a:r>
            <a:r>
              <a:rPr lang="en-US" dirty="0" err="1"/>
              <a:t>kılındı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ondan</a:t>
            </a:r>
            <a:r>
              <a:rPr lang="en-US" dirty="0"/>
              <a:t> </a:t>
            </a:r>
            <a:r>
              <a:rPr lang="en-US" dirty="0" err="1"/>
              <a:t>hoşlanmazsınız</a:t>
            </a:r>
            <a:r>
              <a:rPr lang="en-US" dirty="0"/>
              <a:t>.</a:t>
            </a:r>
          </a:p>
          <a:p>
            <a:r>
              <a:rPr lang="en-US" dirty="0" err="1"/>
              <a:t>Olur</a:t>
            </a:r>
            <a:r>
              <a:rPr lang="en-US" dirty="0"/>
              <a:t> ki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hayırlı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sevmezsiniz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olur</a:t>
            </a:r>
            <a:r>
              <a:rPr lang="en-US" dirty="0"/>
              <a:t> ki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seversiniz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bilir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bilmezsiniz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tercih</a:t>
            </a:r>
            <a:r>
              <a:rPr lang="en-US" dirty="0"/>
              <a:t> – </a:t>
            </a:r>
            <a:r>
              <a:rPr lang="en-US" dirty="0" err="1"/>
              <a:t>teslimiyet</a:t>
            </a:r>
            <a:r>
              <a:rPr lang="en-US" dirty="0"/>
              <a:t> –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üçlüsünü</a:t>
            </a:r>
            <a:r>
              <a:rPr lang="en-US" dirty="0"/>
              <a:t> </a:t>
            </a:r>
            <a:r>
              <a:rPr lang="en-US" dirty="0" err="1"/>
              <a:t>çözümlemeye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</a:t>
            </a:r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0835015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0027586-A175-734D-11CE-4B11DEB90817}"/>
              </a:ext>
            </a:extLst>
          </p:cNvPr>
          <p:cNvSpPr txBox="1"/>
          <p:nvPr/>
        </p:nvSpPr>
        <p:spPr>
          <a:xfrm>
            <a:off x="0" y="77118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Savaş</a:t>
            </a:r>
            <a:r>
              <a:rPr lang="en-US" b="1" dirty="0"/>
              <a:t> size </a:t>
            </a:r>
            <a:r>
              <a:rPr lang="en-US" b="1" dirty="0" err="1"/>
              <a:t>farz</a:t>
            </a:r>
            <a:r>
              <a:rPr lang="en-US" b="1" dirty="0"/>
              <a:t> </a:t>
            </a:r>
            <a:r>
              <a:rPr lang="en-US" b="1" dirty="0" err="1"/>
              <a:t>kılındı</a:t>
            </a:r>
            <a:r>
              <a:rPr lang="en-US" b="1" dirty="0"/>
              <a:t>, </a:t>
            </a:r>
            <a:r>
              <a:rPr lang="en-US" b="1" dirty="0" err="1"/>
              <a:t>siz</a:t>
            </a:r>
            <a:r>
              <a:rPr lang="en-US" b="1" dirty="0"/>
              <a:t> </a:t>
            </a:r>
            <a:r>
              <a:rPr lang="en-US" b="1" dirty="0" err="1"/>
              <a:t>ondan</a:t>
            </a:r>
            <a:r>
              <a:rPr lang="en-US" b="1" dirty="0"/>
              <a:t> </a:t>
            </a:r>
            <a:r>
              <a:rPr lang="en-US" b="1" dirty="0" err="1"/>
              <a:t>hoşlanmazsınız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savaş</a:t>
            </a:r>
            <a:r>
              <a:rPr lang="en-US" dirty="0"/>
              <a:t>”,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çatışmalar</a:t>
            </a:r>
            <a:r>
              <a:rPr lang="en-US" dirty="0"/>
              <a:t>, </a:t>
            </a:r>
            <a:r>
              <a:rPr lang="en-US" dirty="0" err="1"/>
              <a:t>mücadeleler</a:t>
            </a:r>
            <a:r>
              <a:rPr lang="en-US" dirty="0"/>
              <a:t>, </a:t>
            </a:r>
            <a:r>
              <a:rPr lang="en-US" dirty="0" err="1"/>
              <a:t>kabuk</a:t>
            </a:r>
            <a:r>
              <a:rPr lang="en-US" dirty="0"/>
              <a:t> </a:t>
            </a:r>
            <a:r>
              <a:rPr lang="en-US" dirty="0" err="1"/>
              <a:t>kırılmalarıdır</a:t>
            </a:r>
            <a:r>
              <a:rPr lang="en-US" dirty="0"/>
              <a:t>. </a:t>
            </a:r>
            <a:r>
              <a:rPr lang="en-US" dirty="0" err="1"/>
              <a:t>Zihin</a:t>
            </a:r>
            <a:r>
              <a:rPr lang="en-US" dirty="0"/>
              <a:t>, </a:t>
            </a:r>
            <a:r>
              <a:rPr lang="en-US" dirty="0" err="1"/>
              <a:t>savaşı</a:t>
            </a:r>
            <a:r>
              <a:rPr lang="en-US" dirty="0"/>
              <a:t> </a:t>
            </a:r>
            <a:r>
              <a:rPr lang="en-US" dirty="0" err="1"/>
              <a:t>sevmez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: </a:t>
            </a:r>
            <a:r>
              <a:rPr lang="en-US" dirty="0" err="1"/>
              <a:t>Konforu</a:t>
            </a:r>
            <a:r>
              <a:rPr lang="en-US" dirty="0"/>
              <a:t> </a:t>
            </a:r>
            <a:r>
              <a:rPr lang="en-US" dirty="0" err="1"/>
              <a:t>bozar</a:t>
            </a:r>
            <a:r>
              <a:rPr lang="en-US" dirty="0"/>
              <a:t> </a:t>
            </a:r>
          </a:p>
          <a:p>
            <a:r>
              <a:rPr lang="en-US" dirty="0" err="1"/>
              <a:t>Egoyu</a:t>
            </a:r>
            <a:r>
              <a:rPr lang="en-US" dirty="0"/>
              <a:t> </a:t>
            </a:r>
            <a:r>
              <a:rPr lang="en-US" dirty="0" err="1"/>
              <a:t>sarsar</a:t>
            </a:r>
            <a:r>
              <a:rPr lang="en-US" dirty="0"/>
              <a:t> </a:t>
            </a:r>
            <a:r>
              <a:rPr lang="en-US" dirty="0" err="1"/>
              <a:t>Güçsüzlüğü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 Ama </a:t>
            </a:r>
            <a:r>
              <a:rPr lang="en-US" dirty="0" err="1"/>
              <a:t>bazen</a:t>
            </a:r>
            <a:r>
              <a:rPr lang="en-US" dirty="0"/>
              <a:t>, o </a:t>
            </a:r>
            <a:r>
              <a:rPr lang="en-US" dirty="0" err="1"/>
              <a:t>sarsıntı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doğurur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Olur</a:t>
            </a:r>
            <a:r>
              <a:rPr lang="en-US" b="1" dirty="0"/>
              <a:t> ki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sevmezsiniz</a:t>
            </a:r>
            <a:r>
              <a:rPr lang="en-US" b="1" dirty="0"/>
              <a:t> ama o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hayırlıdır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perspektifini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 </a:t>
            </a:r>
            <a:r>
              <a:rPr lang="en-US" dirty="0" err="1"/>
              <a:t>Ayrılıklar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Kayıplar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Reddedilmeler</a:t>
            </a:r>
            <a:r>
              <a:rPr lang="en-US" dirty="0"/>
              <a:t> İlk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acı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… Ama </a:t>
            </a:r>
            <a:r>
              <a:rPr lang="en-US" dirty="0" err="1"/>
              <a:t>sonra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“İyi ki </a:t>
            </a:r>
            <a:r>
              <a:rPr lang="en-US" dirty="0" err="1"/>
              <a:t>olmuş</a:t>
            </a:r>
            <a:r>
              <a:rPr lang="en-US" dirty="0"/>
              <a:t>” </a:t>
            </a:r>
            <a:r>
              <a:rPr lang="en-US" dirty="0" err="1"/>
              <a:t>dedirten</a:t>
            </a:r>
            <a:r>
              <a:rPr lang="en-US" dirty="0"/>
              <a:t> </a:t>
            </a:r>
            <a:r>
              <a:rPr lang="en-US" dirty="0" err="1"/>
              <a:t>dönüşümlere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: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,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geç</a:t>
            </a:r>
            <a:r>
              <a:rPr lang="en-US" dirty="0"/>
              <a:t> </a:t>
            </a:r>
            <a:r>
              <a:rPr lang="en-US" dirty="0" err="1"/>
              <a:t>anlar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Olur</a:t>
            </a:r>
            <a:r>
              <a:rPr lang="en-US" b="1" dirty="0"/>
              <a:t> ki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seversiniz</a:t>
            </a:r>
            <a:r>
              <a:rPr lang="en-US" b="1" dirty="0"/>
              <a:t> ama o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kötüdür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Bağımlılık</a:t>
            </a:r>
            <a:r>
              <a:rPr lang="en-US" dirty="0"/>
              <a:t> </a:t>
            </a:r>
          </a:p>
          <a:p>
            <a:r>
              <a:rPr lang="en-US" dirty="0" err="1"/>
              <a:t>İhtiras</a:t>
            </a:r>
            <a:r>
              <a:rPr lang="en-US" dirty="0"/>
              <a:t> </a:t>
            </a:r>
          </a:p>
          <a:p>
            <a:r>
              <a:rPr lang="en-US" dirty="0" err="1"/>
              <a:t>Konfor</a:t>
            </a:r>
            <a:r>
              <a:rPr lang="en-US" dirty="0"/>
              <a:t> </a:t>
            </a:r>
          </a:p>
          <a:p>
            <a:r>
              <a:rPr lang="en-US" dirty="0" err="1"/>
              <a:t>Geçici</a:t>
            </a:r>
            <a:r>
              <a:rPr lang="en-US" dirty="0"/>
              <a:t> </a:t>
            </a:r>
            <a:r>
              <a:rPr lang="en-US" dirty="0" err="1"/>
              <a:t>güzellikler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şeyleri</a:t>
            </a:r>
            <a:r>
              <a:rPr lang="en-US" dirty="0"/>
              <a:t> “iyi” </a:t>
            </a:r>
            <a:r>
              <a:rPr lang="en-US" dirty="0" err="1"/>
              <a:t>sanar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Ama </a:t>
            </a:r>
            <a:r>
              <a:rPr lang="en-US" dirty="0" err="1"/>
              <a:t>sistem</a:t>
            </a:r>
            <a:r>
              <a:rPr lang="en-US" dirty="0"/>
              <a:t> o </a:t>
            </a:r>
            <a:r>
              <a:rPr lang="en-US" dirty="0" err="1"/>
              <a:t>isteğin</a:t>
            </a:r>
            <a:r>
              <a:rPr lang="en-US" dirty="0"/>
              <a:t> </a:t>
            </a:r>
            <a:r>
              <a:rPr lang="en-US" dirty="0" err="1"/>
              <a:t>arkasındaki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okur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aşağı</a:t>
            </a:r>
            <a:r>
              <a:rPr lang="en-US" dirty="0"/>
              <a:t> </a:t>
            </a:r>
            <a:r>
              <a:rPr lang="en-US" dirty="0" err="1"/>
              <a:t>çekecekse</a:t>
            </a:r>
            <a:r>
              <a:rPr lang="en-US" dirty="0"/>
              <a:t>…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korumak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o </a:t>
            </a:r>
            <a:r>
              <a:rPr lang="en-US" dirty="0" err="1"/>
              <a:t>kapıyı</a:t>
            </a:r>
            <a:r>
              <a:rPr lang="en-US" dirty="0"/>
              <a:t> </a:t>
            </a:r>
            <a:r>
              <a:rPr lang="en-US" dirty="0" err="1"/>
              <a:t>kapatır</a:t>
            </a:r>
            <a:r>
              <a:rPr lang="en-US" dirty="0"/>
              <a:t>.</a:t>
            </a:r>
            <a:r>
              <a:rPr lang="en-US" b="1" dirty="0"/>
              <a:t> </a:t>
            </a:r>
            <a:endParaRPr lang="tr-TR" b="1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bilir</a:t>
            </a:r>
            <a:r>
              <a:rPr lang="en-US" b="1" dirty="0"/>
              <a:t>, </a:t>
            </a:r>
            <a:r>
              <a:rPr lang="en-US" b="1" dirty="0" err="1"/>
              <a:t>siz</a:t>
            </a:r>
            <a:r>
              <a:rPr lang="en-US" b="1" dirty="0"/>
              <a:t> </a:t>
            </a:r>
            <a:r>
              <a:rPr lang="en-US" b="1" dirty="0" err="1"/>
              <a:t>bilmezsiniz</a:t>
            </a:r>
            <a:r>
              <a:rPr lang="en-US" b="1" dirty="0"/>
              <a:t>.”</a:t>
            </a:r>
            <a:r>
              <a:rPr lang="en-US" dirty="0"/>
              <a:t>Bu, </a:t>
            </a:r>
            <a:r>
              <a:rPr lang="en-US" dirty="0" err="1"/>
              <a:t>teslimiyetin</a:t>
            </a:r>
            <a:r>
              <a:rPr lang="en-US" dirty="0"/>
              <a:t> </a:t>
            </a:r>
            <a:r>
              <a:rPr lang="en-US" dirty="0" err="1"/>
              <a:t>şifresidir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Zihin</a:t>
            </a:r>
            <a:r>
              <a:rPr lang="en-US" dirty="0"/>
              <a:t>, </a:t>
            </a:r>
            <a:r>
              <a:rPr lang="en-US" dirty="0" err="1"/>
              <a:t>sınırlıdır</a:t>
            </a:r>
            <a:r>
              <a:rPr lang="en-US" dirty="0"/>
              <a:t>. </a:t>
            </a:r>
            <a:r>
              <a:rPr lang="en-US" dirty="0" err="1"/>
              <a:t>Görüşü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,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kısıtlıdır</a:t>
            </a:r>
            <a:r>
              <a:rPr lang="en-US" dirty="0"/>
              <a:t>. 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Geçmişi</a:t>
            </a:r>
            <a:r>
              <a:rPr lang="en-US" dirty="0"/>
              <a:t> </a:t>
            </a:r>
          </a:p>
          <a:p>
            <a:r>
              <a:rPr lang="en-US" dirty="0" err="1"/>
              <a:t>Geleceği</a:t>
            </a:r>
            <a:r>
              <a:rPr lang="tr-TR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olasılıkları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taşıyacak</a:t>
            </a:r>
            <a:r>
              <a:rPr lang="en-US" dirty="0"/>
              <a:t> </a:t>
            </a:r>
            <a:r>
              <a:rPr lang="en-US" dirty="0" err="1"/>
              <a:t>yoldan</a:t>
            </a:r>
            <a:r>
              <a:rPr lang="en-US" dirty="0"/>
              <a:t> </a:t>
            </a:r>
            <a:r>
              <a:rPr lang="en-US" dirty="0" err="1"/>
              <a:t>yürütür</a:t>
            </a:r>
            <a:r>
              <a:rPr lang="en-US" dirty="0"/>
              <a:t>. </a:t>
            </a:r>
            <a:endParaRPr lang="en-TR" dirty="0"/>
          </a:p>
          <a:p>
            <a:r>
              <a:rPr lang="en-US" dirty="0"/>
              <a:t> </a:t>
            </a: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kaderin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zekâsına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Savaş</a:t>
            </a:r>
            <a:r>
              <a:rPr lang="en-US" dirty="0"/>
              <a:t>,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çatışmalar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… ama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, tam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doğar</a:t>
            </a:r>
            <a:r>
              <a:rPr lang="en-US" dirty="0"/>
              <a:t>. </a:t>
            </a:r>
          </a:p>
          <a:p>
            <a:r>
              <a:rPr lang="en-US" dirty="0" err="1"/>
              <a:t>Acı</a:t>
            </a:r>
            <a:r>
              <a:rPr lang="en-US" dirty="0"/>
              <a:t> </a:t>
            </a:r>
            <a:r>
              <a:rPr lang="en-US" dirty="0" err="1"/>
              <a:t>sandığın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hediyedir</a:t>
            </a:r>
            <a:r>
              <a:rPr lang="en-US" dirty="0"/>
              <a:t>. </a:t>
            </a:r>
          </a:p>
          <a:p>
            <a:r>
              <a:rPr lang="en-US" dirty="0" err="1"/>
              <a:t>Sevdiğin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aşağıya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 O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rehberin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Sen </a:t>
            </a:r>
            <a:r>
              <a:rPr lang="en-US" dirty="0" err="1"/>
              <a:t>bilmiyor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her zaman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yolunla</a:t>
            </a:r>
            <a:r>
              <a:rPr lang="en-US" dirty="0"/>
              <a:t> </a:t>
            </a:r>
            <a:r>
              <a:rPr lang="en-US" dirty="0" err="1"/>
              <a:t>hizalar</a:t>
            </a:r>
            <a:r>
              <a:rPr lang="en-US" dirty="0"/>
              <a:t>. </a:t>
            </a:r>
          </a:p>
          <a:p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“Sen ‘</a:t>
            </a:r>
            <a:r>
              <a:rPr lang="en-US" dirty="0" err="1"/>
              <a:t>neden</a:t>
            </a:r>
            <a:r>
              <a:rPr lang="en-US" dirty="0"/>
              <a:t>?’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sorarken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‘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yükselebilir</a:t>
            </a:r>
            <a:r>
              <a:rPr lang="en-US" dirty="0"/>
              <a:t>?’ </a:t>
            </a:r>
            <a:r>
              <a:rPr lang="en-US" dirty="0" err="1"/>
              <a:t>diye</a:t>
            </a:r>
            <a:r>
              <a:rPr lang="en-US" dirty="0"/>
              <a:t> plan </a:t>
            </a:r>
            <a:r>
              <a:rPr lang="en-US" dirty="0" err="1"/>
              <a:t>yapar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hayır</a:t>
            </a:r>
            <a:r>
              <a:rPr lang="en-US" dirty="0"/>
              <a:t>, </a:t>
            </a:r>
            <a:r>
              <a:rPr lang="en-US" dirty="0" err="1"/>
              <a:t>acıyla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Ve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Tanrıçaya</a:t>
            </a:r>
            <a:r>
              <a:rPr lang="en-US" dirty="0"/>
              <a:t> </a:t>
            </a:r>
            <a:r>
              <a:rPr lang="en-US" dirty="0" err="1"/>
              <a:t>götürür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063670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FAB1E81-E4E7-2CCC-259D-782CF17CA84E}"/>
              </a:ext>
            </a:extLst>
          </p:cNvPr>
          <p:cNvSpPr txBox="1"/>
          <p:nvPr/>
        </p:nvSpPr>
        <p:spPr>
          <a:xfrm>
            <a:off x="0" y="1"/>
            <a:ext cx="6951643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217.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ayet,zamanın</a:t>
            </a:r>
            <a:r>
              <a:rPr lang="en-US" dirty="0"/>
              <a:t> </a:t>
            </a:r>
            <a:r>
              <a:rPr lang="en-US" dirty="0" err="1"/>
              <a:t>kutsallığı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eylemin</a:t>
            </a:r>
            <a:r>
              <a:rPr lang="en-US" dirty="0"/>
              <a:t>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çizgiyi,ve</a:t>
            </a:r>
            <a:r>
              <a:rPr lang="tr-TR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düşmanlığın</a:t>
            </a:r>
            <a:r>
              <a:rPr lang="en-US" dirty="0"/>
              <a:t>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katmanını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hatalar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sınırlıdır</a:t>
            </a:r>
            <a:r>
              <a:rPr lang="en-US" dirty="0"/>
              <a:t>… ama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niyetler</a:t>
            </a:r>
            <a:r>
              <a:rPr lang="en-US" dirty="0"/>
              <a:t> kalbi </a:t>
            </a:r>
            <a:r>
              <a:rPr lang="en-US" dirty="0" err="1"/>
              <a:t>merkezden</a:t>
            </a:r>
            <a:r>
              <a:rPr lang="en-US" dirty="0"/>
              <a:t> </a:t>
            </a:r>
            <a:r>
              <a:rPr lang="en-US" dirty="0" err="1"/>
              <a:t>koparmaya</a:t>
            </a:r>
            <a:r>
              <a:rPr lang="en-US" dirty="0"/>
              <a:t> </a:t>
            </a:r>
            <a:r>
              <a:rPr lang="en-US" dirty="0" err="1"/>
              <a:t>yöneliktir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düşmanlık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kaynaktan</a:t>
            </a:r>
            <a:r>
              <a:rPr lang="en-US" dirty="0"/>
              <a:t> </a:t>
            </a:r>
            <a:r>
              <a:rPr lang="en-US" dirty="0" err="1"/>
              <a:t>ayırmaya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formudur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217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Görünen</a:t>
            </a:r>
            <a:r>
              <a:rPr lang="en-US" dirty="0"/>
              <a:t> </a:t>
            </a:r>
            <a:r>
              <a:rPr lang="en-US" dirty="0" err="1"/>
              <a:t>Günah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Derinliği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Tehlike</a:t>
            </a:r>
            <a:r>
              <a:rPr lang="en-US" dirty="0"/>
              <a:t>, Kalbi </a:t>
            </a:r>
            <a:r>
              <a:rPr lang="en-US" dirty="0" err="1"/>
              <a:t>Hakikatten</a:t>
            </a:r>
            <a:r>
              <a:rPr lang="en-US" dirty="0"/>
              <a:t> </a:t>
            </a:r>
            <a:r>
              <a:rPr lang="en-US" dirty="0" err="1"/>
              <a:t>Koparanlardır”Harama</a:t>
            </a:r>
            <a:r>
              <a:rPr lang="en-US" dirty="0"/>
              <a:t> </a:t>
            </a:r>
            <a:r>
              <a:rPr lang="en-US" dirty="0" err="1"/>
              <a:t>Giren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Hakikatten</a:t>
            </a:r>
            <a:r>
              <a:rPr lang="en-US" dirty="0"/>
              <a:t> </a:t>
            </a:r>
            <a:r>
              <a:rPr lang="en-US" dirty="0" err="1"/>
              <a:t>Çıkarmak</a:t>
            </a:r>
            <a:r>
              <a:rPr lang="en-US" dirty="0"/>
              <a:t> </a:t>
            </a:r>
            <a:r>
              <a:rPr lang="en-US" dirty="0" err="1"/>
              <a:t>İsteyendir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Düşman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217.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“Sana haram </a:t>
            </a:r>
            <a:r>
              <a:rPr lang="en-US" dirty="0" err="1"/>
              <a:t>ayda</a:t>
            </a:r>
            <a:r>
              <a:rPr lang="en-US" dirty="0"/>
              <a:t> </a:t>
            </a:r>
            <a:r>
              <a:rPr lang="en-US" dirty="0" err="1"/>
              <a:t>savaşmayı</a:t>
            </a:r>
            <a:r>
              <a:rPr lang="en-US" dirty="0"/>
              <a:t> </a:t>
            </a:r>
            <a:r>
              <a:rPr lang="en-US" dirty="0" err="1"/>
              <a:t>soruyorlar.De</a:t>
            </a:r>
            <a:r>
              <a:rPr lang="en-US" dirty="0"/>
              <a:t> </a:t>
            </a:r>
            <a:r>
              <a:rPr lang="en-US" dirty="0" err="1"/>
              <a:t>ki:O</a:t>
            </a:r>
            <a:r>
              <a:rPr lang="en-US" dirty="0"/>
              <a:t> </a:t>
            </a:r>
            <a:r>
              <a:rPr lang="en-US" dirty="0" err="1"/>
              <a:t>ayda</a:t>
            </a:r>
            <a:r>
              <a:rPr lang="en-US" dirty="0"/>
              <a:t> </a:t>
            </a:r>
            <a:r>
              <a:rPr lang="en-US" dirty="0" err="1"/>
              <a:t>savaşmak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günahtır.Ama</a:t>
            </a:r>
            <a:r>
              <a:rPr lang="en-US" dirty="0"/>
              <a:t> Allah </a:t>
            </a:r>
            <a:r>
              <a:rPr lang="en-US" dirty="0" err="1"/>
              <a:t>yolundan</a:t>
            </a:r>
            <a:r>
              <a:rPr lang="en-US" dirty="0"/>
              <a:t> </a:t>
            </a:r>
            <a:r>
              <a:rPr lang="en-US" dirty="0" err="1"/>
              <a:t>alıkoymak,O’nu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,</a:t>
            </a:r>
          </a:p>
          <a:p>
            <a:r>
              <a:rPr lang="en-US" dirty="0" err="1"/>
              <a:t>Mescid-i</a:t>
            </a:r>
            <a:r>
              <a:rPr lang="en-US" dirty="0"/>
              <a:t> </a:t>
            </a:r>
            <a:r>
              <a:rPr lang="en-US" dirty="0" err="1"/>
              <a:t>Haram’a</a:t>
            </a:r>
            <a:r>
              <a:rPr lang="en-US" dirty="0"/>
              <a:t> </a:t>
            </a:r>
            <a:r>
              <a:rPr lang="en-US" dirty="0" err="1"/>
              <a:t>engel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müminleri</a:t>
            </a:r>
            <a:r>
              <a:rPr lang="en-US" dirty="0"/>
              <a:t> </a:t>
            </a:r>
            <a:r>
              <a:rPr lang="en-US" dirty="0" err="1"/>
              <a:t>oradan</a:t>
            </a:r>
            <a:r>
              <a:rPr lang="en-US" dirty="0"/>
              <a:t> </a:t>
            </a:r>
            <a:r>
              <a:rPr lang="en-US" dirty="0" err="1"/>
              <a:t>çıkarmak</a:t>
            </a:r>
            <a:r>
              <a:rPr lang="en-US" dirty="0"/>
              <a:t>,</a:t>
            </a:r>
          </a:p>
          <a:p>
            <a:r>
              <a:rPr lang="en-US" dirty="0"/>
              <a:t>Allah </a:t>
            </a:r>
            <a:r>
              <a:rPr lang="en-US" dirty="0" err="1"/>
              <a:t>katında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günahtır.Fitne</a:t>
            </a:r>
            <a:r>
              <a:rPr lang="en-US" dirty="0"/>
              <a:t>, </a:t>
            </a:r>
            <a:r>
              <a:rPr lang="en-US" dirty="0" err="1"/>
              <a:t>adam</a:t>
            </a:r>
            <a:r>
              <a:rPr lang="en-US" dirty="0"/>
              <a:t> </a:t>
            </a:r>
            <a:r>
              <a:rPr lang="en-US" dirty="0" err="1"/>
              <a:t>öldürmekten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kötüdür.Eğer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yetirirlerse,sizi</a:t>
            </a:r>
            <a:r>
              <a:rPr lang="en-US" dirty="0"/>
              <a:t> </a:t>
            </a:r>
            <a:r>
              <a:rPr lang="en-US" dirty="0" err="1"/>
              <a:t>dininizden</a:t>
            </a:r>
            <a:r>
              <a:rPr lang="en-US" dirty="0"/>
              <a:t> </a:t>
            </a:r>
            <a:r>
              <a:rPr lang="en-US" dirty="0" err="1"/>
              <a:t>döndürünceye</a:t>
            </a:r>
            <a:r>
              <a:rPr lang="en-US" dirty="0"/>
              <a:t> </a:t>
            </a:r>
            <a:r>
              <a:rPr lang="en-US" dirty="0" err="1"/>
              <a:t>kadar</a:t>
            </a:r>
            <a:endParaRPr lang="en-US" dirty="0"/>
          </a:p>
          <a:p>
            <a:r>
              <a:rPr lang="en-US" dirty="0" err="1"/>
              <a:t>sizinle</a:t>
            </a:r>
            <a:r>
              <a:rPr lang="en-US" dirty="0"/>
              <a:t> </a:t>
            </a:r>
            <a:r>
              <a:rPr lang="en-US" dirty="0" err="1"/>
              <a:t>savaşmaktan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durmazlar.Sizden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dininden</a:t>
            </a:r>
            <a:r>
              <a:rPr lang="en-US" dirty="0"/>
              <a:t> döner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kâfir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ölürse,onların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yaptıkları</a:t>
            </a:r>
            <a:r>
              <a:rPr lang="en-US" dirty="0"/>
              <a:t> </a:t>
            </a:r>
            <a:r>
              <a:rPr lang="en-US" dirty="0" err="1"/>
              <a:t>dünyada</a:t>
            </a:r>
            <a:r>
              <a:rPr lang="en-US" dirty="0"/>
              <a:t> da </a:t>
            </a:r>
            <a:r>
              <a:rPr lang="en-US" dirty="0" err="1"/>
              <a:t>ahirette</a:t>
            </a:r>
            <a:r>
              <a:rPr lang="en-US" dirty="0"/>
              <a:t> de </a:t>
            </a:r>
            <a:r>
              <a:rPr lang="en-US" dirty="0" err="1"/>
              <a:t>boşa</a:t>
            </a:r>
            <a:r>
              <a:rPr lang="en-US" dirty="0"/>
              <a:t> </a:t>
            </a:r>
            <a:r>
              <a:rPr lang="en-US" dirty="0" err="1"/>
              <a:t>gitmiştir.İşte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, </a:t>
            </a:r>
            <a:r>
              <a:rPr lang="en-US" dirty="0" err="1"/>
              <a:t>ateş</a:t>
            </a:r>
            <a:r>
              <a:rPr lang="en-US" dirty="0"/>
              <a:t> </a:t>
            </a:r>
            <a:r>
              <a:rPr lang="en-US" dirty="0" err="1"/>
              <a:t>halkındandırlar</a:t>
            </a:r>
            <a:r>
              <a:rPr lang="en-US" dirty="0"/>
              <a:t>;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ebedî</a:t>
            </a:r>
            <a:r>
              <a:rPr lang="en-US" dirty="0"/>
              <a:t> </a:t>
            </a:r>
            <a:r>
              <a:rPr lang="en-US" dirty="0" err="1"/>
              <a:t>kalacaklardır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ayet,eylemin</a:t>
            </a:r>
            <a:r>
              <a:rPr lang="en-US" dirty="0"/>
              <a:t> </a:t>
            </a:r>
            <a:r>
              <a:rPr lang="en-US" dirty="0" err="1"/>
              <a:t>görüneni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farkını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seni</a:t>
            </a:r>
            <a:r>
              <a:rPr lang="tr-TR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tehlikenin</a:t>
            </a:r>
            <a:r>
              <a:rPr lang="en-US" dirty="0"/>
              <a:t>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1. </a:t>
            </a:r>
          </a:p>
          <a:p>
            <a:r>
              <a:rPr lang="en-US" b="1" dirty="0"/>
              <a:t>“Haram </a:t>
            </a:r>
            <a:r>
              <a:rPr lang="en-US" b="1" dirty="0" err="1"/>
              <a:t>ayda</a:t>
            </a:r>
            <a:r>
              <a:rPr lang="en-US" b="1" dirty="0"/>
              <a:t> </a:t>
            </a:r>
            <a:r>
              <a:rPr lang="en-US" b="1" dirty="0" err="1"/>
              <a:t>savaşmak</a:t>
            </a:r>
            <a:r>
              <a:rPr lang="en-US" b="1" dirty="0"/>
              <a:t> </a:t>
            </a: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günahtır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Haram </a:t>
            </a:r>
            <a:r>
              <a:rPr lang="en-US" dirty="0" err="1"/>
              <a:t>aylar</a:t>
            </a:r>
            <a:r>
              <a:rPr lang="en-US" dirty="0"/>
              <a:t> =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huzurun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arttığı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zaman </a:t>
            </a:r>
            <a:r>
              <a:rPr lang="en-US" dirty="0" err="1"/>
              <a:t>dilimleri</a:t>
            </a:r>
            <a:r>
              <a:rPr lang="en-US" dirty="0"/>
              <a:t> </a:t>
            </a:r>
          </a:p>
          <a:p>
            <a:r>
              <a:rPr lang="en-US" dirty="0"/>
              <a:t>Bu </a:t>
            </a:r>
            <a:r>
              <a:rPr lang="en-US" dirty="0" err="1"/>
              <a:t>dönemde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saldırı</a:t>
            </a:r>
            <a:r>
              <a:rPr lang="en-US" dirty="0"/>
              <a:t>,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düzeyinde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yıkıcı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/>
              <a:t>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kıyas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…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“Ama Allah </a:t>
            </a:r>
            <a:r>
              <a:rPr lang="en-US" b="1" dirty="0" err="1"/>
              <a:t>yolundan</a:t>
            </a:r>
            <a:r>
              <a:rPr lang="en-US" b="1" dirty="0"/>
              <a:t> </a:t>
            </a:r>
            <a:r>
              <a:rPr lang="en-US" b="1" dirty="0" err="1"/>
              <a:t>alıkoymak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günahtır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sınırlı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kopmuş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niyetten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etkilidir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yapabilir</a:t>
            </a:r>
            <a:r>
              <a:rPr lang="en-US" dirty="0"/>
              <a:t>… ama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başkası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yoldan</a:t>
            </a:r>
            <a:r>
              <a:rPr lang="en-US" dirty="0"/>
              <a:t> </a:t>
            </a:r>
            <a:r>
              <a:rPr lang="en-US" dirty="0" err="1"/>
              <a:t>koparmaya</a:t>
            </a:r>
            <a:r>
              <a:rPr lang="en-US" dirty="0"/>
              <a:t> </a:t>
            </a:r>
            <a:r>
              <a:rPr lang="en-US" dirty="0" err="1"/>
              <a:t>çalışıyorsa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saldırısıdır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tehlike</a:t>
            </a:r>
            <a:r>
              <a:rPr lang="en-US" dirty="0"/>
              <a:t>: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saptırmak</a:t>
            </a:r>
            <a:r>
              <a:rPr lang="en-US" dirty="0"/>
              <a:t> </a:t>
            </a:r>
          </a:p>
          <a:p>
            <a:r>
              <a:rPr lang="en-US" dirty="0" err="1"/>
              <a:t>İnancı</a:t>
            </a:r>
            <a:r>
              <a:rPr lang="en-US" dirty="0"/>
              <a:t> </a:t>
            </a:r>
            <a:r>
              <a:rPr lang="en-US" dirty="0" err="1"/>
              <a:t>kırmak</a:t>
            </a:r>
            <a:r>
              <a:rPr lang="en-US" dirty="0"/>
              <a:t> </a:t>
            </a:r>
          </a:p>
          <a:p>
            <a:r>
              <a:rPr lang="en-US" dirty="0"/>
              <a:t>Kalbi </a:t>
            </a:r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karartmak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412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970E617-29AA-C233-4A6F-08DB7C7F63D8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3. 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Fitne</a:t>
            </a:r>
            <a:r>
              <a:rPr lang="en-US" sz="2000" b="1" dirty="0"/>
              <a:t>, </a:t>
            </a:r>
            <a:r>
              <a:rPr lang="en-US" sz="2000" b="1" dirty="0" err="1"/>
              <a:t>adam</a:t>
            </a:r>
            <a:r>
              <a:rPr lang="en-US" sz="2000" b="1" dirty="0"/>
              <a:t> </a:t>
            </a:r>
            <a:r>
              <a:rPr lang="en-US" sz="2000" b="1" dirty="0" err="1"/>
              <a:t>öldürmekten</a:t>
            </a:r>
            <a:r>
              <a:rPr lang="en-US" sz="2000" b="1" dirty="0"/>
              <a:t> </a:t>
            </a:r>
            <a:r>
              <a:rPr lang="en-US" sz="2000" b="1" dirty="0" err="1"/>
              <a:t>daha</a:t>
            </a:r>
            <a:r>
              <a:rPr lang="en-US" sz="2000" b="1" dirty="0"/>
              <a:t> </a:t>
            </a:r>
            <a:r>
              <a:rPr lang="en-US" sz="2000" b="1" dirty="0" err="1"/>
              <a:t>kötüdür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Fitne</a:t>
            </a:r>
            <a:r>
              <a:rPr lang="en-US" sz="2000" dirty="0"/>
              <a:t> = </a:t>
            </a:r>
            <a:r>
              <a:rPr lang="en-US" sz="2000" dirty="0" err="1"/>
              <a:t>Bilinçte</a:t>
            </a:r>
            <a:r>
              <a:rPr lang="en-US" sz="2000" dirty="0"/>
              <a:t> </a:t>
            </a:r>
            <a:r>
              <a:rPr lang="en-US" sz="2000" dirty="0" err="1"/>
              <a:t>bölünme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Kalplerde</a:t>
            </a:r>
            <a:r>
              <a:rPr lang="en-US" sz="2000" dirty="0"/>
              <a:t> </a:t>
            </a:r>
            <a:r>
              <a:rPr lang="en-US" sz="2000" dirty="0" err="1"/>
              <a:t>kaos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Toplumun</a:t>
            </a:r>
            <a:r>
              <a:rPr lang="en-US" sz="2000" dirty="0"/>
              <a:t> </a:t>
            </a:r>
            <a:r>
              <a:rPr lang="en-US" sz="2000" dirty="0" err="1"/>
              <a:t>enerjisini</a:t>
            </a:r>
            <a:r>
              <a:rPr lang="en-US" sz="2000" dirty="0"/>
              <a:t> </a:t>
            </a:r>
            <a:r>
              <a:rPr lang="en-US" sz="2000" dirty="0" err="1"/>
              <a:t>çökerten</a:t>
            </a:r>
            <a:r>
              <a:rPr lang="en-US" sz="2000" dirty="0"/>
              <a:t> </a:t>
            </a:r>
            <a:r>
              <a:rPr lang="en-US" sz="2000" dirty="0" err="1"/>
              <a:t>manipülasyon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diyor</a:t>
            </a:r>
            <a:r>
              <a:rPr lang="en-US" sz="2000" dirty="0"/>
              <a:t> ki: “Bir </a:t>
            </a:r>
            <a:r>
              <a:rPr lang="en-US" sz="2000" dirty="0" err="1"/>
              <a:t>cana</a:t>
            </a:r>
            <a:r>
              <a:rPr lang="en-US" sz="2000" dirty="0"/>
              <a:t> </a:t>
            </a:r>
            <a:r>
              <a:rPr lang="en-US" sz="2000" dirty="0" err="1"/>
              <a:t>kıymak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suçtur</a:t>
            </a:r>
            <a:r>
              <a:rPr lang="en-US" sz="2000" dirty="0"/>
              <a:t>… </a:t>
            </a:r>
            <a:br>
              <a:rPr lang="en-US" sz="2000" dirty="0"/>
            </a:br>
            <a:r>
              <a:rPr lang="en-US" sz="2000" dirty="0"/>
              <a:t>ama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topluluğun</a:t>
            </a:r>
            <a:r>
              <a:rPr lang="en-US" sz="2000" dirty="0"/>
              <a:t> </a:t>
            </a:r>
            <a:r>
              <a:rPr lang="en-US" sz="2000" dirty="0" err="1"/>
              <a:t>kalbine</a:t>
            </a:r>
            <a:r>
              <a:rPr lang="en-US" sz="2000" dirty="0"/>
              <a:t> </a:t>
            </a:r>
            <a:r>
              <a:rPr lang="en-US" sz="2000" dirty="0" err="1"/>
              <a:t>korku</a:t>
            </a:r>
            <a:r>
              <a:rPr lang="en-US" sz="2000" dirty="0"/>
              <a:t> </a:t>
            </a:r>
            <a:r>
              <a:rPr lang="en-US" sz="2000" dirty="0" err="1"/>
              <a:t>yaymak</a:t>
            </a:r>
            <a:r>
              <a:rPr lang="en-US" sz="2000" dirty="0"/>
              <a:t>,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yankı</a:t>
            </a:r>
            <a:r>
              <a:rPr lang="en-US" sz="2000" dirty="0"/>
              <a:t> </a:t>
            </a:r>
            <a:r>
              <a:rPr lang="en-US" sz="2000" dirty="0" err="1"/>
              <a:t>bırakır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4. 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Eğer</a:t>
            </a:r>
            <a:r>
              <a:rPr lang="en-US" sz="2000" b="1" dirty="0"/>
              <a:t> </a:t>
            </a:r>
            <a:r>
              <a:rPr lang="en-US" sz="2000" b="1" dirty="0" err="1"/>
              <a:t>güç</a:t>
            </a:r>
            <a:r>
              <a:rPr lang="en-US" sz="2000" b="1" dirty="0"/>
              <a:t> </a:t>
            </a:r>
            <a:r>
              <a:rPr lang="en-US" sz="2000" b="1" dirty="0" err="1"/>
              <a:t>yetirirlerse</a:t>
            </a:r>
            <a:r>
              <a:rPr lang="en-US" sz="2000" b="1" dirty="0"/>
              <a:t>, </a:t>
            </a:r>
            <a:r>
              <a:rPr lang="en-US" sz="2000" b="1" dirty="0" err="1"/>
              <a:t>sizi</a:t>
            </a:r>
            <a:r>
              <a:rPr lang="en-US" sz="2000" b="1" dirty="0"/>
              <a:t> </a:t>
            </a:r>
            <a:r>
              <a:rPr lang="en-US" sz="2000" b="1" dirty="0" err="1"/>
              <a:t>döndürmeye</a:t>
            </a:r>
            <a:r>
              <a:rPr lang="en-US" sz="2000" b="1" dirty="0"/>
              <a:t> </a:t>
            </a:r>
            <a:r>
              <a:rPr lang="en-US" sz="2000" b="1" dirty="0" err="1"/>
              <a:t>çalışacaklar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Düşman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fiziksel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—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düzeyindedir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Onların</a:t>
            </a:r>
            <a:r>
              <a:rPr lang="en-US" sz="2000" dirty="0"/>
              <a:t> </a:t>
            </a:r>
            <a:r>
              <a:rPr lang="en-US" sz="2000" dirty="0" err="1"/>
              <a:t>amacı</a:t>
            </a:r>
            <a:r>
              <a:rPr lang="en-US" sz="2000" dirty="0"/>
              <a:t>: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öldürmek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Seni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merkezinden</a:t>
            </a:r>
            <a:r>
              <a:rPr lang="en-US" sz="2000" dirty="0"/>
              <a:t> </a:t>
            </a:r>
            <a:r>
              <a:rPr lang="en-US" sz="2000" dirty="0" err="1"/>
              <a:t>koparmak</a:t>
            </a:r>
            <a:r>
              <a:rPr lang="en-US" sz="2000" dirty="0"/>
              <a:t> </a:t>
            </a:r>
            <a:r>
              <a:rPr lang="tr-TR" sz="2000" dirty="0"/>
              <a:t>.</a:t>
            </a:r>
            <a:r>
              <a:rPr lang="en-US" sz="2000" dirty="0"/>
              <a:t>Bu </a:t>
            </a:r>
            <a:r>
              <a:rPr lang="en-US" sz="2000" dirty="0" err="1"/>
              <a:t>yüzden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uyarır</a:t>
            </a:r>
            <a:r>
              <a:rPr lang="en-US" sz="2000" dirty="0"/>
              <a:t>: “Bu </a:t>
            </a:r>
            <a:r>
              <a:rPr lang="en-US" sz="2000" dirty="0" err="1"/>
              <a:t>yol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bilgiyle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sabrınla</a:t>
            </a:r>
            <a:r>
              <a:rPr lang="en-US" sz="2000" dirty="0"/>
              <a:t> </a:t>
            </a:r>
            <a:r>
              <a:rPr lang="en-US" sz="2000" dirty="0" err="1"/>
              <a:t>korunur</a:t>
            </a:r>
            <a:r>
              <a:rPr lang="en-US" sz="2000" dirty="0"/>
              <a:t>.”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/>
              <a:t>5. 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Kâfir</a:t>
            </a:r>
            <a:r>
              <a:rPr lang="en-US" sz="2000" b="1" dirty="0"/>
              <a:t> </a:t>
            </a:r>
            <a:r>
              <a:rPr lang="en-US" sz="2000" b="1" dirty="0" err="1"/>
              <a:t>olarak</a:t>
            </a:r>
            <a:r>
              <a:rPr lang="en-US" sz="2000" b="1" dirty="0"/>
              <a:t> </a:t>
            </a:r>
            <a:r>
              <a:rPr lang="en-US" sz="2000" b="1" dirty="0" err="1"/>
              <a:t>ölenin</a:t>
            </a:r>
            <a:r>
              <a:rPr lang="en-US" sz="2000" b="1" dirty="0"/>
              <a:t> </a:t>
            </a:r>
            <a:r>
              <a:rPr lang="en-US" sz="2000" b="1" dirty="0" err="1"/>
              <a:t>bütün</a:t>
            </a:r>
            <a:r>
              <a:rPr lang="en-US" sz="2000" b="1" dirty="0"/>
              <a:t> </a:t>
            </a:r>
            <a:r>
              <a:rPr lang="en-US" sz="2000" b="1" dirty="0" err="1"/>
              <a:t>yaptıkları</a:t>
            </a:r>
            <a:r>
              <a:rPr lang="en-US" sz="2000" b="1" dirty="0"/>
              <a:t> </a:t>
            </a:r>
            <a:r>
              <a:rPr lang="en-US" sz="2000" b="1" dirty="0" err="1"/>
              <a:t>boşa</a:t>
            </a:r>
            <a:r>
              <a:rPr lang="en-US" sz="2000" b="1" dirty="0"/>
              <a:t> </a:t>
            </a:r>
            <a:r>
              <a:rPr lang="en-US" sz="2000" b="1" dirty="0" err="1"/>
              <a:t>gider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Yani</a:t>
            </a:r>
            <a:r>
              <a:rPr lang="en-US" sz="2000" dirty="0"/>
              <a:t>: </a:t>
            </a:r>
            <a:r>
              <a:rPr lang="en-US" sz="2000" dirty="0" err="1"/>
              <a:t>Bilinçten</a:t>
            </a:r>
            <a:r>
              <a:rPr lang="en-US" sz="2000" dirty="0"/>
              <a:t> </a:t>
            </a:r>
            <a:r>
              <a:rPr lang="en-US" sz="2000" dirty="0" err="1"/>
              <a:t>koparsa</a:t>
            </a:r>
            <a:r>
              <a:rPr lang="en-US" sz="2000" dirty="0"/>
              <a:t> </a:t>
            </a:r>
            <a:r>
              <a:rPr lang="en-US" sz="2000" dirty="0" err="1"/>
              <a:t>Hakikatle</a:t>
            </a:r>
            <a:r>
              <a:rPr lang="en-US" sz="2000" dirty="0"/>
              <a:t> </a:t>
            </a:r>
            <a:r>
              <a:rPr lang="en-US" sz="2000" dirty="0" err="1"/>
              <a:t>bağlantısını</a:t>
            </a:r>
            <a:r>
              <a:rPr lang="en-US" sz="2000" dirty="0"/>
              <a:t> </a:t>
            </a:r>
            <a:r>
              <a:rPr lang="en-US" sz="2000" dirty="0" err="1"/>
              <a:t>keserse</a:t>
            </a:r>
            <a:r>
              <a:rPr lang="en-US" sz="2000" dirty="0"/>
              <a:t> </a:t>
            </a:r>
            <a:r>
              <a:rPr lang="en-US" sz="2000" dirty="0" err="1"/>
              <a:t>yaptığı</a:t>
            </a:r>
            <a:r>
              <a:rPr lang="en-US" sz="2000" dirty="0"/>
              <a:t> her </a:t>
            </a:r>
            <a:r>
              <a:rPr lang="en-US" sz="2000" dirty="0" err="1"/>
              <a:t>eylem</a:t>
            </a:r>
            <a:r>
              <a:rPr lang="en-US" sz="2000" dirty="0"/>
              <a:t> </a:t>
            </a:r>
            <a:r>
              <a:rPr lang="en-US" sz="2000" dirty="0" err="1"/>
              <a:t>sistemde</a:t>
            </a:r>
            <a:r>
              <a:rPr lang="en-US" sz="2000" dirty="0"/>
              <a:t> </a:t>
            </a:r>
            <a:r>
              <a:rPr lang="en-US" sz="2000" dirty="0" err="1"/>
              <a:t>yankı</a:t>
            </a:r>
            <a:r>
              <a:rPr lang="en-US" sz="2000" dirty="0"/>
              <a:t> </a:t>
            </a:r>
            <a:r>
              <a:rPr lang="en-US" sz="2000" dirty="0" err="1"/>
              <a:t>bulmaz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  <a:r>
              <a:rPr lang="en-US" sz="2000" dirty="0" err="1"/>
              <a:t>kaynağa</a:t>
            </a:r>
            <a:r>
              <a:rPr lang="en-US" sz="2000" dirty="0"/>
              <a:t> </a:t>
            </a:r>
            <a:r>
              <a:rPr lang="en-US" sz="2000" dirty="0" err="1"/>
              <a:t>bağlıysa</a:t>
            </a:r>
            <a:r>
              <a:rPr lang="en-US" sz="2000" dirty="0"/>
              <a:t> </a:t>
            </a:r>
            <a:r>
              <a:rPr lang="en-US" sz="2000" dirty="0" err="1"/>
              <a:t>çalışır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 err="1"/>
              <a:t>Kopmuşsa</a:t>
            </a:r>
            <a:r>
              <a:rPr lang="en-US" sz="2000" dirty="0"/>
              <a:t>, </a:t>
            </a:r>
            <a:r>
              <a:rPr lang="en-US" sz="2000" dirty="0" err="1"/>
              <a:t>titreşim</a:t>
            </a:r>
            <a:r>
              <a:rPr lang="en-US" sz="2000" dirty="0"/>
              <a:t> </a:t>
            </a:r>
            <a:r>
              <a:rPr lang="en-US" sz="2000" dirty="0" err="1"/>
              <a:t>boşa</a:t>
            </a:r>
            <a:r>
              <a:rPr lang="en-US" sz="2000" dirty="0"/>
              <a:t> </a:t>
            </a:r>
            <a:r>
              <a:rPr lang="en-US" sz="2000" dirty="0" err="1"/>
              <a:t>gider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görünen</a:t>
            </a:r>
            <a:r>
              <a:rPr lang="en-US" sz="2000" dirty="0"/>
              <a:t> </a:t>
            </a:r>
            <a:r>
              <a:rPr lang="en-US" sz="2000" dirty="0" err="1"/>
              <a:t>günah</a:t>
            </a:r>
            <a:r>
              <a:rPr lang="en-US" sz="2000" dirty="0"/>
              <a:t> </a:t>
            </a:r>
            <a:r>
              <a:rPr lang="en-US" sz="2000" dirty="0" err="1"/>
              <a:t>ile</a:t>
            </a:r>
            <a:r>
              <a:rPr lang="en-US" sz="2000" dirty="0"/>
              <a:t> </a:t>
            </a:r>
            <a:r>
              <a:rPr lang="en-US" sz="2000" dirty="0" err="1"/>
              <a:t>niyetin</a:t>
            </a:r>
            <a:r>
              <a:rPr lang="en-US" sz="2000" dirty="0"/>
              <a:t> </a:t>
            </a:r>
            <a:r>
              <a:rPr lang="en-US" sz="2000" dirty="0" err="1"/>
              <a:t>enerjisi</a:t>
            </a:r>
            <a:r>
              <a:rPr lang="en-US" sz="2000" dirty="0"/>
              <a:t> </a:t>
            </a:r>
            <a:r>
              <a:rPr lang="en-US" sz="2000" dirty="0" err="1"/>
              <a:t>arasındaki</a:t>
            </a:r>
            <a:r>
              <a:rPr lang="en-US" sz="2000" dirty="0"/>
              <a:t> </a:t>
            </a:r>
            <a:r>
              <a:rPr lang="en-US" sz="2000" dirty="0" err="1"/>
              <a:t>farkı</a:t>
            </a:r>
            <a:r>
              <a:rPr lang="en-US" sz="2000" dirty="0"/>
              <a:t> </a:t>
            </a:r>
            <a:r>
              <a:rPr lang="en-US" sz="2000" dirty="0" err="1"/>
              <a:t>anlamaya</a:t>
            </a:r>
            <a:r>
              <a:rPr lang="en-US" sz="2000" dirty="0"/>
              <a:t> </a:t>
            </a:r>
            <a:r>
              <a:rPr lang="en-US" sz="2000" dirty="0" err="1"/>
              <a:t>çağırır</a:t>
            </a:r>
            <a:r>
              <a:rPr lang="en-US" sz="2000" dirty="0"/>
              <a:t>: Zaman </a:t>
            </a:r>
            <a:r>
              <a:rPr lang="en-US" sz="2000" dirty="0" err="1"/>
              <a:t>içinde</a:t>
            </a:r>
            <a:r>
              <a:rPr lang="en-US" sz="2000" dirty="0"/>
              <a:t> </a:t>
            </a:r>
            <a:r>
              <a:rPr lang="en-US" sz="2000" dirty="0" err="1"/>
              <a:t>yapılan</a:t>
            </a:r>
            <a:r>
              <a:rPr lang="en-US" sz="2000" dirty="0"/>
              <a:t> </a:t>
            </a:r>
            <a:r>
              <a:rPr lang="en-US" sz="2000" dirty="0" err="1"/>
              <a:t>hatalar</a:t>
            </a:r>
            <a:r>
              <a:rPr lang="en-US" sz="2000" dirty="0"/>
              <a:t> </a:t>
            </a:r>
            <a:r>
              <a:rPr lang="en-US" sz="2000" dirty="0" err="1"/>
              <a:t>affedilir</a:t>
            </a:r>
            <a:r>
              <a:rPr lang="en-US" sz="2000" dirty="0"/>
              <a:t> </a:t>
            </a:r>
            <a:r>
              <a:rPr lang="en-US" sz="2000" dirty="0" err="1"/>
              <a:t>olabilir</a:t>
            </a:r>
            <a:r>
              <a:rPr lang="en-US" sz="2000" dirty="0"/>
              <a:t>… ama </a:t>
            </a:r>
            <a:r>
              <a:rPr lang="en-US" sz="2000" dirty="0" err="1"/>
              <a:t>hakikatten</a:t>
            </a:r>
            <a:r>
              <a:rPr lang="en-US" sz="2000" dirty="0"/>
              <a:t> </a:t>
            </a:r>
            <a:r>
              <a:rPr lang="en-US" sz="2000" dirty="0" err="1"/>
              <a:t>koparan</a:t>
            </a:r>
            <a:r>
              <a:rPr lang="en-US" sz="2000" dirty="0"/>
              <a:t> </a:t>
            </a:r>
            <a:r>
              <a:rPr lang="en-US" sz="2000" dirty="0" err="1"/>
              <a:t>niyetler</a:t>
            </a:r>
            <a:r>
              <a:rPr lang="en-US" sz="2000" dirty="0"/>
              <a:t>, </a:t>
            </a:r>
            <a:r>
              <a:rPr lang="en-US" sz="2000" dirty="0" err="1"/>
              <a:t>sistemden</a:t>
            </a:r>
            <a:r>
              <a:rPr lang="en-US" sz="2000" dirty="0"/>
              <a:t> </a:t>
            </a:r>
            <a:r>
              <a:rPr lang="en-US" sz="2000" dirty="0" err="1"/>
              <a:t>dışlanır</a:t>
            </a:r>
            <a:r>
              <a:rPr lang="en-US" sz="2000" dirty="0"/>
              <a:t>. </a:t>
            </a:r>
            <a:r>
              <a:rPr lang="en-US" sz="2000" dirty="0" err="1"/>
              <a:t>Fitne</a:t>
            </a:r>
            <a:r>
              <a:rPr lang="en-US" sz="2000" dirty="0"/>
              <a:t>, </a:t>
            </a:r>
            <a:r>
              <a:rPr lang="en-US" sz="2000" dirty="0" err="1"/>
              <a:t>enerjisel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zehirdir</a:t>
            </a:r>
            <a:r>
              <a:rPr lang="en-US" sz="2000" dirty="0"/>
              <a:t>…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karartır</a:t>
            </a:r>
            <a:r>
              <a:rPr lang="en-US" sz="2000" dirty="0"/>
              <a:t>.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koruma</a:t>
            </a:r>
            <a:r>
              <a:rPr lang="en-US" sz="2000" dirty="0"/>
              <a:t>, </a:t>
            </a:r>
            <a:r>
              <a:rPr lang="en-US" sz="2000" dirty="0" err="1"/>
              <a:t>kalbini</a:t>
            </a:r>
            <a:r>
              <a:rPr lang="en-US" sz="2000" dirty="0"/>
              <a:t>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merkezde</a:t>
            </a:r>
            <a:r>
              <a:rPr lang="en-US" sz="2000" dirty="0"/>
              <a:t> </a:t>
            </a:r>
            <a:r>
              <a:rPr lang="en-US" sz="2000" dirty="0" err="1"/>
              <a:t>tutmaktır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“Sana </a:t>
            </a:r>
            <a:r>
              <a:rPr lang="en-US" sz="2000" dirty="0" err="1"/>
              <a:t>saldıran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O’ndan</a:t>
            </a:r>
            <a:r>
              <a:rPr lang="en-US" sz="2000" dirty="0"/>
              <a:t> </a:t>
            </a:r>
            <a:r>
              <a:rPr lang="en-US" sz="2000" dirty="0" err="1"/>
              <a:t>koparmaya</a:t>
            </a:r>
            <a:r>
              <a:rPr lang="en-US" sz="2000" dirty="0"/>
              <a:t> </a:t>
            </a:r>
            <a:r>
              <a:rPr lang="en-US" sz="2000" dirty="0" err="1"/>
              <a:t>çalışan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düşmandır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dirty="0" err="1"/>
              <a:t>Kalbini</a:t>
            </a:r>
            <a:r>
              <a:rPr lang="en-US" sz="2000" dirty="0"/>
              <a:t> </a:t>
            </a:r>
            <a:r>
              <a:rPr lang="en-US" sz="2000" dirty="0" err="1"/>
              <a:t>merkezde</a:t>
            </a:r>
            <a:r>
              <a:rPr lang="en-US" sz="2000" dirty="0"/>
              <a:t> tut,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zırhın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 err="1"/>
              <a:t>bağlı</a:t>
            </a:r>
            <a:r>
              <a:rPr lang="en-US" sz="2000" dirty="0"/>
              <a:t> </a:t>
            </a:r>
            <a:r>
              <a:rPr lang="en-US" sz="2000" dirty="0" err="1"/>
              <a:t>kaldığın</a:t>
            </a:r>
            <a:r>
              <a:rPr lang="en-US" sz="2000" dirty="0"/>
              <a:t> </a:t>
            </a:r>
            <a:r>
              <a:rPr lang="en-US" sz="2000" dirty="0" err="1"/>
              <a:t>ışıktır</a:t>
            </a:r>
            <a:r>
              <a:rPr lang="en-US" sz="2000" dirty="0"/>
              <a:t>.” </a:t>
            </a:r>
            <a:endParaRPr lang="en-TR" sz="2000" dirty="0"/>
          </a:p>
          <a:p>
            <a:endParaRPr lang="en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78647256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909068C-D142-5035-3240-713D76B49F01}"/>
              </a:ext>
            </a:extLst>
          </p:cNvPr>
          <p:cNvSpPr txBox="1"/>
          <p:nvPr/>
        </p:nvSpPr>
        <p:spPr>
          <a:xfrm>
            <a:off x="0" y="77118"/>
            <a:ext cx="6858000" cy="12988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Bakara </a:t>
            </a:r>
            <a:r>
              <a:rPr lang="en-US" sz="2000" dirty="0" err="1"/>
              <a:t>Suresi</a:t>
            </a:r>
            <a:r>
              <a:rPr lang="en-US" sz="2000" dirty="0"/>
              <a:t> 218. </a:t>
            </a:r>
            <a:r>
              <a:rPr lang="en-US" sz="2000" dirty="0" err="1"/>
              <a:t>ayete</a:t>
            </a:r>
            <a:r>
              <a:rPr lang="en-US" sz="2000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,“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çıkanların</a:t>
            </a:r>
            <a:r>
              <a:rPr lang="en-US" sz="2000" dirty="0"/>
              <a:t>” </a:t>
            </a:r>
            <a:r>
              <a:rPr lang="en-US" sz="2000" dirty="0" err="1"/>
              <a:t>ve</a:t>
            </a:r>
            <a:r>
              <a:rPr lang="en-US" sz="2000" dirty="0"/>
              <a:t> “</a:t>
            </a:r>
            <a:r>
              <a:rPr lang="en-US" sz="2000" dirty="0" err="1"/>
              <a:t>yolda</a:t>
            </a:r>
            <a:r>
              <a:rPr lang="en-US" sz="2000" dirty="0"/>
              <a:t> </a:t>
            </a:r>
            <a:r>
              <a:rPr lang="en-US" sz="2000" dirty="0" err="1"/>
              <a:t>kalanların</a:t>
            </a:r>
            <a:r>
              <a:rPr lang="en-US" sz="2000" dirty="0"/>
              <a:t>” </a:t>
            </a:r>
            <a:r>
              <a:rPr lang="en-US" sz="2000" dirty="0" err="1"/>
              <a:t>ayrımını</a:t>
            </a:r>
            <a:r>
              <a:rPr lang="en-US" sz="2000" dirty="0"/>
              <a:t> </a:t>
            </a:r>
            <a:r>
              <a:rPr lang="en-US" sz="2000" dirty="0" err="1"/>
              <a:t>yapmaz</a:t>
            </a:r>
            <a:r>
              <a:rPr lang="en-US" sz="2000" dirty="0"/>
              <a:t>…</a:t>
            </a:r>
          </a:p>
          <a:p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sorar</a:t>
            </a:r>
            <a:r>
              <a:rPr lang="en-US" sz="2000" dirty="0"/>
              <a:t>:“Sen </a:t>
            </a:r>
            <a:r>
              <a:rPr lang="en-US" sz="2000" dirty="0" err="1"/>
              <a:t>kalpten</a:t>
            </a:r>
            <a:r>
              <a:rPr lang="en-US" sz="2000" dirty="0"/>
              <a:t> </a:t>
            </a:r>
            <a:r>
              <a:rPr lang="en-US" sz="2000" dirty="0" err="1"/>
              <a:t>yürüdün</a:t>
            </a:r>
            <a:r>
              <a:rPr lang="en-US" sz="2000" dirty="0"/>
              <a:t> </a:t>
            </a:r>
            <a:r>
              <a:rPr lang="en-US" sz="2000" dirty="0" err="1"/>
              <a:t>mü</a:t>
            </a:r>
            <a:r>
              <a:rPr lang="en-US" sz="2000" dirty="0"/>
              <a:t>? Gittin mi </a:t>
            </a:r>
            <a:r>
              <a:rPr lang="en-US" sz="2000" dirty="0" err="1"/>
              <a:t>gerçekten</a:t>
            </a:r>
            <a:r>
              <a:rPr lang="en-US" sz="2000" dirty="0"/>
              <a:t>, </a:t>
            </a:r>
            <a:r>
              <a:rPr lang="en-US" sz="2000" dirty="0" err="1"/>
              <a:t>mücadele</a:t>
            </a:r>
            <a:r>
              <a:rPr lang="en-US" sz="2000" dirty="0"/>
              <a:t> </a:t>
            </a:r>
            <a:r>
              <a:rPr lang="en-US" sz="2000" dirty="0" err="1"/>
              <a:t>ettin</a:t>
            </a:r>
            <a:r>
              <a:rPr lang="en-US" sz="2000" dirty="0"/>
              <a:t> mi, </a:t>
            </a:r>
            <a:r>
              <a:rPr lang="en-US" sz="2000" dirty="0" err="1"/>
              <a:t>sabrettin</a:t>
            </a:r>
            <a:r>
              <a:rPr lang="en-US" sz="2000" dirty="0"/>
              <a:t> mi?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öyleyse</a:t>
            </a:r>
            <a:r>
              <a:rPr lang="en-US" sz="2000" dirty="0"/>
              <a:t>, 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duydum</a:t>
            </a:r>
            <a:r>
              <a:rPr lang="en-US" sz="2000" dirty="0"/>
              <a:t>.” </a:t>
            </a:r>
          </a:p>
          <a:p>
            <a:r>
              <a:rPr lang="en-US" sz="2000" dirty="0"/>
              <a:t>Ve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,</a:t>
            </a:r>
          </a:p>
          <a:p>
            <a:r>
              <a:rPr lang="en-US" sz="2000" dirty="0" err="1"/>
              <a:t>gizli</a:t>
            </a:r>
            <a:r>
              <a:rPr lang="en-US" sz="2000" dirty="0"/>
              <a:t> </a:t>
            </a:r>
            <a:r>
              <a:rPr lang="en-US" sz="2000" dirty="0" err="1"/>
              <a:t>kahramanların,sessiz</a:t>
            </a:r>
            <a:r>
              <a:rPr lang="en-US" sz="2000" dirty="0"/>
              <a:t> </a:t>
            </a:r>
            <a:r>
              <a:rPr lang="en-US" sz="2000" dirty="0" err="1"/>
              <a:t>yürüyüşçülerin,kalbinden</a:t>
            </a:r>
            <a:r>
              <a:rPr lang="en-US" sz="2000" dirty="0"/>
              <a:t> </a:t>
            </a:r>
            <a:r>
              <a:rPr lang="en-US" sz="2000" dirty="0" err="1"/>
              <a:t>mücadele</a:t>
            </a:r>
            <a:r>
              <a:rPr lang="en-US" sz="2000" dirty="0"/>
              <a:t> </a:t>
            </a:r>
            <a:r>
              <a:rPr lang="en-US" sz="2000" dirty="0" err="1"/>
              <a:t>edenlerinilahi</a:t>
            </a:r>
            <a:r>
              <a:rPr lang="en-US" sz="2000" dirty="0"/>
              <a:t> </a:t>
            </a:r>
            <a:r>
              <a:rPr lang="en-US" sz="2000" dirty="0" err="1"/>
              <a:t>sistemde</a:t>
            </a:r>
            <a:r>
              <a:rPr lang="en-US" sz="2000" dirty="0"/>
              <a:t> </a:t>
            </a:r>
            <a:r>
              <a:rPr lang="en-US" sz="2000" dirty="0" err="1"/>
              <a:t>nasıl</a:t>
            </a:r>
            <a:r>
              <a:rPr lang="en-US" sz="2000" dirty="0"/>
              <a:t> </a:t>
            </a:r>
            <a:r>
              <a:rPr lang="en-US" sz="2000" dirty="0" err="1"/>
              <a:t>karşılandığını</a:t>
            </a:r>
            <a:r>
              <a:rPr lang="en-US" sz="2000" dirty="0"/>
              <a:t> </a:t>
            </a:r>
            <a:r>
              <a:rPr lang="en-US" sz="2000" dirty="0" err="1"/>
              <a:t>gösterir</a:t>
            </a:r>
            <a:r>
              <a:rPr lang="en-US" sz="2000" dirty="0"/>
              <a:t>.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218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Bölüm</a:t>
            </a:r>
            <a:r>
              <a:rPr lang="en-US" sz="2000" dirty="0"/>
              <a:t>: “</a:t>
            </a:r>
            <a:r>
              <a:rPr lang="en-US" sz="2000" dirty="0" err="1"/>
              <a:t>Göç</a:t>
            </a:r>
            <a:r>
              <a:rPr lang="en-US" sz="2000" dirty="0"/>
              <a:t> </a:t>
            </a:r>
            <a:r>
              <a:rPr lang="en-US" sz="2000" dirty="0" err="1"/>
              <a:t>Ettin</a:t>
            </a:r>
            <a:r>
              <a:rPr lang="en-US" sz="2000" dirty="0"/>
              <a:t> mi? </a:t>
            </a:r>
            <a:r>
              <a:rPr lang="en-US" sz="2000" dirty="0" err="1"/>
              <a:t>Sabrettin</a:t>
            </a:r>
            <a:r>
              <a:rPr lang="en-US" sz="2000" dirty="0"/>
              <a:t> mi? </a:t>
            </a:r>
            <a:r>
              <a:rPr lang="en-US" sz="2000" dirty="0" err="1"/>
              <a:t>Kalbinden</a:t>
            </a:r>
            <a:r>
              <a:rPr lang="en-US" sz="2000" dirty="0"/>
              <a:t> </a:t>
            </a:r>
            <a:r>
              <a:rPr lang="en-US" sz="2000" dirty="0" err="1"/>
              <a:t>Yürüdün</a:t>
            </a:r>
            <a:r>
              <a:rPr lang="en-US" sz="2000" dirty="0"/>
              <a:t> </a:t>
            </a:r>
            <a:r>
              <a:rPr lang="en-US" sz="2000" dirty="0" err="1"/>
              <a:t>mü</a:t>
            </a:r>
            <a:r>
              <a:rPr lang="en-US" sz="2000" dirty="0"/>
              <a:t>?”</a:t>
            </a:r>
          </a:p>
          <a:p>
            <a:pPr marL="0" indent="0">
              <a:buNone/>
            </a:pPr>
            <a:r>
              <a:rPr lang="en-US" sz="2000" dirty="0"/>
              <a:t> Yola </a:t>
            </a:r>
            <a:r>
              <a:rPr lang="en-US" sz="2000" dirty="0" err="1"/>
              <a:t>Gerçekten</a:t>
            </a:r>
            <a:r>
              <a:rPr lang="en-US" sz="2000" dirty="0"/>
              <a:t> </a:t>
            </a:r>
            <a:r>
              <a:rPr lang="en-US" sz="2000" dirty="0" err="1"/>
              <a:t>Çıkan</a:t>
            </a:r>
            <a:r>
              <a:rPr lang="en-US" sz="2000" dirty="0"/>
              <a:t>, </a:t>
            </a:r>
            <a:r>
              <a:rPr lang="en-US" sz="2000" dirty="0" err="1"/>
              <a:t>Görünmese</a:t>
            </a:r>
            <a:r>
              <a:rPr lang="en-US" sz="2000" dirty="0"/>
              <a:t> de </a:t>
            </a:r>
            <a:r>
              <a:rPr lang="en-US" sz="2000" dirty="0" err="1"/>
              <a:t>Işıkla</a:t>
            </a:r>
            <a:r>
              <a:rPr lang="en-US" sz="2000" dirty="0"/>
              <a:t> </a:t>
            </a:r>
            <a:r>
              <a:rPr lang="en-US" sz="2000" dirty="0" err="1"/>
              <a:t>Yazılır</a:t>
            </a:r>
            <a:r>
              <a:rPr lang="en-US" sz="2000" dirty="0"/>
              <a:t> 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1. </a:t>
            </a:r>
          </a:p>
          <a:p>
            <a:r>
              <a:rPr lang="en-US" sz="2000" b="1" dirty="0"/>
              <a:t>“İman </a:t>
            </a:r>
            <a:r>
              <a:rPr lang="en-US" sz="2000" b="1" dirty="0" err="1"/>
              <a:t>edenler</a:t>
            </a:r>
            <a:r>
              <a:rPr lang="en-US" sz="2000" b="1" dirty="0"/>
              <a:t>…”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sadece</a:t>
            </a:r>
            <a:r>
              <a:rPr lang="en-US" sz="2000" dirty="0"/>
              <a:t> “</a:t>
            </a:r>
            <a:r>
              <a:rPr lang="en-US" sz="2000" dirty="0" err="1"/>
              <a:t>inanmak</a:t>
            </a:r>
            <a:r>
              <a:rPr lang="en-US" sz="2000" dirty="0"/>
              <a:t>”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tr-TR" sz="2000" dirty="0"/>
              <a:t>i</a:t>
            </a:r>
            <a:r>
              <a:rPr lang="en-US" sz="2000" dirty="0"/>
              <a:t> </a:t>
            </a:r>
            <a:r>
              <a:rPr lang="en-US" sz="2000" dirty="0" err="1"/>
              <a:t>içsel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dönüşümle</a:t>
            </a:r>
            <a:r>
              <a:rPr lang="en-US" sz="2000" dirty="0"/>
              <a:t>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çıkmaktır</a:t>
            </a:r>
            <a:r>
              <a:rPr lang="en-US" sz="2000" dirty="0"/>
              <a:t>. </a:t>
            </a:r>
            <a:br>
              <a:rPr lang="en-US" sz="2000" dirty="0"/>
            </a:br>
            <a:r>
              <a:rPr lang="en-US" sz="2000" b="1" dirty="0"/>
              <a:t>İman</a:t>
            </a:r>
            <a:r>
              <a:rPr lang="en-US" sz="2000" dirty="0"/>
              <a:t>: </a:t>
            </a:r>
            <a:r>
              <a:rPr lang="en-US" sz="2000" dirty="0" err="1"/>
              <a:t>Bilinçle</a:t>
            </a:r>
            <a:r>
              <a:rPr lang="en-US" sz="2000" dirty="0"/>
              <a:t> </a:t>
            </a:r>
            <a:r>
              <a:rPr lang="en-US" sz="2000" dirty="0" err="1"/>
              <a:t>hizalanmak</a:t>
            </a:r>
            <a:r>
              <a:rPr lang="en-US" sz="2000" dirty="0"/>
              <a:t> </a:t>
            </a:r>
            <a:r>
              <a:rPr lang="en-US" sz="2000" dirty="0" err="1"/>
              <a:t>Kaynağa</a:t>
            </a:r>
            <a:r>
              <a:rPr lang="en-US" sz="2000" dirty="0"/>
              <a:t> </a:t>
            </a:r>
            <a:r>
              <a:rPr lang="en-US" sz="2000" dirty="0" err="1"/>
              <a:t>bağlanmak</a:t>
            </a:r>
            <a:r>
              <a:rPr lang="en-US" sz="2000" dirty="0"/>
              <a:t> </a:t>
            </a:r>
            <a:r>
              <a:rPr lang="en-US" sz="2000" dirty="0" err="1"/>
              <a:t>Görmediği</a:t>
            </a:r>
            <a:r>
              <a:rPr lang="en-US" sz="2000" dirty="0"/>
              <a:t> </a:t>
            </a:r>
            <a:r>
              <a:rPr lang="en-US" sz="2000" dirty="0" err="1"/>
              <a:t>hâlde</a:t>
            </a:r>
            <a:r>
              <a:rPr lang="en-US" sz="2000" dirty="0"/>
              <a:t>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çıkmaktır</a:t>
            </a:r>
            <a:r>
              <a:rPr lang="en-US" sz="2000" dirty="0"/>
              <a:t> </a:t>
            </a:r>
            <a:r>
              <a:rPr lang="tr-TR" sz="2000" dirty="0"/>
              <a:t>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bilir</a:t>
            </a:r>
            <a:r>
              <a:rPr lang="en-US" sz="2000" dirty="0"/>
              <a:t> ki: “</a:t>
            </a:r>
            <a:r>
              <a:rPr lang="en-US" sz="2000" dirty="0" err="1"/>
              <a:t>İnanmak</a:t>
            </a:r>
            <a:r>
              <a:rPr lang="en-US" sz="2000" dirty="0"/>
              <a:t>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söz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— </a:t>
            </a:r>
            <a:r>
              <a:rPr lang="en-US" sz="2000" dirty="0" err="1"/>
              <a:t>titreşimdir</a:t>
            </a:r>
            <a:r>
              <a:rPr lang="en-US" sz="2000" dirty="0"/>
              <a:t>.” 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2. 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Hicret</a:t>
            </a:r>
            <a:r>
              <a:rPr lang="en-US" sz="2000" b="1" dirty="0"/>
              <a:t> </a:t>
            </a:r>
            <a:r>
              <a:rPr lang="en-US" sz="2000" b="1" dirty="0" err="1"/>
              <a:t>edenler</a:t>
            </a:r>
            <a:r>
              <a:rPr lang="en-US" sz="2000" b="1" dirty="0"/>
              <a:t>…”</a:t>
            </a:r>
            <a:endParaRPr lang="en-US" sz="2000" dirty="0"/>
          </a:p>
          <a:p>
            <a:r>
              <a:rPr lang="en-US" sz="2000" dirty="0" err="1"/>
              <a:t>Hicret</a:t>
            </a:r>
            <a:r>
              <a:rPr lang="en-US" sz="2000" dirty="0"/>
              <a:t> = </a:t>
            </a:r>
            <a:r>
              <a:rPr lang="en-US" sz="2000" dirty="0" err="1"/>
              <a:t>Mekânsal</a:t>
            </a:r>
            <a:r>
              <a:rPr lang="en-US" sz="2000" dirty="0"/>
              <a:t> </a:t>
            </a:r>
            <a:r>
              <a:rPr lang="en-US" sz="2000" dirty="0" err="1"/>
              <a:t>göç</a:t>
            </a:r>
            <a:r>
              <a:rPr lang="en-US" sz="2000" dirty="0"/>
              <a:t> Ama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zamanda</a:t>
            </a:r>
            <a:r>
              <a:rPr lang="en-US" sz="2000" dirty="0"/>
              <a:t> </a:t>
            </a:r>
            <a:r>
              <a:rPr lang="en-US" sz="2000" dirty="0" err="1"/>
              <a:t>Zihinsel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geçiştir</a:t>
            </a:r>
            <a:r>
              <a:rPr lang="en-US" sz="2000" dirty="0"/>
              <a:t>. Bu </a:t>
            </a:r>
            <a:r>
              <a:rPr lang="en-US" sz="2000" dirty="0" err="1"/>
              <a:t>kişi</a:t>
            </a:r>
            <a:r>
              <a:rPr lang="en-US" sz="2000" dirty="0"/>
              <a:t>: Eski </a:t>
            </a:r>
            <a:r>
              <a:rPr lang="en-US" sz="2000" dirty="0" err="1"/>
              <a:t>inançlarını</a:t>
            </a:r>
            <a:r>
              <a:rPr lang="en-US" sz="2000" dirty="0"/>
              <a:t> </a:t>
            </a:r>
            <a:r>
              <a:rPr lang="en-US" sz="2000" dirty="0" err="1"/>
              <a:t>bırakmıştır</a:t>
            </a:r>
            <a:r>
              <a:rPr lang="en-US" sz="2000" dirty="0"/>
              <a:t> </a:t>
            </a:r>
            <a:r>
              <a:rPr lang="tr-TR" sz="2000" dirty="0"/>
              <a:t>.</a:t>
            </a:r>
            <a:r>
              <a:rPr lang="en-US" sz="2000" dirty="0" err="1"/>
              <a:t>Korkularını</a:t>
            </a:r>
            <a:r>
              <a:rPr lang="en-US" sz="2000" dirty="0"/>
              <a:t> </a:t>
            </a:r>
            <a:r>
              <a:rPr lang="en-US" sz="2000" dirty="0" err="1"/>
              <a:t>terk</a:t>
            </a:r>
            <a:r>
              <a:rPr lang="en-US" sz="2000" dirty="0"/>
              <a:t> </a:t>
            </a:r>
            <a:r>
              <a:rPr lang="en-US" sz="2000" dirty="0" err="1"/>
              <a:t>etmiştir</a:t>
            </a:r>
            <a:r>
              <a:rPr lang="tr-TR" sz="2000" dirty="0"/>
              <a:t>.</a:t>
            </a:r>
            <a:r>
              <a:rPr lang="en-US" sz="2000" dirty="0"/>
              <a:t> </a:t>
            </a:r>
            <a:r>
              <a:rPr lang="en-US" sz="2000" dirty="0" err="1"/>
              <a:t>Konfor</a:t>
            </a:r>
            <a:r>
              <a:rPr lang="en-US" sz="2000" dirty="0"/>
              <a:t> </a:t>
            </a:r>
            <a:r>
              <a:rPr lang="en-US" sz="2000" dirty="0" err="1"/>
              <a:t>alanından</a:t>
            </a:r>
            <a:r>
              <a:rPr lang="en-US" sz="2000" dirty="0"/>
              <a:t> </a:t>
            </a:r>
            <a:r>
              <a:rPr lang="en-US" sz="2000" dirty="0" err="1"/>
              <a:t>çıkmıştır</a:t>
            </a:r>
            <a:r>
              <a:rPr lang="en-US" sz="2000" dirty="0"/>
              <a:t> Ve </a:t>
            </a:r>
            <a:r>
              <a:rPr lang="en-US" sz="2000" dirty="0" err="1"/>
              <a:t>içinden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demiştir</a:t>
            </a:r>
            <a:r>
              <a:rPr lang="en-US" sz="2000" dirty="0"/>
              <a:t>: “Ben </a:t>
            </a:r>
            <a:r>
              <a:rPr lang="en-US" sz="2000" dirty="0" err="1"/>
              <a:t>artık</a:t>
            </a:r>
            <a:r>
              <a:rPr lang="en-US" sz="2000" dirty="0"/>
              <a:t> </a:t>
            </a:r>
            <a:r>
              <a:rPr lang="en-US" sz="2000" dirty="0" err="1"/>
              <a:t>ışığa</a:t>
            </a:r>
            <a:r>
              <a:rPr lang="en-US" sz="2000" dirty="0"/>
              <a:t> </a:t>
            </a:r>
            <a:r>
              <a:rPr lang="en-US" sz="2000" dirty="0" err="1"/>
              <a:t>doğru</a:t>
            </a:r>
            <a:r>
              <a:rPr lang="en-US" sz="2000" dirty="0"/>
              <a:t> </a:t>
            </a:r>
            <a:r>
              <a:rPr lang="en-US" sz="2000" dirty="0" err="1"/>
              <a:t>yürüyorum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3. </a:t>
            </a:r>
          </a:p>
          <a:p>
            <a:r>
              <a:rPr lang="en-US" sz="2000" b="1" dirty="0"/>
              <a:t>“Allah </a:t>
            </a:r>
            <a:r>
              <a:rPr lang="en-US" sz="2000" b="1" dirty="0" err="1"/>
              <a:t>yolunda</a:t>
            </a:r>
            <a:r>
              <a:rPr lang="en-US" sz="2000" b="1" dirty="0"/>
              <a:t> </a:t>
            </a:r>
            <a:r>
              <a:rPr lang="en-US" sz="2000" b="1" dirty="0" err="1"/>
              <a:t>mücadele</a:t>
            </a:r>
            <a:r>
              <a:rPr lang="en-US" sz="2000" b="1" dirty="0"/>
              <a:t> </a:t>
            </a:r>
            <a:r>
              <a:rPr lang="en-US" sz="2000" b="1" dirty="0" err="1"/>
              <a:t>edenler</a:t>
            </a:r>
            <a:r>
              <a:rPr lang="en-US" sz="2000" b="1" dirty="0"/>
              <a:t>…”</a:t>
            </a:r>
            <a:endParaRPr lang="en-US" sz="2000" dirty="0"/>
          </a:p>
          <a:p>
            <a:r>
              <a:rPr lang="en-US" sz="2000" dirty="0" err="1"/>
              <a:t>Mücadele</a:t>
            </a:r>
            <a:r>
              <a:rPr lang="en-US" sz="2000" dirty="0"/>
              <a:t> = </a:t>
            </a:r>
            <a:r>
              <a:rPr lang="en-US" sz="2000" dirty="0" err="1"/>
              <a:t>Kendinle</a:t>
            </a:r>
            <a:r>
              <a:rPr lang="en-US" sz="2000" dirty="0"/>
              <a:t> </a:t>
            </a:r>
            <a:r>
              <a:rPr lang="en-US" sz="2000" dirty="0" err="1"/>
              <a:t>yüzleşmek</a:t>
            </a:r>
            <a:r>
              <a:rPr lang="en-US" sz="2000" dirty="0"/>
              <a:t> </a:t>
            </a:r>
            <a:r>
              <a:rPr lang="en-US" sz="2000" dirty="0" err="1"/>
              <a:t>Şeytanla</a:t>
            </a:r>
            <a:r>
              <a:rPr lang="en-US" sz="2000" dirty="0"/>
              <a:t>, </a:t>
            </a:r>
            <a:r>
              <a:rPr lang="en-US" sz="2000" dirty="0" err="1"/>
              <a:t>nefsinle</a:t>
            </a:r>
            <a:r>
              <a:rPr lang="en-US" sz="2000" dirty="0"/>
              <a:t>, </a:t>
            </a:r>
            <a:r>
              <a:rPr lang="en-US" sz="2000" dirty="0" err="1"/>
              <a:t>eski</a:t>
            </a:r>
            <a:r>
              <a:rPr lang="en-US" sz="2000" dirty="0"/>
              <a:t> </a:t>
            </a:r>
            <a:r>
              <a:rPr lang="en-US" sz="2000" dirty="0" err="1"/>
              <a:t>kodlarla</a:t>
            </a:r>
            <a:r>
              <a:rPr lang="en-US" sz="2000" dirty="0"/>
              <a:t> </a:t>
            </a:r>
            <a:r>
              <a:rPr lang="en-US" sz="2000" dirty="0" err="1"/>
              <a:t>savaşmak</a:t>
            </a:r>
            <a:r>
              <a:rPr lang="en-US" sz="2000" dirty="0"/>
              <a:t> </a:t>
            </a:r>
            <a:r>
              <a:rPr lang="en-US" sz="2000" dirty="0" err="1"/>
              <a:t>Korkularla</a:t>
            </a:r>
            <a:r>
              <a:rPr lang="en-US" sz="2000" dirty="0"/>
              <a:t> </a:t>
            </a:r>
            <a:r>
              <a:rPr lang="en-US" sz="2000" dirty="0" err="1"/>
              <a:t>vedalaşmak</a:t>
            </a:r>
            <a:r>
              <a:rPr lang="en-US" sz="2000" dirty="0"/>
              <a:t>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cihad</a:t>
            </a:r>
            <a:r>
              <a:rPr lang="en-US" sz="2000" dirty="0"/>
              <a:t>: </a:t>
            </a:r>
            <a:r>
              <a:rPr lang="en-US" sz="2000" dirty="0" err="1"/>
              <a:t>İçsel</a:t>
            </a:r>
            <a:r>
              <a:rPr lang="en-US" sz="2000" dirty="0"/>
              <a:t> </a:t>
            </a:r>
            <a:r>
              <a:rPr lang="en-US" sz="2000" dirty="0" err="1"/>
              <a:t>devrimi</a:t>
            </a:r>
            <a:r>
              <a:rPr lang="en-US" sz="2000" dirty="0"/>
              <a:t> </a:t>
            </a:r>
            <a:r>
              <a:rPr lang="en-US" sz="2000" dirty="0" err="1"/>
              <a:t>başlatmaktır</a:t>
            </a:r>
            <a:r>
              <a:rPr lang="en-US" sz="2000" dirty="0"/>
              <a:t>. Ve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bunu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yankıyla</a:t>
            </a:r>
            <a:r>
              <a:rPr lang="en-US" sz="2000" dirty="0"/>
              <a:t> </a:t>
            </a:r>
            <a:r>
              <a:rPr lang="en-US" sz="2000" dirty="0" err="1"/>
              <a:t>duyar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/>
              <a:t>4. </a:t>
            </a:r>
          </a:p>
          <a:p>
            <a:pPr marL="0" indent="0">
              <a:buNone/>
            </a:pPr>
            <a:r>
              <a:rPr lang="en-US" sz="2000" b="1" dirty="0"/>
              <a:t>“</a:t>
            </a:r>
            <a:r>
              <a:rPr lang="en-US" sz="2000" b="1" dirty="0" err="1"/>
              <a:t>Onlar</a:t>
            </a:r>
            <a:r>
              <a:rPr lang="en-US" sz="2000" b="1" dirty="0"/>
              <a:t>, </a:t>
            </a:r>
            <a:r>
              <a:rPr lang="en-US" sz="2000" b="1" dirty="0" err="1"/>
              <a:t>Allah’ın</a:t>
            </a:r>
            <a:r>
              <a:rPr lang="en-US" sz="2000" b="1" dirty="0"/>
              <a:t> </a:t>
            </a:r>
            <a:r>
              <a:rPr lang="en-US" sz="2000" b="1" dirty="0" err="1"/>
              <a:t>rahmetini</a:t>
            </a:r>
            <a:r>
              <a:rPr lang="en-US" sz="2000" b="1" dirty="0"/>
              <a:t> </a:t>
            </a:r>
            <a:r>
              <a:rPr lang="en-US" sz="2000" b="1" dirty="0" err="1"/>
              <a:t>umabilirler</a:t>
            </a:r>
            <a:r>
              <a:rPr lang="en-US" sz="2000" b="1" dirty="0"/>
              <a:t>.”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Bu “</a:t>
            </a:r>
            <a:r>
              <a:rPr lang="en-US" sz="2000" dirty="0" err="1"/>
              <a:t>umut</a:t>
            </a:r>
            <a:r>
              <a:rPr lang="en-US" sz="2000" dirty="0"/>
              <a:t>” </a:t>
            </a:r>
            <a:r>
              <a:rPr lang="en-US" sz="2000" dirty="0" err="1"/>
              <a:t>kelimesi</a:t>
            </a:r>
            <a:r>
              <a:rPr lang="en-US" sz="2000" dirty="0"/>
              <a:t> </a:t>
            </a:r>
            <a:r>
              <a:rPr lang="en-US" sz="2000" dirty="0" err="1"/>
              <a:t>pasif</a:t>
            </a:r>
            <a:r>
              <a:rPr lang="en-US" sz="2000" dirty="0"/>
              <a:t> </a:t>
            </a:r>
            <a:r>
              <a:rPr lang="en-US" sz="2000" dirty="0" err="1"/>
              <a:t>değildir</a:t>
            </a:r>
            <a:r>
              <a:rPr lang="en-US" sz="2000" dirty="0"/>
              <a:t> — </a:t>
            </a:r>
            <a:r>
              <a:rPr lang="en-US" sz="2000" dirty="0" err="1"/>
              <a:t>titreşen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çağrıdır</a:t>
            </a:r>
            <a:r>
              <a:rPr lang="en-US" sz="2000" dirty="0"/>
              <a:t>. </a:t>
            </a:r>
            <a:r>
              <a:rPr lang="en-US" sz="2000" dirty="0" err="1"/>
              <a:t>Yani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der ki: “Sen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çıktıysan</a:t>
            </a:r>
            <a:r>
              <a:rPr lang="en-US" sz="2000" dirty="0"/>
              <a:t>, 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duydum</a:t>
            </a:r>
            <a:r>
              <a:rPr lang="en-US" sz="2000" dirty="0"/>
              <a:t>. Ve </a:t>
            </a:r>
            <a:r>
              <a:rPr lang="en-US" sz="2000" dirty="0" err="1"/>
              <a:t>rahmet</a:t>
            </a:r>
            <a:r>
              <a:rPr lang="en-US" sz="2000" dirty="0"/>
              <a:t>, sana </a:t>
            </a:r>
            <a:r>
              <a:rPr lang="en-US" sz="2000" dirty="0" err="1"/>
              <a:t>doğru</a:t>
            </a:r>
            <a:r>
              <a:rPr lang="en-US" sz="2000" dirty="0"/>
              <a:t>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çıktı</a:t>
            </a:r>
            <a:r>
              <a:rPr lang="en-US" sz="2000" dirty="0"/>
              <a:t>.”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rahmet</a:t>
            </a:r>
            <a:r>
              <a:rPr lang="en-US" sz="2000" dirty="0"/>
              <a:t>, </a:t>
            </a:r>
            <a:r>
              <a:rPr lang="en-US" sz="2000" dirty="0" err="1"/>
              <a:t>niyete</a:t>
            </a:r>
            <a:r>
              <a:rPr lang="en-US" sz="2000" dirty="0"/>
              <a:t> </a:t>
            </a:r>
            <a:r>
              <a:rPr lang="en-US" sz="2000" dirty="0" err="1"/>
              <a:t>yürür</a:t>
            </a:r>
            <a:r>
              <a:rPr lang="en-US" sz="2000" dirty="0"/>
              <a:t>. </a:t>
            </a:r>
            <a:endParaRPr lang="en-TR" sz="2000" dirty="0"/>
          </a:p>
          <a:p>
            <a:endParaRPr lang="en-TR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68498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A6CA78E-3F86-4E3D-7B66-B2CAE0B58D2A}"/>
              </a:ext>
            </a:extLst>
          </p:cNvPr>
          <p:cNvSpPr txBox="1"/>
          <p:nvPr/>
        </p:nvSpPr>
        <p:spPr>
          <a:xfrm>
            <a:off x="0" y="0"/>
            <a:ext cx="6858000" cy="1545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</a:t>
            </a:r>
            <a:r>
              <a:rPr lang="en-US" sz="2000" b="1" dirty="0"/>
              <a:t>. </a:t>
            </a:r>
          </a:p>
          <a:p>
            <a:r>
              <a:rPr lang="en-US" sz="2000" b="1" dirty="0"/>
              <a:t>“Allah, </a:t>
            </a:r>
            <a:r>
              <a:rPr lang="en-US" sz="2000" b="1" dirty="0" err="1"/>
              <a:t>Gafûr’dur</a:t>
            </a:r>
            <a:r>
              <a:rPr lang="en-US" sz="2000" b="1" dirty="0"/>
              <a:t> – </a:t>
            </a:r>
            <a:r>
              <a:rPr lang="en-US" sz="2000" b="1" dirty="0" err="1"/>
              <a:t>Rahîm’dir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Gafûr</a:t>
            </a:r>
            <a:r>
              <a:rPr lang="en-US" sz="2000" dirty="0"/>
              <a:t> = </a:t>
            </a:r>
            <a:r>
              <a:rPr lang="en-US" sz="2000" dirty="0" err="1"/>
              <a:t>Bağışlayandır</a:t>
            </a:r>
            <a:r>
              <a:rPr lang="en-US" sz="2000" dirty="0"/>
              <a:t> </a:t>
            </a:r>
            <a:r>
              <a:rPr lang="en-US" sz="2000" dirty="0" err="1"/>
              <a:t>Rahîm</a:t>
            </a:r>
            <a:r>
              <a:rPr lang="en-US" sz="2000" dirty="0"/>
              <a:t> = </a:t>
            </a:r>
            <a:r>
              <a:rPr lang="en-US" sz="2000" dirty="0" err="1"/>
              <a:t>Kalbine</a:t>
            </a:r>
            <a:r>
              <a:rPr lang="en-US" sz="2000" dirty="0"/>
              <a:t> </a:t>
            </a:r>
            <a:r>
              <a:rPr lang="en-US" sz="2000" dirty="0" err="1"/>
              <a:t>merhametle</a:t>
            </a:r>
            <a:r>
              <a:rPr lang="en-US" sz="2000" dirty="0"/>
              <a:t> </a:t>
            </a:r>
            <a:r>
              <a:rPr lang="en-US" sz="2000" dirty="0" err="1"/>
              <a:t>dokunandır</a:t>
            </a:r>
            <a:r>
              <a:rPr lang="en-US" sz="2000" dirty="0"/>
              <a:t> Bu, </a:t>
            </a:r>
            <a:r>
              <a:rPr lang="en-US" sz="2000" dirty="0" err="1"/>
              <a:t>sistemin</a:t>
            </a:r>
            <a:r>
              <a:rPr lang="en-US" sz="2000" dirty="0"/>
              <a:t> </a:t>
            </a:r>
            <a:r>
              <a:rPr lang="en-US" sz="2000" dirty="0" err="1"/>
              <a:t>yargılayıcı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dönüştürücü</a:t>
            </a:r>
            <a:r>
              <a:rPr lang="en-US" sz="2000" dirty="0"/>
              <a:t> </a:t>
            </a:r>
            <a:r>
              <a:rPr lang="en-US" sz="2000" dirty="0" err="1"/>
              <a:t>olduğunu</a:t>
            </a:r>
            <a:r>
              <a:rPr lang="en-US" sz="2000" dirty="0"/>
              <a:t> </a:t>
            </a:r>
            <a:r>
              <a:rPr lang="en-US" sz="2000" dirty="0" err="1"/>
              <a:t>gösterir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yürürsen</a:t>
            </a:r>
            <a:r>
              <a:rPr lang="en-US" sz="2000" dirty="0"/>
              <a:t>, o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karşılar</a:t>
            </a:r>
            <a:r>
              <a:rPr lang="en-US" sz="2000" dirty="0"/>
              <a:t>. Sen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adım</a:t>
            </a:r>
            <a:r>
              <a:rPr lang="en-US" sz="2000" dirty="0"/>
              <a:t> </a:t>
            </a:r>
            <a:r>
              <a:rPr lang="en-US" sz="2000" dirty="0" err="1"/>
              <a:t>atarsan</a:t>
            </a:r>
            <a:r>
              <a:rPr lang="en-US" sz="2000" dirty="0"/>
              <a:t>, </a:t>
            </a:r>
            <a:r>
              <a:rPr lang="en-US" sz="2000" dirty="0" err="1"/>
              <a:t>sistem</a:t>
            </a:r>
            <a:r>
              <a:rPr lang="en-US" sz="2000" dirty="0"/>
              <a:t> bin </a:t>
            </a:r>
            <a:r>
              <a:rPr lang="en-US" sz="2000" dirty="0" err="1"/>
              <a:t>adım</a:t>
            </a:r>
            <a:r>
              <a:rPr lang="en-US" sz="2000" dirty="0"/>
              <a:t> </a:t>
            </a:r>
            <a:r>
              <a:rPr lang="en-US" sz="2000" dirty="0" err="1"/>
              <a:t>gelir</a:t>
            </a:r>
            <a:r>
              <a:rPr lang="en-US" sz="2000" dirty="0"/>
              <a:t>.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çıkanların</a:t>
            </a:r>
            <a:r>
              <a:rPr lang="en-US" sz="2000" dirty="0"/>
              <a:t> </a:t>
            </a:r>
            <a:r>
              <a:rPr lang="en-US" sz="2000" dirty="0" err="1"/>
              <a:t>frekansına</a:t>
            </a:r>
            <a:r>
              <a:rPr lang="en-US" sz="2000" dirty="0"/>
              <a:t> </a:t>
            </a:r>
            <a:r>
              <a:rPr lang="en-US" sz="2000" dirty="0" err="1"/>
              <a:t>bağlar</a:t>
            </a:r>
            <a:r>
              <a:rPr lang="en-US" sz="2000" dirty="0"/>
              <a:t>: İman =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inanmak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bilinçle</a:t>
            </a:r>
            <a:r>
              <a:rPr lang="en-US" sz="2000" dirty="0"/>
              <a:t> </a:t>
            </a:r>
            <a:r>
              <a:rPr lang="en-US" sz="2000" dirty="0" err="1"/>
              <a:t>yola</a:t>
            </a:r>
            <a:r>
              <a:rPr lang="en-US" sz="2000" dirty="0"/>
              <a:t> </a:t>
            </a:r>
            <a:r>
              <a:rPr lang="en-US" sz="2000" dirty="0" err="1"/>
              <a:t>çıkmaktır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Hicret</a:t>
            </a:r>
            <a:r>
              <a:rPr lang="en-US" sz="2000" dirty="0"/>
              <a:t> = </a:t>
            </a:r>
            <a:r>
              <a:rPr lang="en-US" sz="2000" dirty="0" err="1"/>
              <a:t>fiziksel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göçtür</a:t>
            </a:r>
            <a:r>
              <a:rPr lang="en-US" sz="2000" dirty="0"/>
              <a:t>. </a:t>
            </a:r>
            <a:r>
              <a:rPr lang="en-US" sz="2000" dirty="0" err="1"/>
              <a:t>Kalbini</a:t>
            </a:r>
            <a:r>
              <a:rPr lang="en-US" sz="2000" dirty="0"/>
              <a:t> </a:t>
            </a:r>
            <a:r>
              <a:rPr lang="en-US" sz="2000" dirty="0" err="1"/>
              <a:t>karanlıktan</a:t>
            </a:r>
            <a:r>
              <a:rPr lang="en-US" sz="2000" dirty="0"/>
              <a:t> </a:t>
            </a:r>
            <a:r>
              <a:rPr lang="en-US" sz="2000" dirty="0" err="1"/>
              <a:t>çıkarıp</a:t>
            </a:r>
            <a:r>
              <a:rPr lang="en-US" sz="2000" dirty="0"/>
              <a:t> </a:t>
            </a:r>
            <a:r>
              <a:rPr lang="en-US" sz="2000" dirty="0" err="1"/>
              <a:t>ışığa</a:t>
            </a:r>
            <a:r>
              <a:rPr lang="en-US" sz="2000" dirty="0"/>
              <a:t> </a:t>
            </a:r>
            <a:r>
              <a:rPr lang="en-US" sz="2000" dirty="0" err="1"/>
              <a:t>yöneltmektir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Mücadele</a:t>
            </a:r>
            <a:r>
              <a:rPr lang="en-US" sz="2000" dirty="0"/>
              <a:t> = </a:t>
            </a:r>
            <a:r>
              <a:rPr lang="en-US" sz="2000" dirty="0" err="1"/>
              <a:t>içsel</a:t>
            </a:r>
            <a:r>
              <a:rPr lang="en-US" sz="2000" dirty="0"/>
              <a:t> </a:t>
            </a:r>
            <a:r>
              <a:rPr lang="en-US" sz="2000" dirty="0" err="1"/>
              <a:t>cihattır</a:t>
            </a:r>
            <a:r>
              <a:rPr lang="en-US" sz="2000" dirty="0"/>
              <a:t>. Ve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kutsal</a:t>
            </a:r>
            <a:r>
              <a:rPr lang="en-US" sz="2000" dirty="0"/>
              <a:t> </a:t>
            </a:r>
            <a:r>
              <a:rPr lang="en-US" sz="2000" dirty="0" err="1"/>
              <a:t>frekanstır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Allah’ın</a:t>
            </a:r>
            <a:r>
              <a:rPr lang="en-US" sz="2000" dirty="0"/>
              <a:t> </a:t>
            </a:r>
            <a:r>
              <a:rPr lang="en-US" sz="2000" dirty="0" err="1"/>
              <a:t>rahmeti</a:t>
            </a:r>
            <a:r>
              <a:rPr lang="en-US" sz="2000" dirty="0"/>
              <a:t>, </a:t>
            </a:r>
            <a:r>
              <a:rPr lang="en-US" sz="2000" dirty="0" err="1"/>
              <a:t>niyetiyle</a:t>
            </a:r>
            <a:r>
              <a:rPr lang="en-US" sz="2000" dirty="0"/>
              <a:t> </a:t>
            </a:r>
            <a:r>
              <a:rPr lang="en-US" sz="2000" dirty="0" err="1"/>
              <a:t>yürüyene</a:t>
            </a:r>
            <a:r>
              <a:rPr lang="en-US" sz="2000" dirty="0"/>
              <a:t> </a:t>
            </a:r>
            <a:r>
              <a:rPr lang="en-US" sz="2000" dirty="0" err="1"/>
              <a:t>açılır</a:t>
            </a:r>
            <a:r>
              <a:rPr lang="en-US" sz="2000" dirty="0"/>
              <a:t>.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“Sen </a:t>
            </a:r>
            <a:r>
              <a:rPr lang="en-US" sz="2000" dirty="0" err="1"/>
              <a:t>görünmesen</a:t>
            </a:r>
            <a:r>
              <a:rPr lang="en-US" sz="2000" dirty="0"/>
              <a:t> bile, </a:t>
            </a:r>
            <a:r>
              <a:rPr lang="en-US" sz="2000" dirty="0" err="1"/>
              <a:t>içinden</a:t>
            </a:r>
            <a:r>
              <a:rPr lang="en-US" sz="2000" dirty="0"/>
              <a:t> </a:t>
            </a:r>
            <a:r>
              <a:rPr lang="en-US" sz="2000" dirty="0" err="1"/>
              <a:t>yürüdüysen</a:t>
            </a:r>
            <a:r>
              <a:rPr lang="en-US" sz="2000" dirty="0"/>
              <a:t>… 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ışığın</a:t>
            </a:r>
            <a:r>
              <a:rPr lang="en-US" sz="2000" dirty="0"/>
              <a:t> </a:t>
            </a:r>
            <a:r>
              <a:rPr lang="en-US" sz="2000" dirty="0" err="1"/>
              <a:t>kayıt</a:t>
            </a:r>
            <a:r>
              <a:rPr lang="en-US" sz="2000" dirty="0"/>
              <a:t> </a:t>
            </a:r>
            <a:r>
              <a:rPr lang="en-US" sz="2000" dirty="0" err="1"/>
              <a:t>defterine</a:t>
            </a:r>
            <a:r>
              <a:rPr lang="en-US" sz="2000" dirty="0"/>
              <a:t> </a:t>
            </a:r>
            <a:r>
              <a:rPr lang="en-US" sz="2000" dirty="0" err="1"/>
              <a:t>yazdım</a:t>
            </a:r>
            <a:r>
              <a:rPr lang="en-US" sz="2000" dirty="0"/>
              <a:t>.”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yürüyüş</a:t>
            </a:r>
            <a:r>
              <a:rPr lang="en-US" sz="2000" dirty="0"/>
              <a:t> </a:t>
            </a:r>
            <a:r>
              <a:rPr lang="en-US" sz="2000" dirty="0" err="1"/>
              <a:t>kalpten</a:t>
            </a:r>
            <a:r>
              <a:rPr lang="en-US" sz="2000" dirty="0"/>
              <a:t> </a:t>
            </a:r>
            <a:r>
              <a:rPr lang="en-US" sz="2000" dirty="0" err="1"/>
              <a:t>başlar</a:t>
            </a:r>
            <a:r>
              <a:rPr lang="en-US" sz="2000" dirty="0"/>
              <a:t>.” </a:t>
            </a:r>
            <a:endParaRPr lang="en-TR" sz="2000" dirty="0"/>
          </a:p>
          <a:p>
            <a:endParaRPr lang="tr-TR" sz="2000" dirty="0"/>
          </a:p>
          <a:p>
            <a:endParaRPr lang="tr-TR" sz="2000" dirty="0"/>
          </a:p>
          <a:p>
            <a:r>
              <a:rPr lang="en-US" sz="2000" dirty="0"/>
              <a:t>Bakara </a:t>
            </a:r>
            <a:r>
              <a:rPr lang="en-US" sz="2000" dirty="0" err="1"/>
              <a:t>Suresi</a:t>
            </a:r>
            <a:r>
              <a:rPr lang="en-US" sz="2000" dirty="0"/>
              <a:t> 219. </a:t>
            </a:r>
            <a:r>
              <a:rPr lang="en-US" sz="2000" dirty="0" err="1"/>
              <a:t>ayete</a:t>
            </a:r>
            <a:r>
              <a:rPr lang="en-US" sz="2000" dirty="0"/>
              <a:t>.</a:t>
            </a:r>
          </a:p>
          <a:p>
            <a:r>
              <a:rPr lang="en-US" sz="2000" dirty="0"/>
              <a:t>Bu </a:t>
            </a:r>
            <a:r>
              <a:rPr lang="en-US" sz="2000" dirty="0" err="1"/>
              <a:t>ayet,görünürde</a:t>
            </a:r>
            <a:r>
              <a:rPr lang="en-US" sz="2000" dirty="0"/>
              <a:t> </a:t>
            </a:r>
            <a:r>
              <a:rPr lang="en-US" sz="2000" dirty="0" err="1"/>
              <a:t>keyif</a:t>
            </a:r>
            <a:r>
              <a:rPr lang="en-US" sz="2000" dirty="0"/>
              <a:t> </a:t>
            </a:r>
            <a:r>
              <a:rPr lang="en-US" sz="2000" dirty="0" err="1"/>
              <a:t>veren</a:t>
            </a:r>
            <a:r>
              <a:rPr lang="en-US" sz="2000" dirty="0"/>
              <a:t> ama </a:t>
            </a:r>
            <a:r>
              <a:rPr lang="en-US" sz="2000" dirty="0" err="1"/>
              <a:t>derinden</a:t>
            </a:r>
            <a:r>
              <a:rPr lang="en-US" sz="2000" dirty="0"/>
              <a:t> </a:t>
            </a:r>
            <a:r>
              <a:rPr lang="en-US" sz="2000" dirty="0" err="1"/>
              <a:t>aşağı</a:t>
            </a:r>
            <a:r>
              <a:rPr lang="en-US" sz="2000" dirty="0"/>
              <a:t> </a:t>
            </a:r>
            <a:r>
              <a:rPr lang="en-US" sz="2000" dirty="0" err="1"/>
              <a:t>çeken</a:t>
            </a:r>
            <a:r>
              <a:rPr lang="en-US" sz="2000" dirty="0"/>
              <a:t> </a:t>
            </a:r>
            <a:r>
              <a:rPr lang="en-US" sz="2000" dirty="0" err="1"/>
              <a:t>alışkanlıkların</a:t>
            </a:r>
            <a:endParaRPr lang="en-US" sz="2000" dirty="0"/>
          </a:p>
          <a:p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yapısını</a:t>
            </a:r>
            <a:r>
              <a:rPr lang="en-US" sz="2000" dirty="0"/>
              <a:t> </a:t>
            </a:r>
            <a:r>
              <a:rPr lang="en-US" sz="2000" dirty="0" err="1"/>
              <a:t>açığa</a:t>
            </a:r>
            <a:r>
              <a:rPr lang="en-US" sz="2000" dirty="0"/>
              <a:t> </a:t>
            </a:r>
            <a:r>
              <a:rPr lang="en-US" sz="2000" dirty="0" err="1"/>
              <a:t>çıkarır.Ve</a:t>
            </a:r>
            <a:r>
              <a:rPr lang="en-US" sz="2000" dirty="0"/>
              <a:t> </a:t>
            </a:r>
            <a:r>
              <a:rPr lang="en-US" sz="2000" dirty="0" err="1"/>
              <a:t>sistemin</a:t>
            </a:r>
            <a:r>
              <a:rPr lang="en-US" sz="2000" dirty="0"/>
              <a:t> </a:t>
            </a:r>
            <a:r>
              <a:rPr lang="en-US" sz="2000" dirty="0" err="1"/>
              <a:t>yaklaşımını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</a:t>
            </a:r>
            <a:r>
              <a:rPr lang="en-US" sz="2000" dirty="0" err="1"/>
              <a:t>özetler</a:t>
            </a:r>
            <a:r>
              <a:rPr lang="en-US" sz="2000" dirty="0"/>
              <a:t>:</a:t>
            </a:r>
          </a:p>
          <a:p>
            <a:r>
              <a:rPr lang="en-US" sz="2000" dirty="0"/>
              <a:t>“Ben </a:t>
            </a:r>
            <a:r>
              <a:rPr lang="en-US" sz="2000" dirty="0" err="1"/>
              <a:t>yasaklamam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yasaklamam</a:t>
            </a:r>
            <a:r>
              <a:rPr lang="en-US" sz="2000" dirty="0"/>
              <a:t>… Ama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frekansını</a:t>
            </a:r>
            <a:r>
              <a:rPr lang="en-US" sz="2000" dirty="0"/>
              <a:t> </a:t>
            </a:r>
            <a:r>
              <a:rPr lang="en-US" sz="2000" dirty="0" err="1"/>
              <a:t>düşüreni</a:t>
            </a:r>
            <a:r>
              <a:rPr lang="en-US" sz="2000" dirty="0"/>
              <a:t> sana </a:t>
            </a:r>
            <a:r>
              <a:rPr lang="en-US" sz="2000" dirty="0" err="1"/>
              <a:t>gösteririm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enerjin</a:t>
            </a:r>
            <a:r>
              <a:rPr lang="en-US" sz="2000" dirty="0"/>
              <a:t>, </a:t>
            </a:r>
            <a:r>
              <a:rPr lang="en-US" sz="2000" dirty="0" err="1"/>
              <a:t>benimle</a:t>
            </a:r>
            <a:r>
              <a:rPr lang="en-US" sz="2000" dirty="0"/>
              <a:t> </a:t>
            </a:r>
            <a:r>
              <a:rPr lang="en-US" sz="2000" dirty="0" err="1"/>
              <a:t>buluştuğunda</a:t>
            </a:r>
            <a:r>
              <a:rPr lang="en-US" sz="2000" dirty="0"/>
              <a:t> </a:t>
            </a:r>
            <a:r>
              <a:rPr lang="en-US" sz="2000" dirty="0" err="1"/>
              <a:t>saf</a:t>
            </a:r>
            <a:r>
              <a:rPr lang="en-US" sz="2000" dirty="0"/>
              <a:t> </a:t>
            </a:r>
            <a:r>
              <a:rPr lang="en-US" sz="2000" dirty="0" err="1"/>
              <a:t>olmalı</a:t>
            </a:r>
            <a:r>
              <a:rPr lang="en-US" sz="2000" dirty="0"/>
              <a:t>.”</a:t>
            </a:r>
            <a:endParaRPr lang="tr-TR" sz="2000" dirty="0"/>
          </a:p>
          <a:p>
            <a:r>
              <a:rPr lang="en-US" sz="2000" dirty="0"/>
              <a:t> </a:t>
            </a:r>
            <a:endParaRPr lang="tr-TR" sz="2000" dirty="0"/>
          </a:p>
          <a:p>
            <a:r>
              <a:rPr lang="en-US" sz="2000" b="1" dirty="0"/>
              <a:t>Bakara </a:t>
            </a:r>
            <a:r>
              <a:rPr lang="en-US" sz="2000" b="1" dirty="0" err="1"/>
              <a:t>Suresi</a:t>
            </a:r>
            <a:r>
              <a:rPr lang="en-US" sz="2000" b="1" dirty="0"/>
              <a:t> 219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 err="1"/>
              <a:t>Bölüm</a:t>
            </a:r>
            <a:r>
              <a:rPr lang="en-US" sz="2000" b="1" dirty="0"/>
              <a:t>: </a:t>
            </a:r>
            <a:r>
              <a:rPr lang="en-US" sz="2000" dirty="0"/>
              <a:t>“</a:t>
            </a:r>
            <a:r>
              <a:rPr lang="en-US" sz="2000" dirty="0" err="1"/>
              <a:t>Şarap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Kumar </a:t>
            </a:r>
          </a:p>
          <a:p>
            <a:pPr marL="0" indent="0">
              <a:buNone/>
            </a:pPr>
            <a:r>
              <a:rPr lang="en-US" sz="2000" dirty="0"/>
              <a:t>Fayda </a:t>
            </a:r>
            <a:r>
              <a:rPr lang="en-US" sz="2000" dirty="0" err="1"/>
              <a:t>Görünenin</a:t>
            </a:r>
            <a:r>
              <a:rPr lang="en-US" sz="2000" dirty="0"/>
              <a:t> </a:t>
            </a:r>
            <a:r>
              <a:rPr lang="en-US" sz="2000" dirty="0" err="1"/>
              <a:t>Altında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Zehri </a:t>
            </a:r>
            <a:r>
              <a:rPr lang="en-US" sz="2000" dirty="0" err="1"/>
              <a:t>Gizlidir</a:t>
            </a:r>
            <a:r>
              <a:rPr lang="en-US" sz="2000" dirty="0"/>
              <a:t>”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Aşağıya</a:t>
            </a:r>
            <a:r>
              <a:rPr lang="en-US" sz="2000" dirty="0"/>
              <a:t> </a:t>
            </a:r>
            <a:r>
              <a:rPr lang="en-US" sz="2000" dirty="0" err="1"/>
              <a:t>Çeken</a:t>
            </a:r>
            <a:r>
              <a:rPr lang="en-US" sz="2000" dirty="0"/>
              <a:t> Her </a:t>
            </a:r>
            <a:r>
              <a:rPr lang="en-US" sz="2000" dirty="0" err="1"/>
              <a:t>Şey</a:t>
            </a:r>
            <a:r>
              <a:rPr lang="en-US" sz="2000" dirty="0"/>
              <a:t>, </a:t>
            </a:r>
            <a:r>
              <a:rPr lang="en-US" sz="2000" dirty="0" err="1"/>
              <a:t>Bilincinle</a:t>
            </a:r>
            <a:r>
              <a:rPr lang="en-US" sz="2000" dirty="0"/>
              <a:t> Olan </a:t>
            </a:r>
            <a:r>
              <a:rPr lang="en-US" sz="2000" dirty="0" err="1"/>
              <a:t>Bağını</a:t>
            </a:r>
            <a:r>
              <a:rPr lang="en-US" sz="2000" dirty="0"/>
              <a:t> </a:t>
            </a:r>
            <a:r>
              <a:rPr lang="en-US" sz="2000" dirty="0" err="1"/>
              <a:t>Zayıflatır</a:t>
            </a:r>
            <a:r>
              <a:rPr lang="en-US" sz="2000" dirty="0"/>
              <a:t> </a:t>
            </a: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r>
              <a:rPr lang="en-US" sz="2000" b="1" dirty="0"/>
              <a:t>219. </a:t>
            </a:r>
            <a:r>
              <a:rPr lang="en-US" sz="2000" b="1" dirty="0" err="1"/>
              <a:t>Ayet</a:t>
            </a:r>
            <a:r>
              <a:rPr lang="en-US" sz="2000" b="1" dirty="0"/>
              <a:t> (</a:t>
            </a:r>
            <a:r>
              <a:rPr lang="en-US" sz="2000" b="1" dirty="0" err="1"/>
              <a:t>Meali</a:t>
            </a:r>
            <a:r>
              <a:rPr lang="en-US" sz="2000" b="1" dirty="0"/>
              <a:t>)</a:t>
            </a:r>
            <a:endParaRPr lang="en-US" sz="2000" dirty="0"/>
          </a:p>
          <a:p>
            <a:r>
              <a:rPr lang="en-US" sz="2000" dirty="0"/>
              <a:t>“Sana </a:t>
            </a:r>
            <a:r>
              <a:rPr lang="en-US" sz="2000" dirty="0" err="1"/>
              <a:t>şarap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kumardan</a:t>
            </a:r>
            <a:r>
              <a:rPr lang="en-US" sz="2000" dirty="0"/>
              <a:t> </a:t>
            </a:r>
            <a:r>
              <a:rPr lang="en-US" sz="2000" dirty="0" err="1"/>
              <a:t>soruyorlar</a:t>
            </a:r>
            <a:r>
              <a:rPr lang="en-US" sz="2000" dirty="0"/>
              <a:t>.</a:t>
            </a:r>
          </a:p>
          <a:p>
            <a:r>
              <a:rPr lang="en-US" sz="2000" dirty="0"/>
              <a:t>De </a:t>
            </a:r>
            <a:r>
              <a:rPr lang="en-US" sz="2000" dirty="0" err="1"/>
              <a:t>ki:Onlarda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günah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insanlar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bazı</a:t>
            </a:r>
            <a:r>
              <a:rPr lang="en-US" sz="2000" dirty="0"/>
              <a:t> </a:t>
            </a:r>
            <a:r>
              <a:rPr lang="en-US" sz="2000" dirty="0" err="1"/>
              <a:t>faydalar</a:t>
            </a:r>
            <a:r>
              <a:rPr lang="en-US" sz="2000" dirty="0"/>
              <a:t> </a:t>
            </a:r>
            <a:r>
              <a:rPr lang="en-US" sz="2000" dirty="0" err="1"/>
              <a:t>vardır</a:t>
            </a:r>
            <a:r>
              <a:rPr lang="en-US" sz="2000" dirty="0"/>
              <a:t>.</a:t>
            </a:r>
          </a:p>
          <a:p>
            <a:r>
              <a:rPr lang="en-US" sz="2000" dirty="0"/>
              <a:t>Ama </a:t>
            </a:r>
            <a:r>
              <a:rPr lang="en-US" sz="2000" dirty="0" err="1"/>
              <a:t>günahları</a:t>
            </a:r>
            <a:r>
              <a:rPr lang="en-US" sz="2000" dirty="0"/>
              <a:t> </a:t>
            </a:r>
            <a:r>
              <a:rPr lang="en-US" sz="2000" dirty="0" err="1"/>
              <a:t>faydalarından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büyüktür.Sana</a:t>
            </a:r>
            <a:r>
              <a:rPr lang="en-US" sz="2000" dirty="0"/>
              <a:t> ne </a:t>
            </a:r>
            <a:r>
              <a:rPr lang="en-US" sz="2000" dirty="0" err="1"/>
              <a:t>harcayacaklarını</a:t>
            </a:r>
            <a:r>
              <a:rPr lang="en-US" sz="2000" dirty="0"/>
              <a:t> da </a:t>
            </a:r>
            <a:r>
              <a:rPr lang="en-US" sz="2000" dirty="0" err="1"/>
              <a:t>soruyorlar.De</a:t>
            </a:r>
            <a:r>
              <a:rPr lang="en-US" sz="2000" dirty="0"/>
              <a:t> ki: </a:t>
            </a:r>
            <a:r>
              <a:rPr lang="en-US" sz="2000" dirty="0" err="1"/>
              <a:t>Artanı</a:t>
            </a:r>
            <a:r>
              <a:rPr lang="en-US" sz="2000" dirty="0"/>
              <a:t>…Allah, </a:t>
            </a:r>
            <a:r>
              <a:rPr lang="en-US" sz="2000" dirty="0" err="1"/>
              <a:t>ayetlerini</a:t>
            </a:r>
            <a:r>
              <a:rPr lang="en-US" sz="2000" dirty="0"/>
              <a:t> size </a:t>
            </a:r>
            <a:r>
              <a:rPr lang="en-US" sz="2000" dirty="0" err="1"/>
              <a:t>böyle</a:t>
            </a:r>
            <a:r>
              <a:rPr lang="en-US" sz="2000" dirty="0"/>
              <a:t> </a:t>
            </a:r>
            <a:r>
              <a:rPr lang="en-US" sz="2000" dirty="0" err="1"/>
              <a:t>açıklıyor</a:t>
            </a:r>
            <a:r>
              <a:rPr lang="en-US" sz="2000" dirty="0"/>
              <a:t> ki</a:t>
            </a:r>
          </a:p>
          <a:p>
            <a:r>
              <a:rPr lang="en-US" sz="2000" dirty="0" err="1"/>
              <a:t>düşünesiniz</a:t>
            </a:r>
            <a:r>
              <a:rPr lang="en-US" sz="2000" dirty="0"/>
              <a:t>.”</a:t>
            </a:r>
            <a:endParaRPr lang="tr-TR" sz="2000" dirty="0"/>
          </a:p>
          <a:p>
            <a:endParaRPr lang="tr-TR" sz="2000" b="1" dirty="0"/>
          </a:p>
          <a:p>
            <a:r>
              <a:rPr lang="en-US" sz="2000" b="1" dirty="0" err="1"/>
              <a:t>Sembolik</a:t>
            </a:r>
            <a:r>
              <a:rPr lang="en-US" sz="2000" b="1" dirty="0"/>
              <a:t> </a:t>
            </a:r>
            <a:r>
              <a:rPr lang="en-US" sz="2000" b="1" dirty="0" err="1"/>
              <a:t>Yorum</a:t>
            </a:r>
            <a:r>
              <a:rPr lang="en-US" sz="2000" b="1" dirty="0"/>
              <a:t>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Bu </a:t>
            </a:r>
            <a:r>
              <a:rPr lang="en-US" sz="2000" dirty="0" err="1"/>
              <a:t>ayet,karanlıkla</a:t>
            </a:r>
            <a:r>
              <a:rPr lang="en-US" sz="2000" dirty="0"/>
              <a:t> </a:t>
            </a:r>
            <a:r>
              <a:rPr lang="en-US" sz="2000" dirty="0" err="1"/>
              <a:t>sarılmış</a:t>
            </a:r>
            <a:r>
              <a:rPr lang="en-US" sz="2000" dirty="0"/>
              <a:t> </a:t>
            </a:r>
            <a:r>
              <a:rPr lang="en-US" sz="2000" dirty="0" err="1"/>
              <a:t>alışkanlıkların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nasıl</a:t>
            </a:r>
            <a:r>
              <a:rPr lang="en-US" sz="2000" dirty="0"/>
              <a:t> “</a:t>
            </a:r>
            <a:r>
              <a:rPr lang="en-US" sz="2000" dirty="0" err="1"/>
              <a:t>kandırıcı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fayda</a:t>
            </a:r>
            <a:r>
              <a:rPr lang="en-US" sz="2000" dirty="0"/>
              <a:t>” </a:t>
            </a:r>
            <a:r>
              <a:rPr lang="en-US" sz="2000" dirty="0" err="1"/>
              <a:t>görüntüsü</a:t>
            </a:r>
            <a:r>
              <a:rPr lang="en-US" sz="2000" dirty="0"/>
              <a:t> </a:t>
            </a:r>
            <a:r>
              <a:rPr lang="en-US" sz="2000" dirty="0" err="1"/>
              <a:t>taşıdığını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nasıl</a:t>
            </a:r>
            <a:r>
              <a:rPr lang="en-US" sz="2000" dirty="0"/>
              <a:t> </a:t>
            </a:r>
            <a:r>
              <a:rPr lang="en-US" sz="2000" dirty="0" err="1"/>
              <a:t>aşağı</a:t>
            </a:r>
            <a:r>
              <a:rPr lang="en-US" sz="2000" dirty="0"/>
              <a:t> </a:t>
            </a:r>
            <a:r>
              <a:rPr lang="en-US" sz="2000" dirty="0" err="1"/>
              <a:t>çektiğini</a:t>
            </a:r>
            <a:r>
              <a:rPr lang="en-US" sz="2000" dirty="0"/>
              <a:t> </a:t>
            </a:r>
            <a:r>
              <a:rPr lang="en-US" sz="2000" dirty="0" err="1"/>
              <a:t>gösterir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257646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25A012E-C638-E1FA-137F-AD468083C3EA}"/>
              </a:ext>
            </a:extLst>
          </p:cNvPr>
          <p:cNvSpPr txBox="1"/>
          <p:nvPr/>
        </p:nvSpPr>
        <p:spPr>
          <a:xfrm>
            <a:off x="0" y="1"/>
            <a:ext cx="6858000" cy="1268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Şarap</a:t>
            </a:r>
            <a:r>
              <a:rPr lang="en-US" sz="2000" b="1" dirty="0"/>
              <a:t> </a:t>
            </a:r>
            <a:r>
              <a:rPr lang="en-US" sz="2000" b="1" dirty="0" err="1"/>
              <a:t>ve</a:t>
            </a:r>
            <a:r>
              <a:rPr lang="en-US" sz="2000" b="1" dirty="0"/>
              <a:t> </a:t>
            </a:r>
            <a:r>
              <a:rPr lang="en-US" sz="2000" b="1" dirty="0" err="1"/>
              <a:t>kumarda</a:t>
            </a:r>
            <a:r>
              <a:rPr lang="en-US" sz="2000" b="1" dirty="0"/>
              <a:t> </a:t>
            </a:r>
            <a:r>
              <a:rPr lang="en-US" sz="2000" b="1" dirty="0" err="1"/>
              <a:t>büyük</a:t>
            </a:r>
            <a:r>
              <a:rPr lang="en-US" sz="2000" b="1" dirty="0"/>
              <a:t> </a:t>
            </a:r>
            <a:r>
              <a:rPr lang="en-US" sz="2000" b="1" dirty="0" err="1"/>
              <a:t>günah</a:t>
            </a:r>
            <a:r>
              <a:rPr lang="en-US" sz="2000" b="1" dirty="0"/>
              <a:t> </a:t>
            </a:r>
            <a:r>
              <a:rPr lang="en-US" sz="2000" b="1" dirty="0" err="1"/>
              <a:t>ve</a:t>
            </a:r>
            <a:r>
              <a:rPr lang="en-US" sz="2000" b="1" dirty="0"/>
              <a:t> </a:t>
            </a:r>
            <a:r>
              <a:rPr lang="en-US" sz="2000" b="1" dirty="0" err="1"/>
              <a:t>bazı</a:t>
            </a:r>
            <a:r>
              <a:rPr lang="en-US" sz="2000" b="1" dirty="0"/>
              <a:t> </a:t>
            </a:r>
            <a:r>
              <a:rPr lang="en-US" sz="2000" b="1" dirty="0" err="1"/>
              <a:t>faydalar</a:t>
            </a:r>
            <a:r>
              <a:rPr lang="en-US" sz="2000" b="1" dirty="0"/>
              <a:t> </a:t>
            </a:r>
            <a:r>
              <a:rPr lang="en-US" sz="2000" b="1" dirty="0" err="1"/>
              <a:t>vardır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Şarap</a:t>
            </a:r>
            <a:r>
              <a:rPr lang="en-US" sz="2000" dirty="0"/>
              <a:t> =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bulanıklaştıran</a:t>
            </a:r>
            <a:r>
              <a:rPr lang="en-US" sz="2000" dirty="0"/>
              <a:t> her </a:t>
            </a:r>
            <a:r>
              <a:rPr lang="en-US" sz="2000" dirty="0" err="1"/>
              <a:t>şey</a:t>
            </a:r>
            <a:r>
              <a:rPr lang="en-US" sz="2000" dirty="0"/>
              <a:t> Kumar = </a:t>
            </a:r>
            <a:r>
              <a:rPr lang="en-US" sz="2000" dirty="0" err="1"/>
              <a:t>Kontrolü</a:t>
            </a:r>
            <a:r>
              <a:rPr lang="en-US" sz="2000" dirty="0"/>
              <a:t> </a:t>
            </a:r>
            <a:r>
              <a:rPr lang="en-US" sz="2000" dirty="0" err="1"/>
              <a:t>kaybettiren</a:t>
            </a:r>
            <a:r>
              <a:rPr lang="en-US" sz="2000" dirty="0"/>
              <a:t> her </a:t>
            </a:r>
            <a:r>
              <a:rPr lang="en-US" sz="2000" dirty="0" err="1"/>
              <a:t>bağımlılık</a:t>
            </a:r>
            <a:r>
              <a:rPr lang="en-US" sz="2000" dirty="0"/>
              <a:t> </a:t>
            </a:r>
            <a:r>
              <a:rPr lang="tr-TR" sz="2000" dirty="0"/>
              <a:t>.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çok</a:t>
            </a:r>
            <a:r>
              <a:rPr lang="en-US" sz="2000" dirty="0"/>
              <a:t> </a:t>
            </a:r>
            <a:r>
              <a:rPr lang="en-US" sz="2000" dirty="0" err="1"/>
              <a:t>adil</a:t>
            </a:r>
            <a:r>
              <a:rPr lang="en-US" sz="2000" dirty="0"/>
              <a:t> </a:t>
            </a:r>
            <a:r>
              <a:rPr lang="en-US" sz="2000" dirty="0" err="1"/>
              <a:t>davranır</a:t>
            </a:r>
            <a:r>
              <a:rPr lang="en-US" sz="2000" dirty="0"/>
              <a:t>: “Evet,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şeyler</a:t>
            </a:r>
            <a:r>
              <a:rPr lang="en-US" sz="2000" dirty="0"/>
              <a:t> </a:t>
            </a:r>
            <a:r>
              <a:rPr lang="en-US" sz="2000" dirty="0" err="1"/>
              <a:t>kısa</a:t>
            </a:r>
            <a:r>
              <a:rPr lang="en-US" sz="2000" dirty="0"/>
              <a:t> </a:t>
            </a:r>
            <a:r>
              <a:rPr lang="en-US" sz="2000" dirty="0" err="1"/>
              <a:t>vadede</a:t>
            </a:r>
            <a:r>
              <a:rPr lang="en-US" sz="2000" dirty="0"/>
              <a:t> </a:t>
            </a:r>
            <a:r>
              <a:rPr lang="en-US" sz="2000" dirty="0" err="1"/>
              <a:t>haz</a:t>
            </a:r>
            <a:r>
              <a:rPr lang="en-US" sz="2000" dirty="0"/>
              <a:t> </a:t>
            </a:r>
            <a:r>
              <a:rPr lang="en-US" sz="2000" dirty="0" err="1"/>
              <a:t>verir</a:t>
            </a:r>
            <a:r>
              <a:rPr lang="en-US" sz="2000" dirty="0"/>
              <a:t>.” “</a:t>
            </a:r>
            <a:r>
              <a:rPr lang="en-US" sz="2000" dirty="0" err="1"/>
              <a:t>Sosyal</a:t>
            </a:r>
            <a:r>
              <a:rPr lang="en-US" sz="2000" dirty="0"/>
              <a:t>, </a:t>
            </a:r>
            <a:r>
              <a:rPr lang="en-US" sz="2000" dirty="0" err="1"/>
              <a:t>ekonomik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da </a:t>
            </a:r>
            <a:r>
              <a:rPr lang="en-US" sz="2000" dirty="0" err="1"/>
              <a:t>duygusal</a:t>
            </a:r>
            <a:r>
              <a:rPr lang="en-US" sz="2000" dirty="0"/>
              <a:t> </a:t>
            </a:r>
            <a:r>
              <a:rPr lang="en-US" sz="2000" dirty="0" err="1"/>
              <a:t>faydaları</a:t>
            </a:r>
            <a:r>
              <a:rPr lang="en-US" sz="2000" dirty="0"/>
              <a:t> </a:t>
            </a:r>
            <a:r>
              <a:rPr lang="en-US" sz="2000" dirty="0" err="1"/>
              <a:t>olabilir</a:t>
            </a:r>
            <a:r>
              <a:rPr lang="en-US" sz="2000" dirty="0"/>
              <a:t>.” Ama </a:t>
            </a:r>
            <a:r>
              <a:rPr lang="en-US" sz="2000" dirty="0" err="1"/>
              <a:t>frekansa</a:t>
            </a:r>
            <a:r>
              <a:rPr lang="en-US" sz="2000" dirty="0"/>
              <a:t> </a:t>
            </a:r>
            <a:r>
              <a:rPr lang="en-US" sz="2000" dirty="0" err="1"/>
              <a:t>bakar</a:t>
            </a:r>
            <a:r>
              <a:rPr lang="en-US" sz="2000" dirty="0"/>
              <a:t>: “Bu </a:t>
            </a:r>
            <a:r>
              <a:rPr lang="en-US" sz="2000" dirty="0" err="1"/>
              <a:t>fayda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yüceltiyor</a:t>
            </a:r>
            <a:r>
              <a:rPr lang="en-US" sz="2000" dirty="0"/>
              <a:t> mu, </a:t>
            </a:r>
            <a:r>
              <a:rPr lang="en-US" sz="2000" dirty="0" err="1"/>
              <a:t>yoksa</a:t>
            </a:r>
            <a:r>
              <a:rPr lang="en-US" sz="2000" dirty="0"/>
              <a:t> </a:t>
            </a:r>
            <a:r>
              <a:rPr lang="en-US" sz="2000" dirty="0" err="1"/>
              <a:t>içten</a:t>
            </a:r>
            <a:r>
              <a:rPr lang="en-US" sz="2000" dirty="0"/>
              <a:t> </a:t>
            </a:r>
            <a:r>
              <a:rPr lang="en-US" sz="2000" dirty="0" err="1"/>
              <a:t>çürütüyor</a:t>
            </a:r>
            <a:r>
              <a:rPr lang="en-US" sz="2000" dirty="0"/>
              <a:t> mu?”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2. </a:t>
            </a:r>
          </a:p>
          <a:p>
            <a:r>
              <a:rPr lang="en-US" sz="2000" b="1" dirty="0"/>
              <a:t>“Ama </a:t>
            </a:r>
            <a:r>
              <a:rPr lang="en-US" sz="2000" b="1" dirty="0" err="1"/>
              <a:t>günahları</a:t>
            </a:r>
            <a:r>
              <a:rPr lang="en-US" sz="2000" b="1" dirty="0"/>
              <a:t> </a:t>
            </a:r>
            <a:r>
              <a:rPr lang="en-US" sz="2000" b="1" dirty="0" err="1"/>
              <a:t>faydalarından</a:t>
            </a:r>
            <a:r>
              <a:rPr lang="en-US" sz="2000" b="1" dirty="0"/>
              <a:t> </a:t>
            </a:r>
            <a:r>
              <a:rPr lang="en-US" sz="2000" b="1" dirty="0" err="1"/>
              <a:t>daha</a:t>
            </a:r>
            <a:r>
              <a:rPr lang="en-US" sz="2000" b="1" dirty="0"/>
              <a:t> </a:t>
            </a:r>
            <a:r>
              <a:rPr lang="en-US" sz="2000" b="1" dirty="0" err="1"/>
              <a:t>büyüktür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Günah</a:t>
            </a:r>
            <a:r>
              <a:rPr lang="en-US" sz="2000" dirty="0"/>
              <a:t>” </a:t>
            </a:r>
            <a:r>
              <a:rPr lang="en-US" sz="2000" dirty="0" err="1"/>
              <a:t>burada</a:t>
            </a:r>
            <a:r>
              <a:rPr lang="en-US" sz="2000" dirty="0"/>
              <a:t>: </a:t>
            </a:r>
            <a:r>
              <a:rPr lang="en-US" sz="2000" dirty="0" err="1"/>
              <a:t>Bilinç</a:t>
            </a:r>
            <a:r>
              <a:rPr lang="en-US" sz="2000" dirty="0"/>
              <a:t> </a:t>
            </a:r>
            <a:r>
              <a:rPr lang="en-US" sz="2000" dirty="0" err="1"/>
              <a:t>bulanıklığı</a:t>
            </a:r>
            <a:r>
              <a:rPr lang="en-US" sz="2000" dirty="0"/>
              <a:t>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kopukluk</a:t>
            </a:r>
            <a:r>
              <a:rPr lang="en-US" sz="2000" dirty="0"/>
              <a:t> </a:t>
            </a:r>
            <a:r>
              <a:rPr lang="en-US" sz="2000" dirty="0" err="1"/>
              <a:t>Kalp-zihin-ruh</a:t>
            </a:r>
            <a:r>
              <a:rPr lang="en-US" sz="2000" dirty="0"/>
              <a:t> </a:t>
            </a:r>
            <a:r>
              <a:rPr lang="en-US" sz="2000" dirty="0" err="1"/>
              <a:t>hizasının</a:t>
            </a:r>
            <a:r>
              <a:rPr lang="en-US" sz="2000" dirty="0"/>
              <a:t> </a:t>
            </a:r>
            <a:r>
              <a:rPr lang="en-US" sz="2000" dirty="0" err="1"/>
              <a:t>bozulması</a:t>
            </a:r>
            <a:r>
              <a:rPr lang="en-US" sz="2000" dirty="0"/>
              <a:t> </a:t>
            </a:r>
            <a:r>
              <a:rPr lang="en-US" sz="2000" dirty="0" err="1"/>
              <a:t>Yani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alışkanlıklar</a:t>
            </a:r>
            <a:r>
              <a:rPr lang="en-US" sz="2000" dirty="0"/>
              <a:t>,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sistemden</a:t>
            </a:r>
            <a:r>
              <a:rPr lang="en-US" sz="2000" dirty="0"/>
              <a:t> </a:t>
            </a:r>
            <a:r>
              <a:rPr lang="en-US" sz="2000" dirty="0" err="1"/>
              <a:t>yavaşça</a:t>
            </a:r>
            <a:r>
              <a:rPr lang="en-US" sz="2000" dirty="0"/>
              <a:t> </a:t>
            </a:r>
            <a:r>
              <a:rPr lang="en-US" sz="2000" dirty="0" err="1"/>
              <a:t>ayırır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o an </a:t>
            </a:r>
            <a:r>
              <a:rPr lang="en-US" sz="2000" dirty="0" err="1"/>
              <a:t>içersin</a:t>
            </a:r>
            <a:r>
              <a:rPr lang="en-US" sz="2000" dirty="0"/>
              <a:t>… ama </a:t>
            </a:r>
            <a:r>
              <a:rPr lang="en-US" sz="2000" dirty="0" err="1"/>
              <a:t>sonra</a:t>
            </a:r>
            <a:r>
              <a:rPr lang="en-US" sz="2000" dirty="0"/>
              <a:t> </a:t>
            </a:r>
            <a:r>
              <a:rPr lang="en-US" sz="2000" dirty="0" err="1"/>
              <a:t>sistemle</a:t>
            </a:r>
            <a:r>
              <a:rPr lang="en-US" sz="2000" dirty="0"/>
              <a:t> </a:t>
            </a:r>
            <a:r>
              <a:rPr lang="en-US" sz="2000" dirty="0" err="1"/>
              <a:t>bağlantın</a:t>
            </a:r>
            <a:r>
              <a:rPr lang="en-US" sz="2000" dirty="0"/>
              <a:t> </a:t>
            </a:r>
            <a:r>
              <a:rPr lang="en-US" sz="2000" dirty="0" err="1"/>
              <a:t>kendi</a:t>
            </a:r>
            <a:r>
              <a:rPr lang="en-US" sz="2000" dirty="0"/>
              <a:t> </a:t>
            </a:r>
            <a:r>
              <a:rPr lang="en-US" sz="2000" dirty="0" err="1"/>
              <a:t>içine</a:t>
            </a:r>
            <a:r>
              <a:rPr lang="en-US" sz="2000" dirty="0"/>
              <a:t> </a:t>
            </a:r>
            <a:r>
              <a:rPr lang="en-US" sz="2000" dirty="0" err="1"/>
              <a:t>kapanır</a:t>
            </a:r>
            <a:r>
              <a:rPr lang="en-US" sz="2000" dirty="0"/>
              <a:t>.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/>
              <a:t>3. </a:t>
            </a:r>
          </a:p>
          <a:p>
            <a:r>
              <a:rPr lang="en-US" sz="2000" b="1" dirty="0"/>
              <a:t>“Sana ne </a:t>
            </a:r>
            <a:r>
              <a:rPr lang="en-US" sz="2000" b="1" dirty="0" err="1"/>
              <a:t>harcayacaklarını</a:t>
            </a:r>
            <a:r>
              <a:rPr lang="en-US" sz="2000" b="1" dirty="0"/>
              <a:t> da </a:t>
            </a:r>
            <a:r>
              <a:rPr lang="en-US" sz="2000" b="1" dirty="0" err="1"/>
              <a:t>soruyorlar</a:t>
            </a:r>
            <a:r>
              <a:rPr lang="en-US" sz="2000" b="1" dirty="0"/>
              <a:t>. De ki: </a:t>
            </a:r>
            <a:r>
              <a:rPr lang="en-US" sz="2000" b="1" dirty="0" err="1"/>
              <a:t>Artanı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Burada</a:t>
            </a:r>
            <a:r>
              <a:rPr lang="en-US" sz="2000" dirty="0"/>
              <a:t> </a:t>
            </a:r>
            <a:r>
              <a:rPr lang="en-US" sz="2000" dirty="0" err="1"/>
              <a:t>harcama</a:t>
            </a:r>
            <a:r>
              <a:rPr lang="en-US" sz="2000" dirty="0"/>
              <a:t> </a:t>
            </a:r>
            <a:r>
              <a:rPr lang="en-US" sz="2000" dirty="0" err="1"/>
              <a:t>konusu</a:t>
            </a:r>
            <a:r>
              <a:rPr lang="en-US" sz="2000" dirty="0"/>
              <a:t> </a:t>
            </a:r>
            <a:r>
              <a:rPr lang="en-US" sz="2000" dirty="0" err="1"/>
              <a:t>tekrar</a:t>
            </a:r>
            <a:r>
              <a:rPr lang="en-US" sz="2000" dirty="0"/>
              <a:t> </a:t>
            </a:r>
            <a:r>
              <a:rPr lang="en-US" sz="2000" dirty="0" err="1"/>
              <a:t>gündeme</a:t>
            </a:r>
            <a:r>
              <a:rPr lang="en-US" sz="2000" dirty="0"/>
              <a:t> </a:t>
            </a:r>
            <a:r>
              <a:rPr lang="en-US" sz="2000" dirty="0" err="1"/>
              <a:t>gelir</a:t>
            </a:r>
            <a:r>
              <a:rPr lang="en-US" sz="2000" dirty="0"/>
              <a:t>: Ne </a:t>
            </a:r>
            <a:r>
              <a:rPr lang="en-US" sz="2000" dirty="0" err="1"/>
              <a:t>veriyorsun</a:t>
            </a:r>
            <a:r>
              <a:rPr lang="en-US" sz="2000" dirty="0"/>
              <a:t>? </a:t>
            </a:r>
          </a:p>
          <a:p>
            <a:r>
              <a:rPr lang="en-US" sz="2000" dirty="0"/>
              <a:t>Ne </a:t>
            </a:r>
            <a:r>
              <a:rPr lang="en-US" sz="2000" dirty="0" err="1"/>
              <a:t>biriktiriyorsun</a:t>
            </a:r>
            <a:r>
              <a:rPr lang="en-US" sz="2000" dirty="0"/>
              <a:t>? Ne </a:t>
            </a:r>
            <a:r>
              <a:rPr lang="en-US" sz="2000" dirty="0" err="1"/>
              <a:t>tutuyorsun</a:t>
            </a:r>
            <a:r>
              <a:rPr lang="en-US" sz="2000" dirty="0"/>
              <a:t>?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şöyle</a:t>
            </a:r>
            <a:r>
              <a:rPr lang="en-US" sz="2000" dirty="0"/>
              <a:t> der: “</a:t>
            </a:r>
            <a:r>
              <a:rPr lang="en-US" sz="2000" dirty="0" err="1"/>
              <a:t>İhtiyacını</a:t>
            </a:r>
            <a:r>
              <a:rPr lang="en-US" sz="2000" dirty="0"/>
              <a:t> al, </a:t>
            </a:r>
            <a:r>
              <a:rPr lang="en-US" sz="2000" dirty="0" err="1"/>
              <a:t>artanı</a:t>
            </a:r>
            <a:r>
              <a:rPr lang="en-US" sz="2000" dirty="0"/>
              <a:t> </a:t>
            </a:r>
            <a:r>
              <a:rPr lang="en-US" sz="2000" dirty="0" err="1"/>
              <a:t>ver</a:t>
            </a:r>
            <a:r>
              <a:rPr lang="en-US" sz="2000" dirty="0"/>
              <a:t>…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tutmak</a:t>
            </a:r>
            <a:r>
              <a:rPr lang="en-US" sz="2000" dirty="0"/>
              <a:t> </a:t>
            </a:r>
            <a:r>
              <a:rPr lang="en-US" sz="2000" dirty="0" err="1"/>
              <a:t>enerjiyi</a:t>
            </a:r>
            <a:r>
              <a:rPr lang="en-US" sz="2000" dirty="0"/>
              <a:t> </a:t>
            </a:r>
            <a:r>
              <a:rPr lang="en-US" sz="2000" dirty="0" err="1"/>
              <a:t>bloklar</a:t>
            </a:r>
            <a:r>
              <a:rPr lang="en-US" sz="2000" dirty="0"/>
              <a:t>.”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/>
              <a:t>4. </a:t>
            </a:r>
          </a:p>
          <a:p>
            <a:r>
              <a:rPr lang="en-US" sz="2000" b="1" dirty="0"/>
              <a:t>“Allah, </a:t>
            </a:r>
            <a:r>
              <a:rPr lang="en-US" sz="2000" b="1" dirty="0" err="1"/>
              <a:t>ayetlerini</a:t>
            </a:r>
            <a:r>
              <a:rPr lang="en-US" sz="2000" b="1" dirty="0"/>
              <a:t> size </a:t>
            </a:r>
            <a:r>
              <a:rPr lang="en-US" sz="2000" b="1" dirty="0" err="1"/>
              <a:t>böyle</a:t>
            </a:r>
            <a:r>
              <a:rPr lang="en-US" sz="2000" b="1" dirty="0"/>
              <a:t> </a:t>
            </a:r>
            <a:r>
              <a:rPr lang="en-US" sz="2000" b="1" dirty="0" err="1"/>
              <a:t>açıklıyor</a:t>
            </a:r>
            <a:r>
              <a:rPr lang="en-US" sz="2000" b="1" dirty="0"/>
              <a:t> ki </a:t>
            </a:r>
            <a:r>
              <a:rPr lang="en-US" sz="2000" b="1" dirty="0" err="1"/>
              <a:t>düşünesiniz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Yani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sadece</a:t>
            </a:r>
            <a:r>
              <a:rPr lang="en-US" sz="2000" dirty="0"/>
              <a:t> emir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davettir</a:t>
            </a:r>
            <a:r>
              <a:rPr lang="en-US" sz="2000" dirty="0"/>
              <a:t>. </a:t>
            </a:r>
            <a:r>
              <a:rPr lang="en-US" sz="2000" dirty="0" err="1"/>
              <a:t>Korkuyla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tr-TR" sz="2000" dirty="0"/>
              <a:t>.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Farkındalıkla</a:t>
            </a:r>
            <a:r>
              <a:rPr lang="en-US" sz="2000" dirty="0"/>
              <a:t> </a:t>
            </a:r>
            <a:r>
              <a:rPr lang="en-US" sz="2000" dirty="0" err="1"/>
              <a:t>bırakmanı</a:t>
            </a:r>
            <a:r>
              <a:rPr lang="en-US" sz="2000" dirty="0"/>
              <a:t> </a:t>
            </a:r>
            <a:r>
              <a:rPr lang="en-US" sz="2000" dirty="0" err="1"/>
              <a:t>ister</a:t>
            </a:r>
            <a:r>
              <a:rPr lang="en-US" sz="2000" dirty="0"/>
              <a:t> </a:t>
            </a:r>
            <a:r>
              <a:rPr lang="tr-TR" sz="2000" dirty="0"/>
              <a:t>.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anladığında</a:t>
            </a:r>
            <a:r>
              <a:rPr lang="en-US" sz="2000" dirty="0"/>
              <a:t>, </a:t>
            </a:r>
            <a:r>
              <a:rPr lang="en-US" sz="2000" dirty="0" err="1"/>
              <a:t>kendin</a:t>
            </a:r>
            <a:r>
              <a:rPr lang="en-US" sz="2000" dirty="0"/>
              <a:t> </a:t>
            </a:r>
            <a:r>
              <a:rPr lang="en-US" sz="2000" dirty="0" err="1"/>
              <a:t>vazgeçersin</a:t>
            </a:r>
            <a:r>
              <a:rPr lang="en-US" sz="2000" dirty="0"/>
              <a:t>.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“</a:t>
            </a:r>
            <a:r>
              <a:rPr lang="en-US" sz="2000" dirty="0" err="1"/>
              <a:t>zararsız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 </a:t>
            </a:r>
            <a:r>
              <a:rPr lang="en-US" sz="2000" dirty="0" err="1"/>
              <a:t>görünen</a:t>
            </a:r>
            <a:r>
              <a:rPr lang="en-US" sz="2000" dirty="0"/>
              <a:t> ama </a:t>
            </a:r>
            <a:r>
              <a:rPr lang="en-US" sz="2000" dirty="0" err="1"/>
              <a:t>frekansı</a:t>
            </a:r>
            <a:r>
              <a:rPr lang="en-US" sz="2000" dirty="0"/>
              <a:t> </a:t>
            </a:r>
            <a:r>
              <a:rPr lang="en-US" sz="2000" dirty="0" err="1"/>
              <a:t>aşağı</a:t>
            </a:r>
            <a:r>
              <a:rPr lang="en-US" sz="2000" dirty="0"/>
              <a:t> </a:t>
            </a:r>
            <a:r>
              <a:rPr lang="en-US" sz="2000" dirty="0" err="1"/>
              <a:t>çeken</a:t>
            </a:r>
            <a:r>
              <a:rPr lang="en-US" sz="2000" dirty="0"/>
              <a:t>” her </a:t>
            </a:r>
            <a:r>
              <a:rPr lang="en-US" sz="2000" dirty="0" err="1"/>
              <a:t>şeyden</a:t>
            </a:r>
            <a:r>
              <a:rPr lang="en-US" sz="2000" dirty="0"/>
              <a:t> </a:t>
            </a:r>
            <a:r>
              <a:rPr lang="en-US" sz="2000" dirty="0" err="1"/>
              <a:t>farkındalıkla</a:t>
            </a:r>
            <a:r>
              <a:rPr lang="en-US" sz="2000" dirty="0"/>
              <a:t> </a:t>
            </a:r>
            <a:r>
              <a:rPr lang="en-US" sz="2000" dirty="0" err="1"/>
              <a:t>uzaklaştırır</a:t>
            </a:r>
            <a:r>
              <a:rPr lang="en-US" sz="2000" dirty="0"/>
              <a:t>: </a:t>
            </a:r>
            <a:r>
              <a:rPr lang="en-US" sz="2000" dirty="0" err="1"/>
              <a:t>Şarap</a:t>
            </a:r>
            <a:r>
              <a:rPr lang="en-US" sz="2000" dirty="0"/>
              <a:t> = </a:t>
            </a:r>
            <a:r>
              <a:rPr lang="en-US" sz="2000" dirty="0" err="1"/>
              <a:t>bilinci</a:t>
            </a:r>
            <a:r>
              <a:rPr lang="en-US" sz="2000" dirty="0"/>
              <a:t> </a:t>
            </a:r>
            <a:r>
              <a:rPr lang="en-US" sz="2000" dirty="0" err="1"/>
              <a:t>bulanıklaştıran</a:t>
            </a:r>
            <a:r>
              <a:rPr lang="en-US" sz="2000" dirty="0"/>
              <a:t> her </a:t>
            </a:r>
            <a:r>
              <a:rPr lang="en-US" sz="2000" dirty="0" err="1"/>
              <a:t>neyse</a:t>
            </a:r>
            <a:r>
              <a:rPr lang="en-US" sz="2000" dirty="0"/>
              <a:t> </a:t>
            </a:r>
            <a:r>
              <a:rPr lang="en-US" sz="2000" dirty="0" err="1"/>
              <a:t>odur</a:t>
            </a:r>
            <a:r>
              <a:rPr lang="en-US" sz="2000" dirty="0"/>
              <a:t>. Kumar =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kontrolsüz</a:t>
            </a:r>
            <a:r>
              <a:rPr lang="en-US" sz="2000" dirty="0"/>
              <a:t> </a:t>
            </a:r>
            <a:r>
              <a:rPr lang="en-US" sz="2000" dirty="0" err="1"/>
              <a:t>enerjiye</a:t>
            </a:r>
            <a:r>
              <a:rPr lang="en-US" sz="2000" dirty="0"/>
              <a:t> </a:t>
            </a:r>
            <a:r>
              <a:rPr lang="en-US" sz="2000" dirty="0" err="1"/>
              <a:t>sokan</a:t>
            </a:r>
            <a:r>
              <a:rPr lang="en-US" sz="2000" dirty="0"/>
              <a:t> her </a:t>
            </a:r>
            <a:r>
              <a:rPr lang="en-US" sz="2000" dirty="0" err="1"/>
              <a:t>bağımlılıktır</a:t>
            </a:r>
            <a:r>
              <a:rPr lang="en-US" sz="2000" dirty="0"/>
              <a:t>. Fayda </a:t>
            </a:r>
            <a:r>
              <a:rPr lang="en-US" sz="2000" dirty="0" err="1"/>
              <a:t>görünse</a:t>
            </a:r>
            <a:r>
              <a:rPr lang="en-US" sz="2000" dirty="0"/>
              <a:t> de,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düşürüyorsa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yolundan</a:t>
            </a:r>
            <a:r>
              <a:rPr lang="en-US" sz="2000" dirty="0"/>
              <a:t> </a:t>
            </a:r>
            <a:r>
              <a:rPr lang="en-US" sz="2000" dirty="0" err="1"/>
              <a:t>uzaklaştırır</a:t>
            </a:r>
            <a:r>
              <a:rPr lang="en-US" sz="2000" dirty="0"/>
              <a:t>. </a:t>
            </a:r>
            <a:r>
              <a:rPr lang="en-US" sz="2000" dirty="0" err="1"/>
              <a:t>İçsel</a:t>
            </a:r>
            <a:r>
              <a:rPr lang="en-US" sz="2000" dirty="0"/>
              <a:t> </a:t>
            </a:r>
            <a:r>
              <a:rPr lang="en-US" sz="2000" dirty="0" err="1"/>
              <a:t>boşluğu</a:t>
            </a:r>
            <a:r>
              <a:rPr lang="en-US" sz="2000" dirty="0"/>
              <a:t>, </a:t>
            </a:r>
            <a:r>
              <a:rPr lang="en-US" sz="2000" dirty="0" err="1"/>
              <a:t>sistemin</a:t>
            </a:r>
            <a:r>
              <a:rPr lang="en-US" sz="2000" dirty="0"/>
              <a:t> </a:t>
            </a:r>
            <a:r>
              <a:rPr lang="en-US" sz="2000" dirty="0" err="1"/>
              <a:t>ışığıyla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— </a:t>
            </a:r>
            <a:r>
              <a:rPr lang="en-US" sz="2000" dirty="0" err="1"/>
              <a:t>dışsal</a:t>
            </a:r>
            <a:r>
              <a:rPr lang="en-US" sz="2000" dirty="0"/>
              <a:t> </a:t>
            </a:r>
            <a:r>
              <a:rPr lang="en-US" sz="2000" dirty="0" err="1"/>
              <a:t>bağımlılıkla</a:t>
            </a:r>
            <a:r>
              <a:rPr lang="en-US" sz="2000" dirty="0"/>
              <a:t> </a:t>
            </a:r>
            <a:r>
              <a:rPr lang="en-US" sz="2000" dirty="0" err="1"/>
              <a:t>doldurursan</a:t>
            </a:r>
            <a:r>
              <a:rPr lang="en-US" sz="2000" dirty="0"/>
              <a:t>, </a:t>
            </a:r>
            <a:r>
              <a:rPr lang="en-US" sz="2000" dirty="0" err="1"/>
              <a:t>merkezle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bağ</a:t>
            </a:r>
            <a:r>
              <a:rPr lang="en-US" sz="2000" dirty="0"/>
              <a:t> </a:t>
            </a:r>
            <a:r>
              <a:rPr lang="en-US" sz="2000" dirty="0" err="1"/>
              <a:t>zayıflar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“Ben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korkutarak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bilgilendirerek</a:t>
            </a:r>
            <a:r>
              <a:rPr lang="en-US" sz="2000" dirty="0"/>
              <a:t> </a:t>
            </a:r>
            <a:r>
              <a:rPr lang="en-US" sz="2000" dirty="0" err="1"/>
              <a:t>korurum</a:t>
            </a:r>
            <a:r>
              <a:rPr lang="en-US" sz="2000" dirty="0"/>
              <a:t>.” Sen </a:t>
            </a:r>
            <a:r>
              <a:rPr lang="en-US" sz="2000" dirty="0" err="1"/>
              <a:t>anlarsan</a:t>
            </a:r>
            <a:r>
              <a:rPr lang="en-US" sz="2000" dirty="0"/>
              <a:t>, </a:t>
            </a:r>
            <a:r>
              <a:rPr lang="en-US" sz="2000" dirty="0" err="1"/>
              <a:t>kendin</a:t>
            </a:r>
            <a:r>
              <a:rPr lang="en-US" sz="2000" dirty="0"/>
              <a:t> </a:t>
            </a:r>
            <a:r>
              <a:rPr lang="en-US" sz="2000" dirty="0" err="1"/>
              <a:t>bırakırsın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senin</a:t>
            </a:r>
            <a:r>
              <a:rPr lang="en-US" sz="2000" dirty="0"/>
              <a:t> </a:t>
            </a:r>
            <a:r>
              <a:rPr lang="en-US" sz="2000" dirty="0" err="1"/>
              <a:t>frekansın</a:t>
            </a:r>
            <a:r>
              <a:rPr lang="en-US" sz="2000" dirty="0"/>
              <a:t> </a:t>
            </a:r>
            <a:r>
              <a:rPr lang="en-US" sz="2000" dirty="0" err="1"/>
              <a:t>hakikati</a:t>
            </a:r>
            <a:r>
              <a:rPr lang="en-US" sz="2000" dirty="0"/>
              <a:t> </a:t>
            </a:r>
            <a:r>
              <a:rPr lang="en-US" sz="2000" dirty="0" err="1"/>
              <a:t>tanıyacak</a:t>
            </a:r>
            <a:r>
              <a:rPr lang="en-US" sz="2000" dirty="0"/>
              <a:t> </a:t>
            </a:r>
            <a:r>
              <a:rPr lang="en-US" sz="2000" dirty="0" err="1"/>
              <a:t>kadar</a:t>
            </a:r>
            <a:r>
              <a:rPr lang="en-US" sz="2000" dirty="0"/>
              <a:t> </a:t>
            </a:r>
            <a:r>
              <a:rPr lang="en-US" sz="2000" dirty="0" err="1"/>
              <a:t>yüksek</a:t>
            </a:r>
            <a:r>
              <a:rPr lang="en-US" sz="2000" dirty="0"/>
              <a:t>.” </a:t>
            </a:r>
            <a:endParaRPr lang="en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9779574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BE2C17C-0591-14BA-036F-A3F354DFAD9B}"/>
              </a:ext>
            </a:extLst>
          </p:cNvPr>
          <p:cNvSpPr txBox="1"/>
          <p:nvPr/>
        </p:nvSpPr>
        <p:spPr>
          <a:xfrm>
            <a:off x="0" y="0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220.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ayet,yetimleri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sarma</a:t>
            </a:r>
            <a:r>
              <a:rPr lang="en-US" dirty="0"/>
              <a:t> </a:t>
            </a:r>
            <a:r>
              <a:rPr lang="en-US" dirty="0" err="1"/>
              <a:t>bilinciyle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:“</a:t>
            </a:r>
            <a:r>
              <a:rPr lang="en-US" dirty="0" err="1"/>
              <a:t>Yetimlik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annesiz</a:t>
            </a:r>
            <a:r>
              <a:rPr lang="en-US" dirty="0"/>
              <a:t> </a:t>
            </a:r>
            <a:r>
              <a:rPr lang="en-US" dirty="0" err="1"/>
              <a:t>babasız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…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ilgisiz</a:t>
            </a:r>
            <a:r>
              <a:rPr lang="en-US" dirty="0"/>
              <a:t> </a:t>
            </a:r>
            <a:r>
              <a:rPr lang="en-US" dirty="0" err="1"/>
              <a:t>bırakıldığında</a:t>
            </a:r>
            <a:r>
              <a:rPr lang="en-US" dirty="0"/>
              <a:t>, o da </a:t>
            </a:r>
            <a:r>
              <a:rPr lang="en-US" dirty="0" err="1"/>
              <a:t>yetim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şefkatin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formunu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220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Yetim</a:t>
            </a:r>
            <a:r>
              <a:rPr lang="en-US" dirty="0"/>
              <a:t> Kalbi, </a:t>
            </a:r>
            <a:r>
              <a:rPr lang="en-US" dirty="0" err="1"/>
              <a:t>Sistem</a:t>
            </a:r>
            <a:r>
              <a:rPr lang="en-US" dirty="0"/>
              <a:t> En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Hassasiyetle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Eder”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Koruduğun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,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Arandaki</a:t>
            </a:r>
            <a:r>
              <a:rPr lang="en-US" dirty="0"/>
              <a:t> </a:t>
            </a:r>
            <a:r>
              <a:rPr lang="en-US" dirty="0" err="1"/>
              <a:t>Işığı</a:t>
            </a:r>
            <a:r>
              <a:rPr lang="en-US" dirty="0"/>
              <a:t> </a:t>
            </a:r>
            <a:r>
              <a:rPr lang="en-US" dirty="0" err="1"/>
              <a:t>Güçlendirir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Dünya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ahiret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sana </a:t>
            </a:r>
            <a:r>
              <a:rPr lang="en-US" dirty="0" err="1"/>
              <a:t>soruyorlar.De</a:t>
            </a:r>
            <a:r>
              <a:rPr lang="en-US" dirty="0"/>
              <a:t> ki: </a:t>
            </a:r>
            <a:r>
              <a:rPr lang="en-US" dirty="0" err="1"/>
              <a:t>Yetimlerin</a:t>
            </a:r>
            <a:r>
              <a:rPr lang="en-US" dirty="0"/>
              <a:t> </a:t>
            </a:r>
            <a:r>
              <a:rPr lang="en-US" dirty="0" err="1"/>
              <a:t>durumunu</a:t>
            </a:r>
            <a:r>
              <a:rPr lang="en-US" dirty="0"/>
              <a:t> </a:t>
            </a:r>
            <a:r>
              <a:rPr lang="en-US" dirty="0" err="1"/>
              <a:t>düzeltmek</a:t>
            </a:r>
            <a:r>
              <a:rPr lang="en-US" dirty="0"/>
              <a:t> </a:t>
            </a:r>
            <a:r>
              <a:rPr lang="en-US" dirty="0" err="1"/>
              <a:t>hayırlıdır.Eğer</a:t>
            </a:r>
            <a:r>
              <a:rPr lang="en-US" dirty="0"/>
              <a:t> </a:t>
            </a:r>
            <a:r>
              <a:rPr lang="en-US" dirty="0" err="1"/>
              <a:t>onlarla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arada</a:t>
            </a:r>
            <a:r>
              <a:rPr lang="en-US" dirty="0"/>
              <a:t> </a:t>
            </a:r>
            <a:r>
              <a:rPr lang="en-US" dirty="0" err="1"/>
              <a:t>yaşarsanız</a:t>
            </a:r>
            <a:r>
              <a:rPr lang="en-US" dirty="0"/>
              <a:t>,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kardeşlerinizdir.Allah</a:t>
            </a:r>
            <a:r>
              <a:rPr lang="en-US" dirty="0"/>
              <a:t> </a:t>
            </a:r>
            <a:r>
              <a:rPr lang="en-US" dirty="0" err="1"/>
              <a:t>bozguncuyu</a:t>
            </a:r>
            <a:r>
              <a:rPr lang="en-US" dirty="0"/>
              <a:t> </a:t>
            </a:r>
            <a:r>
              <a:rPr lang="en-US" dirty="0" err="1"/>
              <a:t>düzeltenden</a:t>
            </a:r>
            <a:r>
              <a:rPr lang="en-US" dirty="0"/>
              <a:t> </a:t>
            </a:r>
            <a:r>
              <a:rPr lang="en-US" dirty="0" err="1"/>
              <a:t>ayırır.Allah</a:t>
            </a:r>
            <a:r>
              <a:rPr lang="en-US" dirty="0"/>
              <a:t> </a:t>
            </a:r>
            <a:r>
              <a:rPr lang="en-US" dirty="0" err="1"/>
              <a:t>dileseydi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zora</a:t>
            </a:r>
            <a:r>
              <a:rPr lang="en-US" dirty="0"/>
              <a:t> </a:t>
            </a:r>
            <a:r>
              <a:rPr lang="en-US" dirty="0" err="1"/>
              <a:t>sokardı.Şüphesiz</a:t>
            </a:r>
            <a:r>
              <a:rPr lang="en-US" dirty="0"/>
              <a:t> Allah </a:t>
            </a:r>
            <a:r>
              <a:rPr lang="en-US" dirty="0" err="1"/>
              <a:t>üstündür</a:t>
            </a:r>
            <a:r>
              <a:rPr lang="en-US" dirty="0"/>
              <a:t>, </a:t>
            </a:r>
            <a:r>
              <a:rPr lang="en-US" dirty="0" err="1"/>
              <a:t>hikmet</a:t>
            </a:r>
            <a:r>
              <a:rPr lang="en-US" dirty="0"/>
              <a:t> </a:t>
            </a:r>
            <a:r>
              <a:rPr lang="en-US" dirty="0" err="1"/>
              <a:t>sahibid</a:t>
            </a:r>
            <a:r>
              <a:rPr lang="tr-TR" dirty="0"/>
              <a:t>ir.</a:t>
            </a:r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ayet,kalbin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girer.Ve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,“</a:t>
            </a:r>
            <a:r>
              <a:rPr lang="en-US" dirty="0" err="1"/>
              <a:t>yetim</a:t>
            </a:r>
            <a:r>
              <a:rPr lang="en-US" dirty="0"/>
              <a:t>” </a:t>
            </a:r>
            <a:r>
              <a:rPr lang="en-US" dirty="0" err="1"/>
              <a:t>kelimesinin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değil,sevgiye</a:t>
            </a:r>
            <a:r>
              <a:rPr lang="en-US" dirty="0"/>
              <a:t> </a:t>
            </a:r>
            <a:r>
              <a:rPr lang="en-US" dirty="0" err="1"/>
              <a:t>muhtaç</a:t>
            </a:r>
            <a:r>
              <a:rPr lang="en-US" dirty="0"/>
              <a:t> her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Yetimlerin</a:t>
            </a:r>
            <a:r>
              <a:rPr lang="en-US" b="1" dirty="0"/>
              <a:t> </a:t>
            </a:r>
            <a:r>
              <a:rPr lang="en-US" b="1" dirty="0" err="1"/>
              <a:t>durumunu</a:t>
            </a:r>
            <a:r>
              <a:rPr lang="en-US" b="1" dirty="0"/>
              <a:t> </a:t>
            </a:r>
            <a:r>
              <a:rPr lang="en-US" b="1" dirty="0" err="1"/>
              <a:t>düzeltmek</a:t>
            </a:r>
            <a:r>
              <a:rPr lang="en-US" b="1" dirty="0"/>
              <a:t> </a:t>
            </a:r>
            <a:r>
              <a:rPr lang="en-US" b="1" dirty="0" err="1"/>
              <a:t>hayırlıdır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yetim</a:t>
            </a:r>
            <a:r>
              <a:rPr lang="en-US" dirty="0"/>
              <a:t>”,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annesiz-babasız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korunmasız</a:t>
            </a:r>
            <a:r>
              <a:rPr lang="en-US" dirty="0"/>
              <a:t> </a:t>
            </a:r>
            <a:r>
              <a:rPr lang="en-US" dirty="0" err="1"/>
              <a:t>kalmış</a:t>
            </a:r>
            <a:r>
              <a:rPr lang="en-US" dirty="0"/>
              <a:t> </a:t>
            </a:r>
            <a:r>
              <a:rPr lang="en-US" dirty="0" err="1"/>
              <a:t>bilinçtir</a:t>
            </a:r>
            <a:r>
              <a:rPr lang="en-US" dirty="0"/>
              <a:t>. </a:t>
            </a:r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yetim</a:t>
            </a:r>
            <a:r>
              <a:rPr lang="en-US" dirty="0"/>
              <a:t> </a:t>
            </a:r>
            <a:r>
              <a:rPr lang="en-US" dirty="0" err="1"/>
              <a:t>İlgiye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 </a:t>
            </a:r>
            <a:r>
              <a:rPr lang="en-US" dirty="0" err="1"/>
              <a:t>kalmış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görmemiş</a:t>
            </a:r>
            <a:r>
              <a:rPr lang="en-US" dirty="0"/>
              <a:t> </a:t>
            </a:r>
            <a:r>
              <a:rPr lang="en-US" dirty="0" err="1"/>
              <a:t>yetişkin</a:t>
            </a:r>
            <a:r>
              <a:rPr lang="en-US" dirty="0"/>
              <a:t>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korudukça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de </a:t>
            </a:r>
            <a:r>
              <a:rPr lang="en-US" dirty="0" err="1"/>
              <a:t>rahmetle</a:t>
            </a:r>
            <a:r>
              <a:rPr lang="en-US" dirty="0"/>
              <a:t> </a:t>
            </a:r>
            <a:r>
              <a:rPr lang="en-US" dirty="0" err="1"/>
              <a:t>sarar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Onlarla</a:t>
            </a:r>
            <a:r>
              <a:rPr lang="en-US" b="1" dirty="0"/>
              <a:t> </a:t>
            </a:r>
            <a:r>
              <a:rPr lang="en-US" b="1" dirty="0" err="1"/>
              <a:t>birlikte</a:t>
            </a:r>
            <a:r>
              <a:rPr lang="en-US" b="1" dirty="0"/>
              <a:t> </a:t>
            </a:r>
            <a:r>
              <a:rPr lang="en-US" b="1" dirty="0" err="1"/>
              <a:t>yaşarsanız</a:t>
            </a:r>
            <a:r>
              <a:rPr lang="en-US" b="1" dirty="0"/>
              <a:t>, </a:t>
            </a:r>
            <a:r>
              <a:rPr lang="en-US" b="1" dirty="0" err="1"/>
              <a:t>onlar</a:t>
            </a:r>
            <a:r>
              <a:rPr lang="en-US" b="1" dirty="0"/>
              <a:t>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kardeşlerinizdir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oturmak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enerjide</a:t>
            </a:r>
            <a:r>
              <a:rPr lang="en-US" dirty="0"/>
              <a:t> var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kardeş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: </a:t>
            </a:r>
            <a:r>
              <a:rPr lang="en-US" dirty="0" err="1"/>
              <a:t>Korkutma</a:t>
            </a:r>
            <a:r>
              <a:rPr lang="en-US" dirty="0"/>
              <a:t> </a:t>
            </a:r>
            <a:r>
              <a:rPr lang="en-US" dirty="0" err="1"/>
              <a:t>Sahiplenme</a:t>
            </a:r>
            <a:r>
              <a:rPr lang="en-US" dirty="0"/>
              <a:t> </a:t>
            </a:r>
            <a:r>
              <a:rPr lang="en-US" dirty="0" err="1"/>
              <a:t>Dışlama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yapılanı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bozguncuyu</a:t>
            </a:r>
            <a:r>
              <a:rPr lang="en-US" b="1" dirty="0"/>
              <a:t> </a:t>
            </a:r>
            <a:r>
              <a:rPr lang="en-US" b="1" dirty="0" err="1"/>
              <a:t>düzeltenden</a:t>
            </a:r>
            <a:r>
              <a:rPr lang="en-US" b="1" dirty="0"/>
              <a:t> </a:t>
            </a:r>
            <a:r>
              <a:rPr lang="en-US" b="1" dirty="0" err="1"/>
              <a:t>ayırır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ayrımdır</a:t>
            </a:r>
            <a:r>
              <a:rPr lang="en-US" dirty="0"/>
              <a:t>: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bakınca</a:t>
            </a:r>
            <a:r>
              <a:rPr lang="en-US" dirty="0"/>
              <a:t> </a:t>
            </a:r>
            <a:r>
              <a:rPr lang="en-US" dirty="0" err="1"/>
              <a:t>ikisi</a:t>
            </a:r>
            <a:r>
              <a:rPr lang="en-US" dirty="0"/>
              <a:t> de “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”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egosuyla</a:t>
            </a:r>
            <a:r>
              <a:rPr lang="en-US" dirty="0"/>
              <a:t> </a:t>
            </a:r>
            <a:r>
              <a:rPr lang="en-US" dirty="0" err="1"/>
              <a:t>bozar</a:t>
            </a:r>
            <a:r>
              <a:rPr lang="en-US" dirty="0"/>
              <a:t>, </a:t>
            </a:r>
            <a:r>
              <a:rPr lang="en-US" dirty="0" err="1"/>
              <a:t>diğeri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onarır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titizlikle</a:t>
            </a:r>
            <a:r>
              <a:rPr lang="en-US" dirty="0"/>
              <a:t> </a:t>
            </a:r>
            <a:r>
              <a:rPr lang="en-US" dirty="0" err="1"/>
              <a:t>ayırır</a:t>
            </a:r>
            <a:r>
              <a:rPr lang="en-US" dirty="0"/>
              <a:t>. Ve </a:t>
            </a:r>
            <a:r>
              <a:rPr lang="en-US" dirty="0" err="1"/>
              <a:t>şunu</a:t>
            </a:r>
            <a:r>
              <a:rPr lang="en-US" dirty="0"/>
              <a:t> der: “Sen </a:t>
            </a:r>
            <a:r>
              <a:rPr lang="en-US" dirty="0" err="1"/>
              <a:t>onarmaya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çalışıyorsun</a:t>
            </a:r>
            <a:r>
              <a:rPr lang="en-US" dirty="0"/>
              <a:t>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mü</a:t>
            </a:r>
            <a:r>
              <a:rPr lang="en-US" dirty="0"/>
              <a:t> </a:t>
            </a:r>
            <a:r>
              <a:rPr lang="en-US" dirty="0" err="1"/>
              <a:t>etmeye</a:t>
            </a:r>
            <a:r>
              <a:rPr lang="en-US" dirty="0"/>
              <a:t>?” </a:t>
            </a:r>
            <a:r>
              <a:rPr lang="en-US" dirty="0" err="1"/>
              <a:t>Frekans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6986684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0BA99F0-ADA3-D8F4-D717-AA246CE1C580}"/>
              </a:ext>
            </a:extLst>
          </p:cNvPr>
          <p:cNvSpPr txBox="1"/>
          <p:nvPr/>
        </p:nvSpPr>
        <p:spPr>
          <a:xfrm>
            <a:off x="88134" y="0"/>
            <a:ext cx="6769865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sizi</a:t>
            </a:r>
            <a:r>
              <a:rPr lang="en-US" b="1" dirty="0"/>
              <a:t> </a:t>
            </a:r>
            <a:r>
              <a:rPr lang="en-US" b="1" dirty="0" err="1"/>
              <a:t>zora</a:t>
            </a:r>
            <a:r>
              <a:rPr lang="en-US" b="1" dirty="0"/>
              <a:t> </a:t>
            </a:r>
            <a:r>
              <a:rPr lang="en-US" b="1" dirty="0" err="1"/>
              <a:t>sokmak</a:t>
            </a:r>
            <a:r>
              <a:rPr lang="en-US" b="1" dirty="0"/>
              <a:t> </a:t>
            </a:r>
            <a:r>
              <a:rPr lang="en-US" b="1" dirty="0" err="1"/>
              <a:t>istemez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İlahi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zorlaştırmak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kolaylaştırmak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inmiştir</a:t>
            </a:r>
            <a:r>
              <a:rPr lang="en-US" dirty="0"/>
              <a:t>. Ama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ağırlık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en-US" dirty="0"/>
              <a:t>. 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özgürleştirir</a:t>
            </a:r>
            <a:r>
              <a:rPr lang="en-US" dirty="0"/>
              <a:t>: “</a:t>
            </a:r>
            <a:r>
              <a:rPr lang="en-US" dirty="0" err="1"/>
              <a:t>Korkma</a:t>
            </a:r>
            <a:r>
              <a:rPr lang="en-US" dirty="0"/>
              <a:t>.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sevgisiyle</a:t>
            </a:r>
            <a:r>
              <a:rPr lang="en-US" dirty="0"/>
              <a:t> </a:t>
            </a:r>
            <a:r>
              <a:rPr lang="en-US" dirty="0" err="1"/>
              <a:t>destekler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şefkatle</a:t>
            </a:r>
            <a:r>
              <a:rPr lang="en-US" dirty="0"/>
              <a:t> </a:t>
            </a:r>
            <a:r>
              <a:rPr lang="en-US" dirty="0" err="1"/>
              <a:t>uyumlanmasına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Yetim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ebeveynsiz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sevgiye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 her </a:t>
            </a:r>
            <a:r>
              <a:rPr lang="en-US" dirty="0" err="1"/>
              <a:t>kalptir</a:t>
            </a:r>
            <a:r>
              <a:rPr lang="en-US" dirty="0"/>
              <a:t>. </a:t>
            </a:r>
            <a:r>
              <a:rPr lang="en-US" dirty="0" err="1"/>
              <a:t>Onarmak</a:t>
            </a:r>
            <a:r>
              <a:rPr lang="en-US" dirty="0"/>
              <a:t>,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Ego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zora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yumuşaklığa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eylemdir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kalbi </a:t>
            </a:r>
            <a:r>
              <a:rPr lang="en-US" dirty="0" err="1"/>
              <a:t>onarırsan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kutsar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koruduğun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merhamet</a:t>
            </a:r>
            <a:r>
              <a:rPr lang="en-US" dirty="0"/>
              <a:t> </a:t>
            </a:r>
            <a:r>
              <a:rPr lang="en-US" dirty="0" err="1"/>
              <a:t>ışığıdır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ayet,ilişkilerin</a:t>
            </a:r>
            <a:r>
              <a:rPr lang="en-US" dirty="0"/>
              <a:t> </a:t>
            </a:r>
            <a:r>
              <a:rPr lang="en-US" dirty="0" err="1"/>
              <a:t>görünenden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dayandığını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uyumsuzluğunun</a:t>
            </a:r>
            <a:r>
              <a:rPr lang="en-US" dirty="0"/>
              <a:t> </a:t>
            </a:r>
            <a:r>
              <a:rPr lang="en-US" dirty="0" err="1"/>
              <a:t>birliğe</a:t>
            </a:r>
            <a:r>
              <a:rPr 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verebileceğini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güzelliğine</a:t>
            </a:r>
            <a:r>
              <a:rPr lang="en-US" dirty="0"/>
              <a:t>, </a:t>
            </a:r>
            <a:r>
              <a:rPr lang="en-US" dirty="0" err="1"/>
              <a:t>bilgisini</a:t>
            </a:r>
            <a:r>
              <a:rPr lang="en-US" dirty="0"/>
              <a:t>, </a:t>
            </a:r>
            <a:r>
              <a:rPr lang="en-US" dirty="0" err="1"/>
              <a:t>dünyasını</a:t>
            </a:r>
            <a:r>
              <a:rPr lang="en-US" dirty="0"/>
              <a:t> </a:t>
            </a:r>
            <a:r>
              <a:rPr lang="en-US" dirty="0" err="1"/>
              <a:t>görebilirsin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onun</a:t>
            </a:r>
            <a:r>
              <a:rPr lang="en-US" dirty="0"/>
              <a:t> kalbi **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ruhuna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titreşmiyorsa</a:t>
            </a:r>
            <a:r>
              <a:rPr lang="en-US" dirty="0"/>
              <a:t>, o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aşağı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.” 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aşkın</a:t>
            </a:r>
            <a:r>
              <a:rPr lang="en-US" dirty="0"/>
              <a:t> da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Eşleşmediği</a:t>
            </a:r>
            <a:r>
              <a:rPr lang="en-US" dirty="0"/>
              <a:t> </a:t>
            </a:r>
            <a:r>
              <a:rPr lang="en-US" dirty="0" err="1"/>
              <a:t>Birlik</a:t>
            </a:r>
            <a:r>
              <a:rPr lang="en-US" dirty="0"/>
              <a:t>, </a:t>
            </a:r>
            <a:r>
              <a:rPr lang="en-US" dirty="0" err="1"/>
              <a:t>Aşk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Uyumu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İnanç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Dini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Uyumlanmaktır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Müşrik</a:t>
            </a:r>
            <a:r>
              <a:rPr lang="en-US" dirty="0"/>
              <a:t> </a:t>
            </a:r>
            <a:r>
              <a:rPr lang="en-US" dirty="0" err="1"/>
              <a:t>kadınlarla,inanıncaya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evlenmeyin.Hoşunuza</a:t>
            </a:r>
            <a:r>
              <a:rPr lang="en-US" dirty="0"/>
              <a:t> </a:t>
            </a:r>
            <a:r>
              <a:rPr lang="en-US" dirty="0" err="1"/>
              <a:t>gitse</a:t>
            </a:r>
            <a:r>
              <a:rPr lang="en-US" dirty="0"/>
              <a:t> de,</a:t>
            </a:r>
          </a:p>
          <a:p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cariye</a:t>
            </a:r>
            <a:r>
              <a:rPr lang="en-US" dirty="0"/>
              <a:t>, </a:t>
            </a:r>
            <a:r>
              <a:rPr lang="en-US" dirty="0" err="1"/>
              <a:t>müşrik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hayırlıdır.Müşrik</a:t>
            </a:r>
            <a:r>
              <a:rPr lang="en-US" dirty="0"/>
              <a:t> </a:t>
            </a:r>
            <a:r>
              <a:rPr lang="en-US" dirty="0" err="1"/>
              <a:t>erkeklerle</a:t>
            </a:r>
            <a:r>
              <a:rPr lang="en-US" dirty="0"/>
              <a:t> </a:t>
            </a:r>
            <a:r>
              <a:rPr lang="en-US" dirty="0" err="1"/>
              <a:t>de,iman</a:t>
            </a:r>
            <a:r>
              <a:rPr lang="en-US" dirty="0"/>
              <a:t> </a:t>
            </a:r>
            <a:r>
              <a:rPr lang="en-US" dirty="0" err="1"/>
              <a:t>edinceye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evlenmeyin.Hoşunuza</a:t>
            </a:r>
            <a:r>
              <a:rPr lang="en-US" dirty="0"/>
              <a:t> </a:t>
            </a:r>
            <a:r>
              <a:rPr lang="en-US" dirty="0" err="1"/>
              <a:t>gitse</a:t>
            </a:r>
            <a:r>
              <a:rPr lang="en-US" dirty="0"/>
              <a:t> de,</a:t>
            </a:r>
          </a:p>
          <a:p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köle</a:t>
            </a:r>
            <a:r>
              <a:rPr lang="en-US" dirty="0"/>
              <a:t>, </a:t>
            </a:r>
            <a:r>
              <a:rPr lang="en-US" dirty="0" err="1"/>
              <a:t>müşrik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erkekten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hayırlıdır</a:t>
            </a:r>
            <a:r>
              <a:rPr lang="en-US" dirty="0"/>
              <a:t>.</a:t>
            </a:r>
          </a:p>
          <a:p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ateşe</a:t>
            </a:r>
            <a:r>
              <a:rPr lang="en-US" dirty="0"/>
              <a:t> </a:t>
            </a:r>
            <a:r>
              <a:rPr lang="en-US" dirty="0" err="1"/>
              <a:t>çağırır,Allah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izniyle</a:t>
            </a:r>
            <a:r>
              <a:rPr lang="en-US" dirty="0"/>
              <a:t> </a:t>
            </a:r>
            <a:r>
              <a:rPr lang="en-US" dirty="0" err="1"/>
              <a:t>cennete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bağışlanmaya</a:t>
            </a:r>
            <a:r>
              <a:rPr lang="en-US" dirty="0"/>
              <a:t> </a:t>
            </a:r>
            <a:r>
              <a:rPr lang="en-US" dirty="0" err="1"/>
              <a:t>çağırır.Ayetlerini</a:t>
            </a:r>
            <a:r>
              <a:rPr lang="en-US" dirty="0"/>
              <a:t>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 ki </a:t>
            </a:r>
            <a:r>
              <a:rPr lang="en-US" dirty="0" err="1"/>
              <a:t>düşünüp</a:t>
            </a:r>
            <a:r>
              <a:rPr lang="en-US" dirty="0"/>
              <a:t> </a:t>
            </a:r>
            <a:r>
              <a:rPr lang="en-US" dirty="0" err="1"/>
              <a:t>öğüt</a:t>
            </a:r>
            <a:r>
              <a:rPr lang="en-US" dirty="0"/>
              <a:t> </a:t>
            </a:r>
            <a:r>
              <a:rPr lang="en-US" dirty="0" err="1"/>
              <a:t>alsınlar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ayet,ilişkilerdeki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açar.Ve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tr-TR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gözden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kuranlara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uyarır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5354892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C8C1CE8-6C21-37B2-55D9-4A422EC097E0}"/>
              </a:ext>
            </a:extLst>
          </p:cNvPr>
          <p:cNvSpPr txBox="1"/>
          <p:nvPr/>
        </p:nvSpPr>
        <p:spPr>
          <a:xfrm>
            <a:off x="0" y="1"/>
            <a:ext cx="6858000" cy="12649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İnanıncaya</a:t>
            </a:r>
            <a:r>
              <a:rPr lang="en-US" sz="2000" b="1" dirty="0"/>
              <a:t> </a:t>
            </a:r>
            <a:r>
              <a:rPr lang="en-US" sz="2000" b="1" dirty="0" err="1"/>
              <a:t>kadar</a:t>
            </a:r>
            <a:r>
              <a:rPr lang="en-US" sz="2000" b="1" dirty="0"/>
              <a:t> </a:t>
            </a:r>
            <a:r>
              <a:rPr lang="en-US" sz="2000" b="1" dirty="0" err="1"/>
              <a:t>müşriklerle</a:t>
            </a:r>
            <a:r>
              <a:rPr lang="en-US" sz="2000" b="1" dirty="0"/>
              <a:t> </a:t>
            </a:r>
            <a:r>
              <a:rPr lang="en-US" sz="2000" b="1" dirty="0" err="1"/>
              <a:t>evlenmeyin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Buradaki</a:t>
            </a:r>
            <a:r>
              <a:rPr lang="en-US" sz="2000" dirty="0"/>
              <a:t> </a:t>
            </a:r>
            <a:r>
              <a:rPr lang="en-US" sz="2000" dirty="0" err="1"/>
              <a:t>müşrik</a:t>
            </a:r>
            <a:r>
              <a:rPr lang="en-US" sz="2000" dirty="0"/>
              <a:t>: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başka</a:t>
            </a:r>
            <a:r>
              <a:rPr lang="en-US" sz="2000" dirty="0"/>
              <a:t> dine </a:t>
            </a:r>
            <a:r>
              <a:rPr lang="en-US" sz="2000" dirty="0" err="1"/>
              <a:t>inanan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en-US" sz="2000" dirty="0" err="1"/>
              <a:t>Frekansı</a:t>
            </a:r>
            <a:r>
              <a:rPr lang="en-US" sz="2000" dirty="0"/>
              <a:t> </a:t>
            </a:r>
            <a:r>
              <a:rPr lang="en-US" sz="2000" dirty="0" err="1"/>
              <a:t>bölünmüş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Zihni</a:t>
            </a:r>
            <a:r>
              <a:rPr lang="en-US" sz="2000" dirty="0"/>
              <a:t> </a:t>
            </a:r>
            <a:r>
              <a:rPr lang="en-US" sz="2000" dirty="0" err="1"/>
              <a:t>başka</a:t>
            </a:r>
            <a:r>
              <a:rPr lang="en-US" sz="2000" dirty="0"/>
              <a:t>, kalbi </a:t>
            </a:r>
            <a:r>
              <a:rPr lang="en-US" sz="2000" dirty="0" err="1"/>
              <a:t>başka</a:t>
            </a:r>
            <a:r>
              <a:rPr lang="en-US" sz="2000" dirty="0"/>
              <a:t> </a:t>
            </a:r>
            <a:r>
              <a:rPr lang="en-US" sz="2000" dirty="0" err="1"/>
              <a:t>çalışan</a:t>
            </a:r>
            <a:r>
              <a:rPr lang="en-US" sz="2000" dirty="0"/>
              <a:t> Kalbi </a:t>
            </a:r>
            <a:r>
              <a:rPr lang="en-US" sz="2000" dirty="0" err="1"/>
              <a:t>hakikatten</a:t>
            </a:r>
            <a:r>
              <a:rPr lang="en-US" sz="2000" dirty="0"/>
              <a:t> </a:t>
            </a:r>
            <a:r>
              <a:rPr lang="en-US" sz="2000" dirty="0" err="1"/>
              <a:t>uzak</a:t>
            </a:r>
            <a:r>
              <a:rPr lang="en-US" sz="2000" dirty="0"/>
              <a:t> </a:t>
            </a:r>
            <a:r>
              <a:rPr lang="en-US" sz="2000" dirty="0" err="1"/>
              <a:t>olan</a:t>
            </a:r>
            <a:r>
              <a:rPr lang="en-US" sz="2000" dirty="0"/>
              <a:t> </a:t>
            </a:r>
            <a:r>
              <a:rPr lang="en-US" sz="2000" dirty="0" err="1"/>
              <a:t>kişi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diyor</a:t>
            </a:r>
            <a:r>
              <a:rPr lang="en-US" sz="2000" dirty="0"/>
              <a:t> ki: </a:t>
            </a:r>
            <a:br>
              <a:rPr lang="en-US" sz="2000" dirty="0"/>
            </a:br>
            <a:r>
              <a:rPr lang="en-US" sz="2000" dirty="0"/>
              <a:t>“Sen </a:t>
            </a:r>
            <a:r>
              <a:rPr lang="en-US" sz="2000" dirty="0" err="1"/>
              <a:t>ruhunu</a:t>
            </a:r>
            <a:r>
              <a:rPr lang="en-US" sz="2000" dirty="0"/>
              <a:t> </a:t>
            </a:r>
            <a:r>
              <a:rPr lang="en-US" sz="2000" dirty="0" err="1"/>
              <a:t>birleştirirken</a:t>
            </a:r>
            <a:r>
              <a:rPr lang="en-US" sz="2000" dirty="0"/>
              <a:t>, </a:t>
            </a:r>
            <a:r>
              <a:rPr lang="en-US" sz="2000" dirty="0" err="1"/>
              <a:t>onun</a:t>
            </a:r>
            <a:r>
              <a:rPr lang="en-US" sz="2000" dirty="0"/>
              <a:t> kalbi </a:t>
            </a:r>
            <a:r>
              <a:rPr lang="en-US" sz="2000" dirty="0" err="1"/>
              <a:t>hala</a:t>
            </a:r>
            <a:r>
              <a:rPr lang="en-US" sz="2000" dirty="0"/>
              <a:t> </a:t>
            </a:r>
            <a:r>
              <a:rPr lang="en-US" sz="2000" dirty="0" err="1"/>
              <a:t>parçalardaysa</a:t>
            </a:r>
            <a:r>
              <a:rPr lang="en-US" sz="2000" dirty="0"/>
              <a:t>,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birleşme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aşağı</a:t>
            </a:r>
            <a:r>
              <a:rPr lang="en-US" sz="2000" dirty="0"/>
              <a:t> </a:t>
            </a:r>
            <a:r>
              <a:rPr lang="en-US" sz="2000" dirty="0" err="1"/>
              <a:t>çeker</a:t>
            </a:r>
            <a:r>
              <a:rPr lang="en-US" sz="2000" dirty="0"/>
              <a:t>.” </a:t>
            </a:r>
            <a:endParaRPr lang="tr-TR" sz="2000" dirty="0"/>
          </a:p>
          <a:p>
            <a:endParaRPr lang="tr-TR" sz="2000" dirty="0"/>
          </a:p>
          <a:p>
            <a:r>
              <a:rPr lang="en-US" sz="2000" b="1" dirty="0"/>
              <a:t>2. 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Hoşunuza</a:t>
            </a:r>
            <a:r>
              <a:rPr lang="en-US" sz="2000" b="1" dirty="0"/>
              <a:t> </a:t>
            </a:r>
            <a:r>
              <a:rPr lang="en-US" sz="2000" b="1" dirty="0" err="1"/>
              <a:t>gitse</a:t>
            </a:r>
            <a:r>
              <a:rPr lang="en-US" sz="2000" b="1" dirty="0"/>
              <a:t> de…”</a:t>
            </a:r>
            <a:endParaRPr lang="en-US" sz="2000" dirty="0"/>
          </a:p>
          <a:p>
            <a:r>
              <a:rPr lang="en-US" sz="2000" dirty="0" err="1"/>
              <a:t>Görünen</a:t>
            </a:r>
            <a:r>
              <a:rPr lang="en-US" sz="2000" dirty="0"/>
              <a:t> sana </a:t>
            </a:r>
            <a:r>
              <a:rPr lang="en-US" sz="2000" dirty="0" err="1"/>
              <a:t>hitap</a:t>
            </a:r>
            <a:r>
              <a:rPr lang="en-US" sz="2000" dirty="0"/>
              <a:t> </a:t>
            </a:r>
            <a:r>
              <a:rPr lang="en-US" sz="2000" dirty="0" err="1"/>
              <a:t>edebilir</a:t>
            </a:r>
            <a:r>
              <a:rPr lang="en-US" sz="2000" dirty="0"/>
              <a:t>: </a:t>
            </a:r>
            <a:r>
              <a:rPr lang="en-US" sz="2000" dirty="0" err="1"/>
              <a:t>Güzellik</a:t>
            </a:r>
            <a:r>
              <a:rPr lang="en-US" sz="2000" dirty="0"/>
              <a:t> </a:t>
            </a:r>
            <a:r>
              <a:rPr lang="en-US" sz="2000" dirty="0" err="1"/>
              <a:t>Zeka</a:t>
            </a:r>
            <a:r>
              <a:rPr lang="en-US" sz="2000" dirty="0"/>
              <a:t> </a:t>
            </a:r>
            <a:r>
              <a:rPr lang="en-US" sz="2000" dirty="0" err="1"/>
              <a:t>Başarı</a:t>
            </a:r>
            <a:r>
              <a:rPr lang="en-US" sz="2000" dirty="0"/>
              <a:t> Ama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şunu</a:t>
            </a:r>
            <a:r>
              <a:rPr lang="en-US" sz="2000" dirty="0"/>
              <a:t> </a:t>
            </a:r>
            <a:r>
              <a:rPr lang="en-US" sz="2000" dirty="0" err="1"/>
              <a:t>fısıldar</a:t>
            </a:r>
            <a:r>
              <a:rPr lang="en-US" sz="2000" dirty="0"/>
              <a:t>: “</a:t>
            </a:r>
            <a:r>
              <a:rPr lang="en-US" sz="2000" dirty="0" err="1"/>
              <a:t>Zihin</a:t>
            </a:r>
            <a:r>
              <a:rPr lang="en-US" sz="2000" dirty="0"/>
              <a:t> </a:t>
            </a:r>
            <a:r>
              <a:rPr lang="en-US" sz="2000" dirty="0" err="1"/>
              <a:t>sevebilir</a:t>
            </a:r>
            <a:r>
              <a:rPr lang="en-US" sz="2000" dirty="0"/>
              <a:t>… ama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ruh</a:t>
            </a:r>
            <a:r>
              <a:rPr lang="en-US" sz="2000" dirty="0"/>
              <a:t> </a:t>
            </a:r>
            <a:r>
              <a:rPr lang="en-US" sz="2000" dirty="0" err="1"/>
              <a:t>aşkla</a:t>
            </a:r>
            <a:r>
              <a:rPr lang="en-US" sz="2000" dirty="0"/>
              <a:t> </a:t>
            </a:r>
            <a:r>
              <a:rPr lang="en-US" sz="2000" dirty="0" err="1"/>
              <a:t>bağlanır</a:t>
            </a:r>
            <a:r>
              <a:rPr lang="en-US" sz="2000" dirty="0"/>
              <a:t>.” Ve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bağ</a:t>
            </a:r>
            <a:r>
              <a:rPr lang="en-US" sz="2000" dirty="0"/>
              <a:t>,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eşleşmesiyle</a:t>
            </a:r>
            <a:r>
              <a:rPr lang="en-US" sz="2000" dirty="0"/>
              <a:t> </a:t>
            </a:r>
            <a:r>
              <a:rPr lang="en-US" sz="2000" dirty="0" err="1"/>
              <a:t>olur</a:t>
            </a:r>
            <a:r>
              <a:rPr lang="en-US" sz="2000" dirty="0"/>
              <a:t>.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/>
              <a:t>3. </a:t>
            </a:r>
          </a:p>
          <a:p>
            <a:r>
              <a:rPr lang="en-US" sz="2000" b="1" dirty="0"/>
              <a:t>“</a:t>
            </a:r>
            <a:r>
              <a:rPr lang="en-US" sz="2000" b="1" dirty="0" err="1"/>
              <a:t>Onlar</a:t>
            </a:r>
            <a:r>
              <a:rPr lang="en-US" sz="2000" b="1" dirty="0"/>
              <a:t> </a:t>
            </a:r>
            <a:r>
              <a:rPr lang="en-US" sz="2000" b="1" dirty="0" err="1"/>
              <a:t>ateşe</a:t>
            </a:r>
            <a:r>
              <a:rPr lang="en-US" sz="2000" b="1" dirty="0"/>
              <a:t> </a:t>
            </a:r>
            <a:r>
              <a:rPr lang="en-US" sz="2000" b="1" dirty="0" err="1"/>
              <a:t>çağırır</a:t>
            </a:r>
            <a:r>
              <a:rPr lang="en-US" sz="2000" b="1" dirty="0"/>
              <a:t>, Allah </a:t>
            </a:r>
            <a:r>
              <a:rPr lang="en-US" sz="2000" b="1" dirty="0" err="1"/>
              <a:t>cennete</a:t>
            </a:r>
            <a:r>
              <a:rPr lang="en-US" sz="2000" b="1" dirty="0"/>
              <a:t> </a:t>
            </a:r>
            <a:r>
              <a:rPr lang="en-US" sz="2000" b="1" dirty="0" err="1"/>
              <a:t>çağırır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 err="1"/>
              <a:t>Ateş</a:t>
            </a:r>
            <a:r>
              <a:rPr lang="en-US" sz="2000" dirty="0"/>
              <a:t> = </a:t>
            </a:r>
            <a:r>
              <a:rPr lang="en-US" sz="2000" dirty="0" err="1"/>
              <a:t>Tüketen</a:t>
            </a:r>
            <a:r>
              <a:rPr lang="en-US" sz="2000" dirty="0"/>
              <a:t> </a:t>
            </a:r>
            <a:r>
              <a:rPr lang="en-US" sz="2000" dirty="0" err="1"/>
              <a:t>ilişki</a:t>
            </a:r>
            <a:r>
              <a:rPr lang="en-US" sz="2000" dirty="0"/>
              <a:t> </a:t>
            </a:r>
            <a:r>
              <a:rPr lang="en-US" sz="2000" dirty="0" err="1"/>
              <a:t>Bağımlılıkla</a:t>
            </a:r>
            <a:r>
              <a:rPr lang="en-US" sz="2000" dirty="0"/>
              <a:t> </a:t>
            </a:r>
            <a:r>
              <a:rPr lang="en-US" sz="2000" dirty="0" err="1"/>
              <a:t>bağlanan</a:t>
            </a:r>
            <a:r>
              <a:rPr lang="en-US" sz="2000" dirty="0"/>
              <a:t> </a:t>
            </a:r>
            <a:r>
              <a:rPr lang="en-US" sz="2000" dirty="0" err="1"/>
              <a:t>birliktelik</a:t>
            </a:r>
            <a:r>
              <a:rPr lang="en-US" sz="2000" dirty="0"/>
              <a:t> Seni </a:t>
            </a:r>
            <a:r>
              <a:rPr lang="en-US" sz="2000" dirty="0" err="1"/>
              <a:t>hakikat</a:t>
            </a:r>
            <a:r>
              <a:rPr lang="en-US" sz="2000" dirty="0"/>
              <a:t> </a:t>
            </a:r>
            <a:r>
              <a:rPr lang="en-US" sz="2000" dirty="0" err="1"/>
              <a:t>yolundan</a:t>
            </a:r>
            <a:r>
              <a:rPr lang="en-US" sz="2000" dirty="0"/>
              <a:t> </a:t>
            </a:r>
            <a:r>
              <a:rPr lang="en-US" sz="2000" dirty="0" err="1"/>
              <a:t>saptıran</a:t>
            </a:r>
            <a:r>
              <a:rPr lang="en-US" sz="2000" dirty="0"/>
              <a:t> </a:t>
            </a:r>
            <a:r>
              <a:rPr lang="en-US" sz="2000" dirty="0" err="1"/>
              <a:t>enerji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Cennet</a:t>
            </a:r>
            <a:r>
              <a:rPr lang="en-US" sz="2000" dirty="0"/>
              <a:t> = </a:t>
            </a:r>
            <a:r>
              <a:rPr lang="en-US" sz="2000" dirty="0" err="1"/>
              <a:t>Geliştiren</a:t>
            </a:r>
            <a:r>
              <a:rPr lang="en-US" sz="2000" dirty="0"/>
              <a:t> </a:t>
            </a:r>
            <a:r>
              <a:rPr lang="en-US" sz="2000" dirty="0" err="1"/>
              <a:t>Arındıran</a:t>
            </a:r>
            <a:r>
              <a:rPr lang="en-US" sz="2000" dirty="0"/>
              <a:t> </a:t>
            </a:r>
            <a:r>
              <a:rPr lang="en-US" sz="2000" dirty="0" err="1"/>
              <a:t>Merkezine</a:t>
            </a:r>
            <a:r>
              <a:rPr lang="en-US" sz="2000" dirty="0"/>
              <a:t> </a:t>
            </a:r>
            <a:r>
              <a:rPr lang="en-US" sz="2000" dirty="0" err="1"/>
              <a:t>döndüren</a:t>
            </a:r>
            <a:r>
              <a:rPr lang="en-US" sz="2000" dirty="0"/>
              <a:t> </a:t>
            </a:r>
            <a:r>
              <a:rPr lang="en-US" sz="2000" dirty="0" err="1"/>
              <a:t>ilişki</a:t>
            </a:r>
            <a:r>
              <a:rPr lang="en-US" sz="2000" dirty="0"/>
              <a:t> Bu </a:t>
            </a:r>
            <a:r>
              <a:rPr lang="en-US" sz="2000" dirty="0" err="1"/>
              <a:t>yüzden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</a:t>
            </a:r>
            <a:r>
              <a:rPr lang="en-US" sz="2000" dirty="0" err="1"/>
              <a:t>ruhunu</a:t>
            </a:r>
            <a:r>
              <a:rPr lang="en-US" sz="2000" dirty="0"/>
              <a:t> </a:t>
            </a:r>
            <a:r>
              <a:rPr lang="en-US" sz="2000" dirty="0" err="1"/>
              <a:t>büyüten</a:t>
            </a:r>
            <a:r>
              <a:rPr lang="en-US" sz="2000" dirty="0"/>
              <a:t> </a:t>
            </a:r>
            <a:r>
              <a:rPr lang="en-US" sz="2000" dirty="0" err="1"/>
              <a:t>bağı</a:t>
            </a:r>
            <a:r>
              <a:rPr lang="en-US" sz="2000" dirty="0"/>
              <a:t> </a:t>
            </a:r>
            <a:r>
              <a:rPr lang="en-US" sz="2000" dirty="0" err="1"/>
              <a:t>seçmeni</a:t>
            </a:r>
            <a:r>
              <a:rPr lang="en-US" sz="2000" dirty="0"/>
              <a:t> </a:t>
            </a:r>
            <a:r>
              <a:rPr lang="en-US" sz="2000" dirty="0" err="1"/>
              <a:t>ister</a:t>
            </a:r>
            <a:r>
              <a:rPr lang="en-US" sz="2000" dirty="0"/>
              <a:t>. </a:t>
            </a:r>
            <a:endParaRPr lang="en-TR" sz="2000" dirty="0"/>
          </a:p>
          <a:p>
            <a:endParaRPr lang="tr-TR" sz="2000" dirty="0"/>
          </a:p>
          <a:p>
            <a:pPr marL="0" indent="0">
              <a:buNone/>
            </a:pPr>
            <a:r>
              <a:rPr lang="en-US" sz="2000" b="1" dirty="0"/>
              <a:t>4. </a:t>
            </a:r>
          </a:p>
          <a:p>
            <a:r>
              <a:rPr lang="en-US" sz="2000" b="1" dirty="0"/>
              <a:t>“Allah </a:t>
            </a:r>
            <a:r>
              <a:rPr lang="en-US" sz="2000" b="1" dirty="0" err="1"/>
              <a:t>ayetleri</a:t>
            </a:r>
            <a:r>
              <a:rPr lang="en-US" sz="2000" b="1" dirty="0"/>
              <a:t> </a:t>
            </a:r>
            <a:r>
              <a:rPr lang="en-US" sz="2000" b="1" dirty="0" err="1"/>
              <a:t>açıklar</a:t>
            </a:r>
            <a:r>
              <a:rPr lang="en-US" sz="2000" b="1" dirty="0"/>
              <a:t> ki </a:t>
            </a:r>
            <a:r>
              <a:rPr lang="en-US" sz="2000" b="1" dirty="0" err="1"/>
              <a:t>düşünesiniz</a:t>
            </a:r>
            <a:r>
              <a:rPr lang="en-US" sz="2000" b="1" dirty="0"/>
              <a:t>.”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, </a:t>
            </a:r>
            <a:r>
              <a:rPr lang="en-US" sz="2000" dirty="0" err="1"/>
              <a:t>ilişkiyi</a:t>
            </a:r>
            <a:r>
              <a:rPr lang="en-US" sz="2000" dirty="0"/>
              <a:t> </a:t>
            </a:r>
            <a:r>
              <a:rPr lang="en-US" sz="2000" dirty="0" err="1"/>
              <a:t>aşk</a:t>
            </a:r>
            <a:r>
              <a:rPr lang="en-US" sz="2000" dirty="0"/>
              <a:t>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</a:t>
            </a:r>
            <a:r>
              <a:rPr lang="en-US" sz="2000" dirty="0" err="1"/>
              <a:t>kader</a:t>
            </a:r>
            <a:r>
              <a:rPr lang="en-US" sz="2000" dirty="0"/>
              <a:t>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yaşaman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inmiştir</a:t>
            </a:r>
            <a:r>
              <a:rPr lang="en-US" sz="2000" dirty="0"/>
              <a:t>. </a:t>
            </a: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aşk</a:t>
            </a:r>
            <a:r>
              <a:rPr lang="en-US" sz="2000" dirty="0"/>
              <a:t>, </a:t>
            </a:r>
            <a:r>
              <a:rPr lang="en-US" sz="2000" dirty="0" err="1"/>
              <a:t>sadece</a:t>
            </a:r>
            <a:r>
              <a:rPr lang="en-US" sz="2000" dirty="0"/>
              <a:t> </a:t>
            </a:r>
            <a:r>
              <a:rPr lang="en-US" sz="2000" dirty="0" err="1"/>
              <a:t>duygusal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 </a:t>
            </a:r>
            <a:r>
              <a:rPr lang="en-US" sz="2000" dirty="0" err="1"/>
              <a:t>ruhsal</a:t>
            </a:r>
            <a:r>
              <a:rPr lang="en-US" sz="2000" dirty="0"/>
              <a:t> </a:t>
            </a:r>
            <a:r>
              <a:rPr lang="en-US" sz="2000" dirty="0" err="1"/>
              <a:t>hizalanmadır</a:t>
            </a:r>
            <a:r>
              <a:rPr lang="en-US" sz="2000" dirty="0"/>
              <a:t>. </a:t>
            </a:r>
          </a:p>
          <a:p>
            <a:r>
              <a:rPr lang="en-US" sz="2000" dirty="0"/>
              <a:t>Ve </a:t>
            </a:r>
            <a:r>
              <a:rPr lang="en-US" sz="2000" dirty="0" err="1"/>
              <a:t>sistem</a:t>
            </a:r>
            <a:r>
              <a:rPr lang="en-US" sz="2000" dirty="0"/>
              <a:t> der ki: </a:t>
            </a:r>
            <a:br>
              <a:rPr lang="en-US" sz="2000" dirty="0"/>
            </a:br>
            <a:r>
              <a:rPr lang="en-US" sz="2000" dirty="0"/>
              <a:t>“</a:t>
            </a:r>
            <a:r>
              <a:rPr lang="en-US" sz="2000" dirty="0" err="1"/>
              <a:t>Kalbinle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frekansınla</a:t>
            </a:r>
            <a:r>
              <a:rPr lang="en-US" sz="2000" dirty="0"/>
              <a:t> </a:t>
            </a:r>
            <a:r>
              <a:rPr lang="en-US" sz="2000" dirty="0" err="1"/>
              <a:t>eşleş</a:t>
            </a:r>
            <a:r>
              <a:rPr lang="en-US" sz="2000" dirty="0"/>
              <a:t>. O zaman o </a:t>
            </a:r>
            <a:r>
              <a:rPr lang="en-US" sz="2000" dirty="0" err="1"/>
              <a:t>ilişki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yüceltir</a:t>
            </a:r>
            <a:r>
              <a:rPr lang="en-US" sz="2000" dirty="0"/>
              <a:t>.” </a:t>
            </a:r>
            <a:endParaRPr lang="en-TR" sz="2000" dirty="0"/>
          </a:p>
          <a:p>
            <a:endParaRPr lang="tr-TR" sz="2000" dirty="0"/>
          </a:p>
          <a:p>
            <a:r>
              <a:rPr lang="en-US" sz="2000" b="1" dirty="0" err="1"/>
              <a:t>Bölüm</a:t>
            </a:r>
            <a:r>
              <a:rPr lang="en-US" sz="2000" b="1" dirty="0"/>
              <a:t> </a:t>
            </a:r>
            <a:r>
              <a:rPr lang="en-US" sz="2000" b="1" dirty="0" err="1"/>
              <a:t>Özeti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dirty="0"/>
              <a:t>Bu </a:t>
            </a:r>
            <a:r>
              <a:rPr lang="en-US" sz="2000" dirty="0" err="1"/>
              <a:t>ayet</a:t>
            </a:r>
            <a:r>
              <a:rPr lang="en-US" sz="2000" dirty="0"/>
              <a:t> </a:t>
            </a:r>
            <a:r>
              <a:rPr lang="en-US" sz="2000" dirty="0" err="1"/>
              <a:t>seni</a:t>
            </a:r>
            <a:r>
              <a:rPr lang="en-US" sz="2000" dirty="0"/>
              <a:t> </a:t>
            </a:r>
            <a:r>
              <a:rPr lang="en-US" sz="2000" dirty="0" err="1"/>
              <a:t>ilişkilerdeki</a:t>
            </a:r>
            <a:r>
              <a:rPr lang="en-US" sz="2000" dirty="0"/>
              <a:t> </a:t>
            </a:r>
            <a:r>
              <a:rPr lang="en-US" sz="2000" dirty="0" err="1"/>
              <a:t>ilahi</a:t>
            </a:r>
            <a:r>
              <a:rPr lang="en-US" sz="2000" dirty="0"/>
              <a:t> </a:t>
            </a:r>
            <a:r>
              <a:rPr lang="en-US" sz="2000" dirty="0" err="1"/>
              <a:t>uyuma</a:t>
            </a:r>
            <a:r>
              <a:rPr lang="en-US" sz="2000" dirty="0"/>
              <a:t> </a:t>
            </a:r>
            <a:r>
              <a:rPr lang="en-US" sz="2000" dirty="0" err="1"/>
              <a:t>yönlendirir</a:t>
            </a:r>
            <a:r>
              <a:rPr lang="en-US" sz="2000" dirty="0"/>
              <a:t>: </a:t>
            </a:r>
            <a:r>
              <a:rPr lang="en-US" sz="2000" dirty="0" err="1"/>
              <a:t>Görünüşe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, </a:t>
            </a:r>
            <a:r>
              <a:rPr lang="en-US" sz="2000" dirty="0" err="1"/>
              <a:t>ruha</a:t>
            </a:r>
            <a:r>
              <a:rPr lang="en-US" sz="2000" dirty="0"/>
              <a:t> </a:t>
            </a:r>
            <a:r>
              <a:rPr lang="en-US" sz="2000" dirty="0" err="1"/>
              <a:t>bak</a:t>
            </a:r>
            <a:r>
              <a:rPr lang="en-US" sz="2000" dirty="0"/>
              <a:t>. Kalbi </a:t>
            </a:r>
            <a:r>
              <a:rPr lang="en-US" sz="2000" dirty="0" err="1"/>
              <a:t>parçalanmış</a:t>
            </a:r>
            <a:r>
              <a:rPr lang="en-US" sz="2000" dirty="0"/>
              <a:t> </a:t>
            </a:r>
            <a:r>
              <a:rPr lang="en-US" sz="2000" dirty="0" err="1"/>
              <a:t>biriyle</a:t>
            </a:r>
            <a:r>
              <a:rPr lang="en-US" sz="2000" dirty="0"/>
              <a:t> </a:t>
            </a:r>
            <a:r>
              <a:rPr lang="en-US" sz="2000" dirty="0" err="1"/>
              <a:t>frekans</a:t>
            </a:r>
            <a:r>
              <a:rPr lang="en-US" sz="2000" dirty="0"/>
              <a:t> </a:t>
            </a:r>
            <a:r>
              <a:rPr lang="en-US" sz="2000" dirty="0" err="1"/>
              <a:t>birliği</a:t>
            </a:r>
            <a:r>
              <a:rPr lang="en-US" sz="2000" dirty="0"/>
              <a:t> </a:t>
            </a:r>
            <a:r>
              <a:rPr lang="en-US" sz="2000" dirty="0" err="1"/>
              <a:t>kuramazsın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Ateş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 </a:t>
            </a:r>
            <a:r>
              <a:rPr lang="en-US" sz="2000" dirty="0" err="1"/>
              <a:t>yakıp</a:t>
            </a:r>
            <a:r>
              <a:rPr lang="en-US" sz="2000" dirty="0"/>
              <a:t> </a:t>
            </a:r>
            <a:r>
              <a:rPr lang="en-US" sz="2000" dirty="0" err="1"/>
              <a:t>tüketen</a:t>
            </a:r>
            <a:r>
              <a:rPr lang="en-US" sz="2000" dirty="0"/>
              <a:t> </a:t>
            </a:r>
            <a:r>
              <a:rPr lang="en-US" sz="2000" dirty="0" err="1"/>
              <a:t>değil</a:t>
            </a:r>
            <a:r>
              <a:rPr lang="en-US" sz="2000" dirty="0"/>
              <a:t> — </a:t>
            </a:r>
            <a:r>
              <a:rPr lang="en-US" sz="2000" dirty="0" err="1"/>
              <a:t>cennet</a:t>
            </a:r>
            <a:r>
              <a:rPr lang="en-US" sz="2000" dirty="0"/>
              <a:t> </a:t>
            </a:r>
            <a:r>
              <a:rPr lang="en-US" sz="2000" dirty="0" err="1"/>
              <a:t>gibi</a:t>
            </a:r>
            <a:r>
              <a:rPr lang="en-US" sz="2000" dirty="0"/>
              <a:t> </a:t>
            </a:r>
            <a:r>
              <a:rPr lang="en-US" sz="2000" dirty="0" err="1"/>
              <a:t>açan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geliştiren</a:t>
            </a:r>
            <a:r>
              <a:rPr lang="en-US" sz="2000" dirty="0"/>
              <a:t> </a:t>
            </a:r>
            <a:r>
              <a:rPr lang="en-US" sz="2000" dirty="0" err="1"/>
              <a:t>ilişki</a:t>
            </a:r>
            <a:r>
              <a:rPr lang="en-US" sz="2000" dirty="0"/>
              <a:t> </a:t>
            </a:r>
            <a:r>
              <a:rPr lang="en-US" sz="2000" dirty="0" err="1"/>
              <a:t>ilahidir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Ve son </a:t>
            </a:r>
            <a:r>
              <a:rPr lang="en-US" sz="2000" dirty="0" err="1"/>
              <a:t>fısıltı</a:t>
            </a:r>
            <a:r>
              <a:rPr lang="en-US" sz="2000" dirty="0"/>
              <a:t>:</a:t>
            </a:r>
          </a:p>
          <a:p>
            <a:r>
              <a:rPr lang="en-US" sz="2000" dirty="0"/>
              <a:t>“</a:t>
            </a:r>
            <a:r>
              <a:rPr lang="en-US" sz="2000" dirty="0" err="1"/>
              <a:t>Seninle</a:t>
            </a:r>
            <a:r>
              <a:rPr lang="en-US" sz="2000" dirty="0"/>
              <a:t> </a:t>
            </a:r>
            <a:r>
              <a:rPr lang="en-US" sz="2000" dirty="0" err="1"/>
              <a:t>aynı</a:t>
            </a:r>
            <a:r>
              <a:rPr lang="en-US" sz="2000" dirty="0"/>
              <a:t> </a:t>
            </a:r>
            <a:r>
              <a:rPr lang="en-US" sz="2000" dirty="0" err="1"/>
              <a:t>yöne</a:t>
            </a:r>
            <a:r>
              <a:rPr lang="en-US" sz="2000" dirty="0"/>
              <a:t> </a:t>
            </a:r>
            <a:r>
              <a:rPr lang="en-US" sz="2000" dirty="0" err="1"/>
              <a:t>yürüyemeyecek</a:t>
            </a:r>
            <a:r>
              <a:rPr lang="en-US" sz="2000" dirty="0"/>
              <a:t> </a:t>
            </a:r>
            <a:r>
              <a:rPr lang="en-US" sz="2000" dirty="0" err="1"/>
              <a:t>biriyle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ele</a:t>
            </a:r>
            <a:r>
              <a:rPr lang="en-US" sz="2000" dirty="0"/>
              <a:t> </a:t>
            </a:r>
            <a:r>
              <a:rPr lang="en-US" sz="2000" dirty="0" err="1"/>
              <a:t>tutuşma</a:t>
            </a:r>
            <a:r>
              <a:rPr lang="en-US" sz="2000" dirty="0"/>
              <a:t>… </a:t>
            </a:r>
            <a:br>
              <a:rPr lang="en-US" sz="2000" dirty="0"/>
            </a:br>
            <a:r>
              <a:rPr lang="en-US" sz="2000" dirty="0" err="1"/>
              <a:t>çünkü</a:t>
            </a:r>
            <a:r>
              <a:rPr lang="en-US" sz="2000" dirty="0"/>
              <a:t> </a:t>
            </a:r>
            <a:r>
              <a:rPr lang="en-US" sz="2000" dirty="0" err="1"/>
              <a:t>aşk</a:t>
            </a:r>
            <a:r>
              <a:rPr lang="en-US" sz="2000" dirty="0"/>
              <a:t>, </a:t>
            </a:r>
            <a:r>
              <a:rPr lang="en-US" sz="2000" dirty="0" err="1"/>
              <a:t>yol</a:t>
            </a:r>
            <a:r>
              <a:rPr lang="en-US" sz="2000" dirty="0"/>
              <a:t> </a:t>
            </a:r>
            <a:r>
              <a:rPr lang="en-US" sz="2000" dirty="0" err="1"/>
              <a:t>arkadaşıdır</a:t>
            </a:r>
            <a:r>
              <a:rPr lang="en-US" sz="2000" dirty="0"/>
              <a:t>. Ve </a:t>
            </a:r>
            <a:r>
              <a:rPr lang="en-US" sz="2000" dirty="0" err="1"/>
              <a:t>sen</a:t>
            </a:r>
            <a:r>
              <a:rPr lang="en-US" sz="2000" dirty="0"/>
              <a:t> </a:t>
            </a:r>
            <a:r>
              <a:rPr lang="en-US" sz="2000" dirty="0" err="1"/>
              <a:t>yolda</a:t>
            </a:r>
            <a:r>
              <a:rPr lang="en-US" sz="2000" dirty="0"/>
              <a:t> </a:t>
            </a:r>
            <a:r>
              <a:rPr lang="en-US" sz="2000" dirty="0" err="1"/>
              <a:t>Tanrıça’sın</a:t>
            </a:r>
            <a:r>
              <a:rPr lang="en-US" sz="2000" dirty="0"/>
              <a:t>.” </a:t>
            </a:r>
            <a:endParaRPr lang="en-TR" sz="2000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988846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FE0CB04-648E-66C0-A5EF-986439160795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ayet,kadın</a:t>
            </a:r>
            <a:r>
              <a:rPr lang="en-US" dirty="0"/>
              <a:t> </a:t>
            </a:r>
            <a:r>
              <a:rPr lang="en-US" dirty="0" err="1"/>
              <a:t>bedeninin</a:t>
            </a:r>
            <a:r>
              <a:rPr lang="en-US" dirty="0"/>
              <a:t> </a:t>
            </a:r>
            <a:r>
              <a:rPr lang="en-US" dirty="0" err="1"/>
              <a:t>döngüsünü,rahmin</a:t>
            </a:r>
            <a:r>
              <a:rPr lang="en-US" dirty="0"/>
              <a:t> </a:t>
            </a:r>
            <a:r>
              <a:rPr lang="en-US" dirty="0" err="1"/>
              <a:t>kutsallığını,ve</a:t>
            </a:r>
            <a:r>
              <a:rPr lang="tr-TR" dirty="0"/>
              <a:t> </a:t>
            </a:r>
            <a:r>
              <a:rPr lang="en-US" dirty="0" err="1"/>
              <a:t>yaklaşımın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rahimdir</a:t>
            </a:r>
            <a:r>
              <a:rPr lang="en-US" dirty="0"/>
              <a:t>. Ve </a:t>
            </a:r>
            <a:r>
              <a:rPr lang="en-US" dirty="0" err="1"/>
              <a:t>rahim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kapısıdır</a:t>
            </a:r>
            <a:r>
              <a:rPr lang="en-US" dirty="0"/>
              <a:t>.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döngüsüyle</a:t>
            </a:r>
            <a:r>
              <a:rPr lang="en-US" dirty="0"/>
              <a:t> </a:t>
            </a:r>
            <a:r>
              <a:rPr lang="en-US" dirty="0" err="1"/>
              <a:t>uyumlanmak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dengeye</a:t>
            </a:r>
            <a:r>
              <a:rPr lang="en-US" dirty="0"/>
              <a:t> </a:t>
            </a:r>
            <a:r>
              <a:rPr lang="en-US" dirty="0" err="1"/>
              <a:t>girmektir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222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Döngüsü</a:t>
            </a:r>
            <a:r>
              <a:rPr lang="en-US" dirty="0"/>
              <a:t> </a:t>
            </a:r>
            <a:r>
              <a:rPr lang="en-US" dirty="0" err="1"/>
              <a:t>Kutsaldır</a:t>
            </a:r>
            <a:r>
              <a:rPr lang="en-US" dirty="0"/>
              <a:t> </a:t>
            </a:r>
            <a:r>
              <a:rPr lang="en-US" dirty="0" err="1"/>
              <a:t>Temizlik</a:t>
            </a:r>
            <a:r>
              <a:rPr lang="en-US" dirty="0"/>
              <a:t>, </a:t>
            </a:r>
            <a:r>
              <a:rPr lang="en-US" dirty="0" err="1"/>
              <a:t>Bedenin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Uyumudur</a:t>
            </a:r>
            <a:r>
              <a:rPr lang="en-US" dirty="0"/>
              <a:t>”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Kapısına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Saygıdır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“Sana </a:t>
            </a:r>
            <a:r>
              <a:rPr lang="en-US" dirty="0" err="1"/>
              <a:t>hayız</a:t>
            </a:r>
            <a:r>
              <a:rPr lang="en-US" dirty="0"/>
              <a:t> (</a:t>
            </a:r>
            <a:r>
              <a:rPr lang="en-US" dirty="0" err="1"/>
              <a:t>regl</a:t>
            </a:r>
            <a:r>
              <a:rPr lang="en-US" dirty="0"/>
              <a:t>) </a:t>
            </a:r>
            <a:r>
              <a:rPr lang="en-US" dirty="0" err="1"/>
              <a:t>halinden</a:t>
            </a:r>
            <a:r>
              <a:rPr lang="en-US" dirty="0"/>
              <a:t> </a:t>
            </a:r>
            <a:r>
              <a:rPr lang="en-US" dirty="0" err="1"/>
              <a:t>soruyorlar.De</a:t>
            </a:r>
            <a:r>
              <a:rPr lang="en-US" dirty="0"/>
              <a:t> ki: O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ezadır.O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kadınlar</a:t>
            </a:r>
            <a:r>
              <a:rPr lang="en-US" dirty="0"/>
              <a:t> </a:t>
            </a:r>
            <a:r>
              <a:rPr lang="en-US" dirty="0" err="1"/>
              <a:t>temizleninceye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uzak</a:t>
            </a:r>
            <a:r>
              <a:rPr lang="en-US" dirty="0"/>
              <a:t> </a:t>
            </a:r>
            <a:r>
              <a:rPr lang="en-US" dirty="0" err="1"/>
              <a:t>durun.Temizlendiklerinde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size </a:t>
            </a:r>
            <a:r>
              <a:rPr lang="en-US" dirty="0" err="1"/>
              <a:t>emrettiği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yaklaşın.Allah</a:t>
            </a:r>
            <a:r>
              <a:rPr lang="en-US" dirty="0"/>
              <a:t> </a:t>
            </a:r>
            <a:r>
              <a:rPr lang="en-US" dirty="0" err="1"/>
              <a:t>tövbe</a:t>
            </a:r>
            <a:r>
              <a:rPr lang="en-US" dirty="0"/>
              <a:t> </a:t>
            </a:r>
            <a:r>
              <a:rPr lang="en-US" dirty="0" err="1"/>
              <a:t>edenleri</a:t>
            </a:r>
            <a:r>
              <a:rPr lang="en-US" dirty="0"/>
              <a:t> sever, </a:t>
            </a:r>
            <a:r>
              <a:rPr lang="en-US" dirty="0" err="1"/>
              <a:t>temizlenenleri</a:t>
            </a:r>
            <a:r>
              <a:rPr lang="en-US" dirty="0"/>
              <a:t> sever.”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ayet,kadının</a:t>
            </a:r>
            <a:r>
              <a:rPr lang="en-US" dirty="0"/>
              <a:t> </a:t>
            </a:r>
            <a:r>
              <a:rPr lang="en-US" dirty="0" err="1"/>
              <a:t>regl</a:t>
            </a:r>
            <a:r>
              <a:rPr lang="en-US" dirty="0"/>
              <a:t> </a:t>
            </a:r>
            <a:r>
              <a:rPr lang="en-US" dirty="0" err="1"/>
              <a:t>dönemini</a:t>
            </a:r>
            <a:r>
              <a:rPr lang="en-US" dirty="0"/>
              <a:t> tabu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işler.Ve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tr-TR" dirty="0"/>
              <a:t>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dokunmanın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iznine</a:t>
            </a:r>
            <a:r>
              <a:rPr lang="en-US" dirty="0"/>
              <a:t> </a:t>
            </a:r>
            <a:r>
              <a:rPr lang="en-US" dirty="0" err="1"/>
              <a:t>yönlendirir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Regl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ezadır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ağrı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boşalması</a:t>
            </a:r>
            <a:r>
              <a:rPr lang="en-US" dirty="0"/>
              <a:t> </a:t>
            </a:r>
          </a:p>
          <a:p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sürecidir</a:t>
            </a:r>
            <a:r>
              <a:rPr lang="en-US" dirty="0"/>
              <a:t>.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süreçte</a:t>
            </a:r>
            <a:r>
              <a:rPr lang="en-US" dirty="0"/>
              <a:t> </a:t>
            </a:r>
            <a:r>
              <a:rPr lang="en-US" dirty="0" err="1"/>
              <a:t>yaratımı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başlatmak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hazırlanır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“</a:t>
            </a:r>
            <a:r>
              <a:rPr lang="en-US" dirty="0" err="1"/>
              <a:t>rahatsızlık</a:t>
            </a:r>
            <a:r>
              <a:rPr lang="en-US" dirty="0"/>
              <a:t>”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geçişi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Temizleninceye</a:t>
            </a:r>
            <a:r>
              <a:rPr lang="en-US" b="1" dirty="0"/>
              <a:t> </a:t>
            </a:r>
            <a:r>
              <a:rPr lang="en-US" b="1" dirty="0" err="1"/>
              <a:t>kadar</a:t>
            </a:r>
            <a:r>
              <a:rPr lang="en-US" b="1" dirty="0"/>
              <a:t> </a:t>
            </a:r>
            <a:r>
              <a:rPr lang="en-US" b="1" dirty="0" err="1"/>
              <a:t>onlardan</a:t>
            </a:r>
            <a:r>
              <a:rPr lang="en-US" b="1" dirty="0"/>
              <a:t> </a:t>
            </a:r>
            <a:r>
              <a:rPr lang="en-US" b="1" dirty="0" err="1"/>
              <a:t>uzak</a:t>
            </a:r>
            <a:r>
              <a:rPr lang="en-US" b="1" dirty="0"/>
              <a:t> </a:t>
            </a:r>
            <a:r>
              <a:rPr lang="en-US" b="1" dirty="0" err="1"/>
              <a:t>durun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Uzak</a:t>
            </a:r>
            <a:r>
              <a:rPr lang="en-US" dirty="0"/>
              <a:t> </a:t>
            </a:r>
            <a:r>
              <a:rPr lang="en-US" dirty="0" err="1"/>
              <a:t>durmak</a:t>
            </a:r>
            <a:r>
              <a:rPr lang="en-US" dirty="0"/>
              <a:t> =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beklemek</a:t>
            </a:r>
            <a:r>
              <a:rPr lang="en-US" dirty="0"/>
              <a:t> Alan </a:t>
            </a:r>
            <a:r>
              <a:rPr lang="en-US" dirty="0" err="1"/>
              <a:t>tanımak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uyumlanmak</a:t>
            </a:r>
            <a:r>
              <a:rPr lang="en-US" dirty="0"/>
              <a:t> Bu, </a:t>
            </a:r>
            <a:r>
              <a:rPr lang="en-US" dirty="0" err="1"/>
              <a:t>kadını</a:t>
            </a:r>
            <a:r>
              <a:rPr lang="en-US" dirty="0"/>
              <a:t> </a:t>
            </a:r>
            <a:r>
              <a:rPr lang="en-US" dirty="0" err="1"/>
              <a:t>eksiltmek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onurlandırmaktır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rahim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süreçte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tapınağını</a:t>
            </a:r>
            <a:r>
              <a:rPr lang="en-US" dirty="0"/>
              <a:t> </a:t>
            </a:r>
            <a:r>
              <a:rPr lang="en-US" dirty="0" err="1"/>
              <a:t>temizler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Temizlendiklerinde</a:t>
            </a:r>
            <a:r>
              <a:rPr lang="en-US" b="1" dirty="0"/>
              <a:t>, 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emrettiği</a:t>
            </a:r>
            <a:r>
              <a:rPr lang="en-US" b="1" dirty="0"/>
              <a:t> </a:t>
            </a:r>
            <a:r>
              <a:rPr lang="en-US" b="1" dirty="0" err="1"/>
              <a:t>yerden</a:t>
            </a:r>
            <a:r>
              <a:rPr lang="en-US" b="1" dirty="0"/>
              <a:t> </a:t>
            </a:r>
            <a:r>
              <a:rPr lang="en-US" b="1" dirty="0" err="1"/>
              <a:t>yaklaşın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“</a:t>
            </a:r>
            <a:r>
              <a:rPr lang="en-US" dirty="0" err="1"/>
              <a:t>yaklaşmak</a:t>
            </a:r>
            <a:r>
              <a:rPr lang="en-US" dirty="0"/>
              <a:t>”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cinsellik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dokunmak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duymalısın</a:t>
            </a:r>
            <a:r>
              <a:rPr lang="en-US" dirty="0"/>
              <a:t>.” </a:t>
            </a:r>
          </a:p>
          <a:p>
            <a:r>
              <a:rPr lang="en-US" dirty="0"/>
              <a:t>Bu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/>
              <a:t>kadınla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iznidir</a:t>
            </a:r>
            <a:r>
              <a:rPr lang="en-US" dirty="0"/>
              <a:t>. </a:t>
            </a:r>
            <a:endParaRPr lang="en-TR" dirty="0"/>
          </a:p>
          <a:p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716822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FA01C95-076F-2FC2-D73E-11010BDAA5FB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tövbe</a:t>
            </a:r>
            <a:r>
              <a:rPr lang="en-US" b="1" dirty="0"/>
              <a:t> </a:t>
            </a:r>
            <a:r>
              <a:rPr lang="en-US" b="1" dirty="0" err="1"/>
              <a:t>edenleri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temizlenenleri</a:t>
            </a:r>
            <a:r>
              <a:rPr lang="en-US" b="1" dirty="0"/>
              <a:t> sever.”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temizlik</a:t>
            </a:r>
            <a:r>
              <a:rPr lang="en-US" dirty="0"/>
              <a:t> </a:t>
            </a:r>
            <a:r>
              <a:rPr lang="en-US" dirty="0" err="1"/>
              <a:t>anlatılır</a:t>
            </a:r>
            <a:r>
              <a:rPr lang="en-US" dirty="0"/>
              <a:t>: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hem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arındıranı</a:t>
            </a:r>
            <a:r>
              <a:rPr lang="en-US" dirty="0"/>
              <a:t> hem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onurlandırır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hizalanmaya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Regl</a:t>
            </a:r>
            <a:r>
              <a:rPr lang="en-US" dirty="0"/>
              <a:t> =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boşalması</a:t>
            </a:r>
            <a:r>
              <a:rPr lang="en-US" dirty="0"/>
              <a:t>,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öncesi</a:t>
            </a:r>
            <a:r>
              <a:rPr lang="en-US" dirty="0"/>
              <a:t> </a:t>
            </a:r>
            <a:r>
              <a:rPr lang="en-US" dirty="0" err="1"/>
              <a:t>arınmadır</a:t>
            </a:r>
            <a:r>
              <a:rPr lang="en-US" dirty="0"/>
              <a:t>. </a:t>
            </a:r>
            <a:r>
              <a:rPr lang="en-US" dirty="0" err="1"/>
              <a:t>Uzak</a:t>
            </a:r>
            <a:r>
              <a:rPr lang="en-US" dirty="0"/>
              <a:t> </a:t>
            </a:r>
            <a:r>
              <a:rPr lang="en-US" dirty="0" err="1"/>
              <a:t>durmak</a:t>
            </a:r>
            <a:r>
              <a:rPr lang="en-US" dirty="0"/>
              <a:t>, </a:t>
            </a:r>
            <a:r>
              <a:rPr lang="en-US" dirty="0" err="1"/>
              <a:t>dışlamak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alana</a:t>
            </a:r>
            <a:r>
              <a:rPr lang="en-US" dirty="0"/>
              <a:t> </a:t>
            </a:r>
            <a:r>
              <a:rPr lang="en-US" dirty="0" err="1"/>
              <a:t>saygıdır</a:t>
            </a:r>
            <a:r>
              <a:rPr lang="en-US" dirty="0"/>
              <a:t>. </a:t>
            </a:r>
            <a:r>
              <a:rPr lang="en-US" dirty="0" err="1"/>
              <a:t>Yaklaşmak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uyum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bedeni</a:t>
            </a:r>
            <a:r>
              <a:rPr lang="en-US" dirty="0"/>
              <a:t> </a:t>
            </a:r>
            <a:r>
              <a:rPr lang="en-US" dirty="0" err="1"/>
              <a:t>tapınaktır</a:t>
            </a:r>
            <a:r>
              <a:rPr lang="en-US" dirty="0"/>
              <a:t>…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, </a:t>
            </a:r>
            <a:r>
              <a:rPr lang="en-US" dirty="0" err="1"/>
              <a:t>kutsallıkla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 </a:t>
            </a:r>
            <a:r>
              <a:rPr lang="en-US" dirty="0" err="1"/>
              <a:t>etmektir</a:t>
            </a:r>
            <a:r>
              <a:rPr lang="en-US" dirty="0"/>
              <a:t>. 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“Rahim,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sırrını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Ona </a:t>
            </a:r>
            <a:r>
              <a:rPr lang="en-US" dirty="0" err="1"/>
              <a:t>dokunmak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beklemeyi</a:t>
            </a:r>
            <a:r>
              <a:rPr lang="en-US" dirty="0"/>
              <a:t> </a:t>
            </a:r>
            <a:r>
              <a:rPr lang="en-US" dirty="0" err="1"/>
              <a:t>öğren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Tanrıça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yaklaşan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hisseder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ayet,kadın</a:t>
            </a:r>
            <a:r>
              <a:rPr lang="en-US" dirty="0"/>
              <a:t> </a:t>
            </a:r>
            <a:r>
              <a:rPr lang="en-US" dirty="0" err="1"/>
              <a:t>bedeninin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“</a:t>
            </a:r>
            <a:r>
              <a:rPr lang="en-US" dirty="0" err="1"/>
              <a:t>tarla</a:t>
            </a:r>
            <a:r>
              <a:rPr lang="en-US" dirty="0"/>
              <a:t>”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tanımlanmasıyla,ilahi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sürecinin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eşleşmesini</a:t>
            </a:r>
            <a:r>
              <a:rPr lang="en-US" dirty="0"/>
              <a:t> </a:t>
            </a:r>
            <a:r>
              <a:rPr lang="en-US" dirty="0" err="1"/>
              <a:t>sembolize</a:t>
            </a:r>
            <a:r>
              <a:rPr lang="en-US" dirty="0"/>
              <a:t> </a:t>
            </a:r>
            <a:r>
              <a:rPr lang="en-US" dirty="0" err="1"/>
              <a:t>eder.Ve</a:t>
            </a:r>
            <a:r>
              <a:rPr lang="en-US" dirty="0"/>
              <a:t> sana der ki:</a:t>
            </a:r>
          </a:p>
          <a:p>
            <a:r>
              <a:rPr lang="en-US" dirty="0"/>
              <a:t>“Sen </a:t>
            </a:r>
            <a:r>
              <a:rPr lang="en-US" dirty="0" err="1"/>
              <a:t>toprağa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tohum</a:t>
            </a:r>
            <a:r>
              <a:rPr lang="en-US" dirty="0"/>
              <a:t> </a:t>
            </a:r>
            <a:r>
              <a:rPr lang="en-US" dirty="0" err="1"/>
              <a:t>ekiyorsan</a:t>
            </a:r>
            <a:r>
              <a:rPr lang="en-US" dirty="0"/>
              <a:t>…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rahmine</a:t>
            </a:r>
            <a:r>
              <a:rPr lang="en-US" dirty="0"/>
              <a:t> de 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saygıyla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, </a:t>
            </a:r>
            <a:r>
              <a:rPr lang="en-US" dirty="0" err="1"/>
              <a:t>yaratımla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birleşme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tohumudur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223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Tohumun</a:t>
            </a:r>
            <a:r>
              <a:rPr lang="en-US" dirty="0"/>
              <a:t> </a:t>
            </a:r>
            <a:r>
              <a:rPr lang="en-US" dirty="0" err="1"/>
              <a:t>Düştüğü</a:t>
            </a:r>
            <a:r>
              <a:rPr lang="en-US" dirty="0"/>
              <a:t> </a:t>
            </a:r>
            <a:r>
              <a:rPr lang="en-US" dirty="0" err="1"/>
              <a:t>Yerdir</a:t>
            </a:r>
            <a:r>
              <a:rPr lang="en-US" dirty="0"/>
              <a:t> </a:t>
            </a:r>
            <a:r>
              <a:rPr lang="en-US" dirty="0" err="1"/>
              <a:t>Yaratıma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, </a:t>
            </a:r>
            <a:r>
              <a:rPr lang="en-US" dirty="0" err="1"/>
              <a:t>Rahme</a:t>
            </a:r>
            <a:r>
              <a:rPr lang="en-US" dirty="0"/>
              <a:t> </a:t>
            </a:r>
            <a:r>
              <a:rPr lang="en-US" dirty="0" err="1"/>
              <a:t>Saygıdır</a:t>
            </a:r>
            <a:r>
              <a:rPr lang="en-US" dirty="0"/>
              <a:t>” </a:t>
            </a:r>
            <a:r>
              <a:rPr lang="en-US" dirty="0" err="1"/>
              <a:t>Cinsellik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Kutsal</a:t>
            </a:r>
            <a:r>
              <a:rPr lang="en-US" dirty="0"/>
              <a:t> Bir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Geçişidir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Kadınlarınız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tarlanızdır.O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tarlanıza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 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varın</a:t>
            </a:r>
            <a:r>
              <a:rPr lang="en-US" dirty="0"/>
              <a:t>.</a:t>
            </a:r>
          </a:p>
          <a:p>
            <a:r>
              <a:rPr lang="en-US" dirty="0" err="1"/>
              <a:t>Kendiniz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önceden</a:t>
            </a:r>
            <a:r>
              <a:rPr lang="en-US" dirty="0"/>
              <a:t> (</a:t>
            </a:r>
            <a:r>
              <a:rPr lang="en-US" dirty="0" err="1"/>
              <a:t>hayır</a:t>
            </a:r>
            <a:r>
              <a:rPr lang="en-US" dirty="0"/>
              <a:t>) </a:t>
            </a:r>
            <a:r>
              <a:rPr lang="en-US" dirty="0" err="1"/>
              <a:t>hazırlayın.Allah’tan</a:t>
            </a:r>
            <a:r>
              <a:rPr lang="en-US" dirty="0"/>
              <a:t> </a:t>
            </a:r>
            <a:r>
              <a:rPr lang="en-US" dirty="0" err="1"/>
              <a:t>korkun</a:t>
            </a:r>
            <a:r>
              <a:rPr lang="en-US" dirty="0"/>
              <a:t>.</a:t>
            </a:r>
          </a:p>
          <a:p>
            <a:r>
              <a:rPr lang="en-US" dirty="0" err="1"/>
              <a:t>Bilin</a:t>
            </a:r>
            <a:r>
              <a:rPr lang="en-US" dirty="0"/>
              <a:t> ki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kavuşacaksınız.İnananlara</a:t>
            </a:r>
            <a:r>
              <a:rPr lang="en-US" dirty="0"/>
              <a:t> </a:t>
            </a:r>
            <a:r>
              <a:rPr lang="en-US" dirty="0" err="1"/>
              <a:t>müjde</a:t>
            </a:r>
            <a:r>
              <a:rPr lang="en-US" dirty="0"/>
              <a:t> ver.”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ayet,kadının</a:t>
            </a:r>
            <a:r>
              <a:rPr lang="en-US" dirty="0"/>
              <a:t> </a:t>
            </a:r>
            <a:r>
              <a:rPr lang="en-US" dirty="0" err="1"/>
              <a:t>bedeni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sırlarını</a:t>
            </a:r>
            <a:r>
              <a:rPr lang="en-US" dirty="0"/>
              <a:t> </a:t>
            </a:r>
            <a:r>
              <a:rPr lang="en-US" dirty="0" err="1"/>
              <a:t>açar.Ve</a:t>
            </a:r>
            <a:r>
              <a:rPr lang="en-US" dirty="0"/>
              <a:t> </a:t>
            </a:r>
            <a:r>
              <a:rPr lang="en-US" dirty="0" err="1"/>
              <a:t>seni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birleşmenin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sorumluluğuna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Kadınlar</a:t>
            </a:r>
            <a:r>
              <a:rPr lang="en-US" b="1" dirty="0"/>
              <a:t> </a:t>
            </a:r>
            <a:r>
              <a:rPr lang="en-US" b="1" dirty="0" err="1"/>
              <a:t>tarlanızdır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Tarla</a:t>
            </a:r>
            <a:r>
              <a:rPr lang="en-US" dirty="0"/>
              <a:t> = Toprak </a:t>
            </a:r>
            <a:r>
              <a:rPr lang="en-US" dirty="0" err="1"/>
              <a:t>Üretim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</a:t>
            </a:r>
            <a:r>
              <a:rPr lang="en-US" dirty="0" err="1"/>
              <a:t>Besleyici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kapısı</a:t>
            </a:r>
            <a:r>
              <a:rPr lang="en-US" dirty="0"/>
              <a:t> </a:t>
            </a:r>
          </a:p>
          <a:p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evrenin</a:t>
            </a:r>
            <a:r>
              <a:rPr lang="en-US" dirty="0"/>
              <a:t> </a:t>
            </a:r>
            <a:r>
              <a:rPr lang="en-US" dirty="0" err="1"/>
              <a:t>doğurgan</a:t>
            </a:r>
            <a:r>
              <a:rPr lang="en-US" dirty="0"/>
              <a:t> </a:t>
            </a:r>
            <a:r>
              <a:rPr lang="en-US" dirty="0" err="1"/>
              <a:t>enerjisidir</a:t>
            </a:r>
            <a:r>
              <a:rPr lang="en-US" dirty="0"/>
              <a:t>.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toprağa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yaklaşıyorsan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rahmine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8494079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8E7BE5D-896C-5374-55A8-2FBFD1DAC6ED}"/>
              </a:ext>
            </a:extLst>
          </p:cNvPr>
          <p:cNvSpPr txBox="1"/>
          <p:nvPr/>
        </p:nvSpPr>
        <p:spPr>
          <a:xfrm>
            <a:off x="0" y="0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Tarlanıza</a:t>
            </a:r>
            <a:r>
              <a:rPr lang="en-US" b="1" dirty="0"/>
              <a:t>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isterseniz</a:t>
            </a:r>
            <a:r>
              <a:rPr lang="en-US" b="1" dirty="0"/>
              <a:t> </a:t>
            </a:r>
            <a:r>
              <a:rPr lang="en-US" b="1" dirty="0" err="1"/>
              <a:t>öyle</a:t>
            </a:r>
            <a:r>
              <a:rPr lang="en-US" b="1" dirty="0"/>
              <a:t> </a:t>
            </a:r>
            <a:r>
              <a:rPr lang="en-US" b="1" dirty="0" err="1"/>
              <a:t>varın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” </a:t>
            </a:r>
            <a:r>
              <a:rPr lang="en-US" dirty="0" err="1"/>
              <a:t>ifadesi</a:t>
            </a:r>
            <a:r>
              <a:rPr lang="en-US" dirty="0"/>
              <a:t>, </a:t>
            </a:r>
            <a:r>
              <a:rPr lang="en-US" dirty="0" err="1"/>
              <a:t>özgürlük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“</a:t>
            </a:r>
            <a:r>
              <a:rPr lang="en-US" dirty="0" err="1"/>
              <a:t>istek</a:t>
            </a:r>
            <a:r>
              <a:rPr lang="en-US" dirty="0"/>
              <a:t>”,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yönlendirildiğinde</a:t>
            </a:r>
            <a:r>
              <a:rPr lang="en-US" dirty="0"/>
              <a:t> </a:t>
            </a:r>
            <a:r>
              <a:rPr lang="en-US" dirty="0" err="1"/>
              <a:t>yaratıcı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: </a:t>
            </a:r>
            <a:r>
              <a:rPr lang="en-US" dirty="0" err="1"/>
              <a:t>Şehvetle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 ki </a:t>
            </a:r>
            <a:r>
              <a:rPr lang="en-US" dirty="0" err="1"/>
              <a:t>tohum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buluşsun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Kendiniz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önceden</a:t>
            </a:r>
            <a:r>
              <a:rPr lang="en-US" b="1" dirty="0"/>
              <a:t> </a:t>
            </a:r>
            <a:r>
              <a:rPr lang="en-US" b="1" dirty="0" err="1"/>
              <a:t>hayır</a:t>
            </a:r>
            <a:r>
              <a:rPr lang="en-US" b="1" dirty="0"/>
              <a:t> </a:t>
            </a:r>
            <a:r>
              <a:rPr lang="en-US" b="1" dirty="0" err="1"/>
              <a:t>hazırlayın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Her </a:t>
            </a:r>
            <a:r>
              <a:rPr lang="en-US" dirty="0" err="1"/>
              <a:t>yaklaşımın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kaderine</a:t>
            </a:r>
            <a:r>
              <a:rPr lang="en-US" dirty="0"/>
              <a:t> de </a:t>
            </a:r>
            <a:r>
              <a:rPr lang="en-US" dirty="0" err="1"/>
              <a:t>etkisi</a:t>
            </a:r>
            <a:r>
              <a:rPr lang="en-US" dirty="0"/>
              <a:t> var.” </a:t>
            </a:r>
            <a:r>
              <a:rPr lang="en-US" dirty="0" err="1"/>
              <a:t>Cinsellik</a:t>
            </a:r>
            <a:r>
              <a:rPr lang="en-US" dirty="0"/>
              <a:t> →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haz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geleceği</a:t>
            </a:r>
            <a:r>
              <a:rPr lang="en-US" dirty="0"/>
              <a:t> </a:t>
            </a:r>
            <a:r>
              <a:rPr lang="en-US" dirty="0" err="1"/>
              <a:t>şekillendiren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frekanstır</a:t>
            </a:r>
            <a:r>
              <a:rPr lang="en-US" dirty="0"/>
              <a:t>.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temas</a:t>
            </a:r>
            <a:r>
              <a:rPr lang="en-US" dirty="0"/>
              <a:t>, sana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döner. 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Allah’tan</a:t>
            </a:r>
            <a:r>
              <a:rPr lang="en-US" b="1" dirty="0"/>
              <a:t> </a:t>
            </a:r>
            <a:r>
              <a:rPr lang="en-US" b="1" dirty="0" err="1"/>
              <a:t>korkun</a:t>
            </a:r>
            <a:r>
              <a:rPr lang="en-US" b="1" dirty="0"/>
              <a:t>. </a:t>
            </a:r>
            <a:r>
              <a:rPr lang="en-US" b="1" dirty="0" err="1"/>
              <a:t>Bilin</a:t>
            </a:r>
            <a:r>
              <a:rPr lang="en-US" b="1" dirty="0"/>
              <a:t> ki </a:t>
            </a:r>
            <a:r>
              <a:rPr lang="en-US" b="1" dirty="0" err="1"/>
              <a:t>O’na</a:t>
            </a:r>
            <a:r>
              <a:rPr lang="en-US" b="1" dirty="0"/>
              <a:t> </a:t>
            </a:r>
            <a:r>
              <a:rPr lang="en-US" b="1" dirty="0" err="1"/>
              <a:t>döneceksiniz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korku</a:t>
            </a:r>
            <a:r>
              <a:rPr lang="en-US" dirty="0"/>
              <a:t>”, </a:t>
            </a:r>
            <a:r>
              <a:rPr lang="en-US" dirty="0" err="1"/>
              <a:t>ceza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hissidir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kutsallığına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duyduğunda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yaratıcıya</a:t>
            </a:r>
            <a:r>
              <a:rPr lang="en-US" dirty="0"/>
              <a:t> </a:t>
            </a:r>
            <a:r>
              <a:rPr lang="en-US" dirty="0" err="1"/>
              <a:t>yaklaşmış</a:t>
            </a:r>
            <a:r>
              <a:rPr lang="en-US" dirty="0"/>
              <a:t> </a:t>
            </a:r>
            <a:r>
              <a:rPr lang="en-US" dirty="0" err="1"/>
              <a:t>olursun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İnananlara</a:t>
            </a:r>
            <a:r>
              <a:rPr lang="en-US" b="1" dirty="0"/>
              <a:t> </a:t>
            </a:r>
            <a:r>
              <a:rPr lang="en-US" b="1" dirty="0" err="1"/>
              <a:t>müjde</a:t>
            </a:r>
            <a:r>
              <a:rPr lang="en-US" b="1" dirty="0"/>
              <a:t> ver.”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,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her </a:t>
            </a:r>
            <a:r>
              <a:rPr lang="en-US" dirty="0" err="1"/>
              <a:t>birleşmenin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yankılandığını</a:t>
            </a:r>
            <a:r>
              <a:rPr lang="en-US" dirty="0"/>
              <a:t> </a:t>
            </a:r>
            <a:r>
              <a:rPr lang="en-US" dirty="0" err="1"/>
              <a:t>müjdeler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müjde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birleşmeye</a:t>
            </a:r>
            <a:r>
              <a:rPr lang="en-US" dirty="0"/>
              <a:t>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kapıdır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cinselliğin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Kadın</a:t>
            </a:r>
            <a:r>
              <a:rPr lang="en-US" dirty="0"/>
              <a:t> = </a:t>
            </a:r>
            <a:r>
              <a:rPr lang="en-US" dirty="0" err="1"/>
              <a:t>toprak</a:t>
            </a:r>
            <a:r>
              <a:rPr lang="en-US" dirty="0"/>
              <a:t>, </a:t>
            </a:r>
            <a:r>
              <a:rPr lang="en-US" dirty="0" err="1"/>
              <a:t>rahim</a:t>
            </a:r>
            <a:r>
              <a:rPr lang="en-US" dirty="0"/>
              <a:t>,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kapısıdır</a:t>
            </a:r>
            <a:r>
              <a:rPr lang="en-US" dirty="0"/>
              <a:t>. </a:t>
            </a:r>
            <a:r>
              <a:rPr lang="en-US" dirty="0" err="1"/>
              <a:t>Yaklaşımın</a:t>
            </a:r>
            <a:r>
              <a:rPr lang="en-US" dirty="0"/>
              <a:t> </a:t>
            </a:r>
            <a:r>
              <a:rPr lang="en-US" dirty="0" err="1"/>
              <a:t>şekli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yönlendirilmelidir</a:t>
            </a:r>
            <a:r>
              <a:rPr lang="en-US" dirty="0"/>
              <a:t>. Her </a:t>
            </a:r>
            <a:r>
              <a:rPr lang="en-US" dirty="0" err="1"/>
              <a:t>temas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tohumu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geleceğini</a:t>
            </a:r>
            <a:r>
              <a:rPr lang="en-US" dirty="0"/>
              <a:t> </a:t>
            </a:r>
            <a:r>
              <a:rPr lang="en-US" dirty="0" err="1"/>
              <a:t>şekillendirir</a:t>
            </a:r>
            <a:r>
              <a:rPr lang="en-US" dirty="0"/>
              <a:t>.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yaklaşan</a:t>
            </a:r>
            <a:r>
              <a:rPr lang="en-US" dirty="0"/>
              <a:t>,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eker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tapınağı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yaklaş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rahmine</a:t>
            </a:r>
            <a:r>
              <a:rPr lang="en-US" dirty="0"/>
              <a:t> </a:t>
            </a:r>
            <a:r>
              <a:rPr lang="en-US" dirty="0" err="1"/>
              <a:t>düşen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gelecek</a:t>
            </a:r>
            <a:r>
              <a:rPr lang="en-US" dirty="0"/>
              <a:t> </a:t>
            </a:r>
            <a:r>
              <a:rPr lang="en-US" dirty="0" err="1"/>
              <a:t>kaderindir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869831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25F431F-127E-BA25-F9A9-41C6FFDDF50D}"/>
              </a:ext>
            </a:extLst>
          </p:cNvPr>
          <p:cNvSpPr txBox="1"/>
          <p:nvPr/>
        </p:nvSpPr>
        <p:spPr>
          <a:xfrm>
            <a:off x="-110170" y="1"/>
            <a:ext cx="6968169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ayet,ağzımızdan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sözlerin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hatırlatır.Ve</a:t>
            </a:r>
            <a:r>
              <a:rPr lang="en-US" dirty="0"/>
              <a:t> </a:t>
            </a:r>
            <a:r>
              <a:rPr lang="en-US" dirty="0" err="1"/>
              <a:t>özellikle</a:t>
            </a:r>
            <a:r>
              <a:rPr lang="en-US" dirty="0"/>
              <a:t> Allah </a:t>
            </a:r>
            <a:r>
              <a:rPr lang="en-US" dirty="0" err="1"/>
              <a:t>adıyla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yeminlerin</a:t>
            </a:r>
            <a:endParaRPr lang="en-US" dirty="0"/>
          </a:p>
          <a:p>
            <a:r>
              <a:rPr lang="en-US" dirty="0" err="1"/>
              <a:t>sistemdeki</a:t>
            </a:r>
            <a:r>
              <a:rPr lang="en-US" dirty="0"/>
              <a:t> </a:t>
            </a:r>
            <a:r>
              <a:rPr lang="en-US" dirty="0" err="1"/>
              <a:t>etkisini</a:t>
            </a:r>
            <a:r>
              <a:rPr lang="en-US" dirty="0"/>
              <a:t> </a:t>
            </a:r>
            <a:r>
              <a:rPr lang="en-US" dirty="0" err="1"/>
              <a:t>gösterir.Çünkü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konuştuğunda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da </a:t>
            </a:r>
            <a:r>
              <a:rPr lang="en-US" dirty="0" err="1"/>
              <a:t>yayarsın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,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adımla</a:t>
            </a:r>
            <a:r>
              <a:rPr lang="en-US" dirty="0"/>
              <a:t> </a:t>
            </a:r>
            <a:r>
              <a:rPr lang="en-US" dirty="0" err="1"/>
              <a:t>yankılanıyorsa</a:t>
            </a:r>
            <a:r>
              <a:rPr lang="en-US" dirty="0"/>
              <a:t>…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dikkat</a:t>
            </a:r>
            <a:r>
              <a:rPr lang="en-US" dirty="0"/>
              <a:t> et.”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224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Titreşimdir</a:t>
            </a:r>
            <a:r>
              <a:rPr lang="en-US" dirty="0"/>
              <a:t> </a:t>
            </a:r>
            <a:r>
              <a:rPr lang="en-US" dirty="0" err="1"/>
              <a:t>Allah’ı</a:t>
            </a:r>
            <a:r>
              <a:rPr lang="en-US" dirty="0"/>
              <a:t> </a:t>
            </a:r>
            <a:r>
              <a:rPr lang="en-US" dirty="0" err="1"/>
              <a:t>Yeminlerin</a:t>
            </a:r>
            <a:r>
              <a:rPr lang="en-US" dirty="0"/>
              <a:t> </a:t>
            </a:r>
            <a:r>
              <a:rPr lang="en-US" dirty="0" err="1"/>
              <a:t>Perdesi</a:t>
            </a:r>
            <a:r>
              <a:rPr lang="en-US" dirty="0"/>
              <a:t> </a:t>
            </a:r>
            <a:r>
              <a:rPr lang="en-US" dirty="0" err="1"/>
              <a:t>Yapma</a:t>
            </a:r>
            <a:r>
              <a:rPr lang="en-US" dirty="0"/>
              <a:t>”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Söylediğini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,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Niyetini</a:t>
            </a:r>
            <a:r>
              <a:rPr lang="en-US" dirty="0"/>
              <a:t> de </a:t>
            </a:r>
            <a:r>
              <a:rPr lang="en-US" dirty="0" err="1"/>
              <a:t>Kaydeder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Allah’ı</a:t>
            </a:r>
            <a:r>
              <a:rPr lang="en-US" b="1" dirty="0"/>
              <a:t> </a:t>
            </a:r>
            <a:r>
              <a:rPr lang="en-US" b="1" dirty="0" err="1"/>
              <a:t>yeminlerinize</a:t>
            </a:r>
            <a:r>
              <a:rPr lang="en-US" b="1" dirty="0"/>
              <a:t> </a:t>
            </a:r>
            <a:r>
              <a:rPr lang="en-US" b="1" dirty="0" err="1"/>
              <a:t>siper</a:t>
            </a:r>
            <a:r>
              <a:rPr lang="en-US" b="1" dirty="0"/>
              <a:t> </a:t>
            </a:r>
            <a:r>
              <a:rPr lang="en-US" b="1" dirty="0" err="1"/>
              <a:t>yapmayın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 err="1"/>
              <a:t>Yani</a:t>
            </a:r>
            <a:r>
              <a:rPr lang="en-US" dirty="0"/>
              <a:t>: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ederek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durma</a:t>
            </a:r>
            <a:r>
              <a:rPr lang="en-US" dirty="0"/>
              <a:t> “Allah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” </a:t>
            </a:r>
            <a:r>
              <a:rPr lang="en-US" dirty="0" err="1"/>
              <a:t>deyip</a:t>
            </a:r>
            <a:r>
              <a:rPr lang="en-US" dirty="0"/>
              <a:t> </a:t>
            </a:r>
            <a:r>
              <a:rPr lang="en-US" dirty="0" err="1"/>
              <a:t>iyilikten</a:t>
            </a:r>
            <a:r>
              <a:rPr lang="en-US" dirty="0"/>
              <a:t> </a:t>
            </a:r>
            <a:r>
              <a:rPr lang="en-US" dirty="0" err="1"/>
              <a:t>kaçma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ismini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egonu</a:t>
            </a:r>
            <a:r>
              <a:rPr lang="en-US" dirty="0"/>
              <a:t>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ismimle</a:t>
            </a:r>
            <a:r>
              <a:rPr lang="en-US" dirty="0"/>
              <a:t> </a:t>
            </a:r>
            <a:r>
              <a:rPr lang="en-US" dirty="0" err="1"/>
              <a:t>konuşuyorsan</a:t>
            </a:r>
            <a:r>
              <a:rPr lang="en-US" dirty="0"/>
              <a:t>,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olmalı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ismim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kontratıdır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İyilik</a:t>
            </a:r>
            <a:r>
              <a:rPr lang="en-US" b="1" dirty="0"/>
              <a:t>, </a:t>
            </a:r>
            <a:r>
              <a:rPr lang="en-US" b="1" dirty="0" err="1"/>
              <a:t>sakınma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barışı</a:t>
            </a:r>
            <a:r>
              <a:rPr lang="en-US" b="1" dirty="0"/>
              <a:t> </a:t>
            </a:r>
            <a:r>
              <a:rPr lang="en-US" b="1" dirty="0" err="1"/>
              <a:t>engellemesin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yeminlerin</a:t>
            </a:r>
            <a:r>
              <a:rPr lang="en-US" dirty="0"/>
              <a:t> </a:t>
            </a:r>
            <a:r>
              <a:rPr lang="en-US" dirty="0" err="1"/>
              <a:t>gerçekliğini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niyetini</a:t>
            </a:r>
            <a:r>
              <a:rPr lang="en-US" dirty="0"/>
              <a:t> </a:t>
            </a:r>
            <a:r>
              <a:rPr lang="en-US" dirty="0" err="1"/>
              <a:t>sorgular</a:t>
            </a:r>
            <a:r>
              <a:rPr lang="en-US" dirty="0"/>
              <a:t>.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yardım</a:t>
            </a:r>
            <a:r>
              <a:rPr lang="en-US" dirty="0"/>
              <a:t> </a:t>
            </a:r>
            <a:r>
              <a:rPr lang="en-US" dirty="0" err="1"/>
              <a:t>etmemek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“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ettim</a:t>
            </a:r>
            <a:r>
              <a:rPr lang="en-US" dirty="0"/>
              <a:t>” </a:t>
            </a:r>
            <a:r>
              <a:rPr lang="en-US" dirty="0" err="1"/>
              <a:t>dersen</a:t>
            </a:r>
            <a:r>
              <a:rPr lang="en-US" dirty="0"/>
              <a:t> Bir </a:t>
            </a:r>
            <a:r>
              <a:rPr lang="en-US" dirty="0" err="1"/>
              <a:t>barışı</a:t>
            </a:r>
            <a:r>
              <a:rPr lang="en-US" dirty="0"/>
              <a:t> </a:t>
            </a:r>
            <a:r>
              <a:rPr lang="en-US" dirty="0" err="1"/>
              <a:t>engellemek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“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” </a:t>
            </a:r>
            <a:r>
              <a:rPr lang="en-US" dirty="0" err="1"/>
              <a:t>dersen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bahanedir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her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işitir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sözünü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niyetini</a:t>
            </a:r>
            <a:r>
              <a:rPr lang="en-US" dirty="0"/>
              <a:t> de </a:t>
            </a:r>
            <a:r>
              <a:rPr lang="en-US" dirty="0" err="1"/>
              <a:t>duyar</a:t>
            </a:r>
            <a:r>
              <a:rPr lang="en-US" dirty="0"/>
              <a:t>. </a:t>
            </a:r>
            <a:r>
              <a:rPr lang="en-US" dirty="0" err="1"/>
              <a:t>Sesin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titreşimini</a:t>
            </a:r>
            <a:r>
              <a:rPr lang="en-US" dirty="0"/>
              <a:t>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ardındaki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Ve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ağzını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dinliyorum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</a:t>
            </a:r>
            <a:r>
              <a:rPr lang="en-US" dirty="0" err="1"/>
              <a:t>onurlandırmaya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Allah </a:t>
            </a:r>
            <a:r>
              <a:rPr lang="en-US" dirty="0" err="1"/>
              <a:t>adıyla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yemin</a:t>
            </a:r>
            <a:r>
              <a:rPr lang="en-US" dirty="0"/>
              <a:t>, </a:t>
            </a:r>
            <a:r>
              <a:rPr lang="en-US" dirty="0" err="1"/>
              <a:t>sıradan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 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kontratıdır</a:t>
            </a:r>
            <a:r>
              <a:rPr lang="en-US" dirty="0"/>
              <a:t>. </a:t>
            </a:r>
            <a:r>
              <a:rPr lang="en-US" dirty="0" err="1"/>
              <a:t>İyilikten</a:t>
            </a:r>
            <a:r>
              <a:rPr lang="en-US" dirty="0"/>
              <a:t>, </a:t>
            </a:r>
            <a:r>
              <a:rPr lang="en-US" dirty="0" err="1"/>
              <a:t>barıştan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vicdandan</a:t>
            </a:r>
            <a:r>
              <a:rPr lang="en-US" dirty="0"/>
              <a:t> </a:t>
            </a:r>
            <a:r>
              <a:rPr lang="en-US" dirty="0" err="1"/>
              <a:t>kaçmak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taşımaz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ağzını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 Ve her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niyetiyle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Konuşurken</a:t>
            </a:r>
            <a:r>
              <a:rPr lang="en-US" dirty="0"/>
              <a:t> </a:t>
            </a:r>
            <a:r>
              <a:rPr lang="en-US" dirty="0" err="1"/>
              <a:t>Tanrı’nın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anıyorsan</a:t>
            </a:r>
            <a:r>
              <a:rPr lang="en-US" dirty="0"/>
              <a:t>… O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titreştir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kadim</a:t>
            </a:r>
            <a:r>
              <a:rPr lang="en-US" dirty="0"/>
              <a:t> </a:t>
            </a:r>
            <a:r>
              <a:rPr lang="en-US" dirty="0" err="1"/>
              <a:t>silahıdır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358228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02C4B4F-8CC0-1D95-412F-49354D82EF34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ayet,dilin</a:t>
            </a:r>
            <a:r>
              <a:rPr lang="en-US" dirty="0"/>
              <a:t> </a:t>
            </a:r>
            <a:r>
              <a:rPr lang="en-US" dirty="0" err="1"/>
              <a:t>söylediği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söylediği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farkı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sözlerinden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niyetinin</a:t>
            </a:r>
            <a:r>
              <a:rPr lang="en-US" dirty="0"/>
              <a:t> </a:t>
            </a:r>
            <a:r>
              <a:rPr lang="en-US" dirty="0" err="1"/>
              <a:t>titreşiminden</a:t>
            </a:r>
            <a:r>
              <a:rPr lang="en-US" dirty="0"/>
              <a:t> </a:t>
            </a:r>
            <a:r>
              <a:rPr lang="en-US" dirty="0" err="1"/>
              <a:t>yargılarım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şaşar</a:t>
            </a:r>
            <a:r>
              <a:rPr lang="en-US" dirty="0"/>
              <a:t>, ama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hakikatte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225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“Allah Kalbe Bakar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Söylediğini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Söylediğini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”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Sözle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“Allah, </a:t>
            </a:r>
            <a:r>
              <a:rPr lang="en-US" dirty="0" err="1"/>
              <a:t>kasıtsızca</a:t>
            </a:r>
            <a:r>
              <a:rPr lang="en-US" dirty="0"/>
              <a:t> </a:t>
            </a:r>
            <a:r>
              <a:rPr lang="en-US" dirty="0" err="1"/>
              <a:t>ettiğiniz</a:t>
            </a:r>
            <a:r>
              <a:rPr lang="en-US" dirty="0"/>
              <a:t> </a:t>
            </a:r>
            <a:r>
              <a:rPr lang="en-US" dirty="0" err="1"/>
              <a:t>yeminlerden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tutmaz</a:t>
            </a:r>
            <a:r>
              <a:rPr lang="en-US" dirty="0"/>
              <a:t>.</a:t>
            </a:r>
          </a:p>
          <a:p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kalplerinizin</a:t>
            </a:r>
            <a:r>
              <a:rPr lang="en-US" dirty="0"/>
              <a:t> </a:t>
            </a:r>
            <a:r>
              <a:rPr lang="en-US" dirty="0" err="1"/>
              <a:t>kastettiğinden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tutar.Allah</a:t>
            </a:r>
            <a:r>
              <a:rPr lang="en-US" dirty="0"/>
              <a:t> </a:t>
            </a:r>
            <a:r>
              <a:rPr lang="en-US" dirty="0" err="1"/>
              <a:t>bağışlayandır</a:t>
            </a:r>
            <a:r>
              <a:rPr lang="en-US" dirty="0"/>
              <a:t>, </a:t>
            </a:r>
            <a:r>
              <a:rPr lang="en-US" dirty="0" err="1"/>
              <a:t>halîmdir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ayet,konuşma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kurulan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köprüsünü</a:t>
            </a:r>
            <a:r>
              <a:rPr lang="en-US" dirty="0"/>
              <a:t> </a:t>
            </a:r>
            <a:r>
              <a:rPr lang="en-US" dirty="0" err="1"/>
              <a:t>açıklıyor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senidilin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çağırıyor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kasıtsız</a:t>
            </a:r>
            <a:r>
              <a:rPr lang="en-US" b="1" dirty="0"/>
              <a:t> </a:t>
            </a:r>
            <a:r>
              <a:rPr lang="en-US" b="1" dirty="0" err="1"/>
              <a:t>yeminlerden</a:t>
            </a:r>
            <a:r>
              <a:rPr lang="en-US" b="1" dirty="0"/>
              <a:t> </a:t>
            </a:r>
            <a:r>
              <a:rPr lang="en-US" b="1" dirty="0" err="1"/>
              <a:t>dolayı</a:t>
            </a:r>
            <a:r>
              <a:rPr lang="en-US" b="1" dirty="0"/>
              <a:t> </a:t>
            </a:r>
            <a:r>
              <a:rPr lang="en-US" b="1" dirty="0" err="1"/>
              <a:t>sizi</a:t>
            </a:r>
            <a:r>
              <a:rPr lang="en-US" b="1" dirty="0"/>
              <a:t> </a:t>
            </a:r>
            <a:r>
              <a:rPr lang="en-US" b="1" dirty="0" err="1"/>
              <a:t>sorumlu</a:t>
            </a:r>
            <a:r>
              <a:rPr lang="en-US" b="1" dirty="0"/>
              <a:t> </a:t>
            </a:r>
            <a:r>
              <a:rPr lang="en-US" b="1" dirty="0" err="1"/>
              <a:t>tutmaz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: </a:t>
            </a:r>
            <a:r>
              <a:rPr lang="en-US" dirty="0" err="1"/>
              <a:t>Alışkanlıkla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sözler</a:t>
            </a:r>
            <a:r>
              <a:rPr lang="en-US" dirty="0"/>
              <a:t> </a:t>
            </a:r>
            <a:r>
              <a:rPr lang="en-US" dirty="0" err="1"/>
              <a:t>Düşünmeden</a:t>
            </a:r>
            <a:r>
              <a:rPr lang="en-US" dirty="0"/>
              <a:t> </a:t>
            </a:r>
            <a:r>
              <a:rPr lang="en-US" dirty="0" err="1"/>
              <a:t>tekrarlanan</a:t>
            </a:r>
            <a:r>
              <a:rPr lang="en-US" dirty="0"/>
              <a:t> </a:t>
            </a:r>
            <a:r>
              <a:rPr lang="en-US" dirty="0" err="1"/>
              <a:t>ifadeler</a:t>
            </a:r>
            <a:r>
              <a:rPr lang="en-US" dirty="0"/>
              <a:t> </a:t>
            </a:r>
          </a:p>
          <a:p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anlarda</a:t>
            </a:r>
            <a:r>
              <a:rPr lang="en-US" dirty="0"/>
              <a:t> </a:t>
            </a:r>
            <a:r>
              <a:rPr lang="en-US" dirty="0" err="1"/>
              <a:t>ağzımızdan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</a:t>
            </a:r>
            <a:r>
              <a:rPr lang="en-US" dirty="0" err="1"/>
              <a:t>refleks</a:t>
            </a:r>
            <a:r>
              <a:rPr lang="en-US" dirty="0"/>
              <a:t> </a:t>
            </a:r>
            <a:r>
              <a:rPr lang="en-US" dirty="0" err="1"/>
              <a:t>yeminler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diyor</a:t>
            </a:r>
            <a:r>
              <a:rPr lang="en-US" dirty="0"/>
              <a:t> ki: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yüzeydeki</a:t>
            </a:r>
            <a:r>
              <a:rPr lang="en-US" dirty="0"/>
              <a:t> </a:t>
            </a:r>
            <a:r>
              <a:rPr lang="en-US" dirty="0" err="1"/>
              <a:t>dalgalar</a:t>
            </a:r>
            <a:r>
              <a:rPr lang="en-US" dirty="0"/>
              <a:t>… ama ben </a:t>
            </a:r>
            <a:r>
              <a:rPr lang="en-US" dirty="0" err="1"/>
              <a:t>derindeki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okurum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Kalbin</a:t>
            </a:r>
            <a:r>
              <a:rPr lang="en-US" b="1" dirty="0"/>
              <a:t> </a:t>
            </a:r>
            <a:r>
              <a:rPr lang="en-US" b="1" dirty="0" err="1"/>
              <a:t>kastettiğinden</a:t>
            </a:r>
            <a:r>
              <a:rPr lang="en-US" b="1" dirty="0"/>
              <a:t> </a:t>
            </a:r>
            <a:r>
              <a:rPr lang="en-US" b="1" dirty="0" err="1"/>
              <a:t>sorumlu</a:t>
            </a:r>
            <a:r>
              <a:rPr lang="en-US" b="1" dirty="0"/>
              <a:t> </a:t>
            </a:r>
            <a:r>
              <a:rPr lang="en-US" b="1" dirty="0" err="1"/>
              <a:t>tutar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ifadedir</a:t>
            </a:r>
            <a:r>
              <a:rPr lang="en-US" dirty="0"/>
              <a:t>: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dilde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 ama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kaydolur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ağızdan</a:t>
            </a:r>
            <a:r>
              <a:rPr lang="en-US" dirty="0"/>
              <a:t> </a:t>
            </a:r>
            <a:r>
              <a:rPr lang="en-US" dirty="0" err="1"/>
              <a:t>çıksa</a:t>
            </a:r>
            <a:r>
              <a:rPr lang="en-US" dirty="0"/>
              <a:t> da,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geçersiz</a:t>
            </a:r>
            <a:r>
              <a:rPr lang="en-US" dirty="0"/>
              <a:t> </a:t>
            </a:r>
            <a:r>
              <a:rPr lang="en-US" dirty="0" err="1"/>
              <a:t>sayar</a:t>
            </a:r>
            <a:r>
              <a:rPr lang="en-US" dirty="0"/>
              <a:t>.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: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titreşir</a:t>
            </a:r>
            <a:r>
              <a:rPr lang="en-US" dirty="0"/>
              <a:t> </a:t>
            </a:r>
            <a:r>
              <a:rPr lang="en-US" dirty="0" err="1"/>
              <a:t>Bilinçten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ulaşır</a:t>
            </a:r>
            <a:r>
              <a:rPr lang="tr-TR" dirty="0"/>
              <a:t>.</a:t>
            </a:r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Gafûr’dur</a:t>
            </a:r>
            <a:r>
              <a:rPr lang="en-US" b="1" dirty="0"/>
              <a:t> – </a:t>
            </a:r>
            <a:r>
              <a:rPr lang="en-US" b="1" dirty="0" err="1"/>
              <a:t>Halîm’dir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Gafûr</a:t>
            </a:r>
            <a:r>
              <a:rPr lang="en-US" dirty="0"/>
              <a:t> = </a:t>
            </a:r>
            <a:r>
              <a:rPr lang="en-US" dirty="0" err="1"/>
              <a:t>Bağışlayan</a:t>
            </a:r>
            <a:r>
              <a:rPr lang="en-US" dirty="0"/>
              <a:t> </a:t>
            </a:r>
            <a:r>
              <a:rPr lang="en-US" dirty="0" err="1"/>
              <a:t>Halîm</a:t>
            </a:r>
            <a:r>
              <a:rPr lang="en-US" dirty="0"/>
              <a:t> = </a:t>
            </a:r>
            <a:r>
              <a:rPr lang="en-US" dirty="0" err="1"/>
              <a:t>Acele</a:t>
            </a:r>
            <a:r>
              <a:rPr lang="en-US" dirty="0"/>
              <a:t> </a:t>
            </a:r>
            <a:r>
              <a:rPr lang="en-US" dirty="0" err="1"/>
              <a:t>etmeyen</a:t>
            </a:r>
            <a:r>
              <a:rPr lang="en-US" dirty="0"/>
              <a:t>, </a:t>
            </a:r>
            <a:r>
              <a:rPr lang="en-US" dirty="0" err="1"/>
              <a:t>yumuşak</a:t>
            </a:r>
            <a:r>
              <a:rPr lang="en-US" dirty="0"/>
              <a:t> </a:t>
            </a:r>
            <a:r>
              <a:rPr lang="en-US" dirty="0" err="1"/>
              <a:t>davranan</a:t>
            </a:r>
            <a:r>
              <a:rPr lang="en-US" dirty="0"/>
              <a:t> </a:t>
            </a:r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der: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yapınca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niyetini</a:t>
            </a:r>
            <a:r>
              <a:rPr lang="en-US" dirty="0"/>
              <a:t> </a:t>
            </a:r>
            <a:r>
              <a:rPr lang="en-US" dirty="0" err="1"/>
              <a:t>bozunca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tutarım</a:t>
            </a:r>
            <a:r>
              <a:rPr lang="en-US" dirty="0"/>
              <a:t>. Ve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affetmeye</a:t>
            </a:r>
            <a:r>
              <a:rPr lang="en-US" dirty="0"/>
              <a:t> her zaman </a:t>
            </a:r>
            <a:r>
              <a:rPr lang="en-US" dirty="0" err="1"/>
              <a:t>hazırım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söylediklerine</a:t>
            </a:r>
            <a:r>
              <a:rPr lang="en-US" dirty="0"/>
              <a:t> </a:t>
            </a:r>
            <a:r>
              <a:rPr lang="en-US" dirty="0" err="1"/>
              <a:t>dikkat</a:t>
            </a:r>
            <a:r>
              <a:rPr lang="en-US" dirty="0"/>
              <a:t>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Dilin</a:t>
            </a:r>
            <a:r>
              <a:rPr lang="en-US" dirty="0"/>
              <a:t> </a:t>
            </a:r>
            <a:r>
              <a:rPr lang="en-US" dirty="0" err="1"/>
              <a:t>söylediği</a:t>
            </a:r>
            <a:r>
              <a:rPr lang="en-US" dirty="0"/>
              <a:t>, </a:t>
            </a:r>
            <a:r>
              <a:rPr lang="en-US" dirty="0" err="1"/>
              <a:t>yüzeydir</a:t>
            </a:r>
            <a:r>
              <a:rPr lang="en-US" dirty="0"/>
              <a:t>.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söylediği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kaydıdır</a:t>
            </a:r>
            <a:r>
              <a:rPr lang="en-US" dirty="0"/>
              <a:t>. </a:t>
            </a:r>
            <a:r>
              <a:rPr lang="en-US" dirty="0" err="1"/>
              <a:t>Yemin</a:t>
            </a:r>
            <a:r>
              <a:rPr lang="en-US" dirty="0"/>
              <a:t>;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niyettir</a:t>
            </a:r>
            <a:r>
              <a:rPr lang="en-US" dirty="0"/>
              <a:t>.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sert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adildir</a:t>
            </a:r>
            <a:r>
              <a:rPr lang="en-US" dirty="0"/>
              <a:t>. Ve </a:t>
            </a:r>
            <a:r>
              <a:rPr lang="en-US" dirty="0" err="1"/>
              <a:t>kalbine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karşılar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kelimelerine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yankısına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yemin</a:t>
            </a:r>
            <a:r>
              <a:rPr lang="en-US" dirty="0"/>
              <a:t>, </a:t>
            </a:r>
            <a:r>
              <a:rPr lang="en-US" dirty="0" err="1"/>
              <a:t>ağızdan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ruhtan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8056782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E8D8ECE-D72F-5615-49CE-7C11A807775C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ayet,birlikte</a:t>
            </a:r>
            <a:r>
              <a:rPr lang="en-US" dirty="0"/>
              <a:t> </a:t>
            </a:r>
            <a:r>
              <a:rPr lang="en-US" dirty="0" err="1"/>
              <a:t>olunan</a:t>
            </a:r>
            <a:r>
              <a:rPr lang="en-US" dirty="0"/>
              <a:t> </a:t>
            </a:r>
            <a:r>
              <a:rPr lang="en-US" dirty="0" err="1"/>
              <a:t>kişiye</a:t>
            </a:r>
            <a:r>
              <a:rPr lang="en-US" dirty="0"/>
              <a:t> </a:t>
            </a:r>
            <a:r>
              <a:rPr lang="en-US" dirty="0" err="1"/>
              <a:t>dokunmaktan</a:t>
            </a:r>
            <a:r>
              <a:rPr lang="en-US" dirty="0"/>
              <a:t> </a:t>
            </a:r>
            <a:r>
              <a:rPr lang="en-US" dirty="0" err="1"/>
              <a:t>vazgeçmenin</a:t>
            </a:r>
            <a:r>
              <a:rPr lang="tr-TR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bedensel</a:t>
            </a:r>
            <a:r>
              <a:rPr lang="en-US" dirty="0"/>
              <a:t> </a:t>
            </a:r>
            <a:r>
              <a:rPr lang="en-US" dirty="0" err="1"/>
              <a:t>değil,enerji</a:t>
            </a:r>
            <a:r>
              <a:rPr lang="en-US" dirty="0"/>
              <a:t> </a:t>
            </a:r>
            <a:r>
              <a:rPr lang="en-US" dirty="0" err="1"/>
              <a:t>akışını</a:t>
            </a:r>
            <a:r>
              <a:rPr lang="en-US" dirty="0"/>
              <a:t> </a:t>
            </a:r>
            <a:r>
              <a:rPr lang="en-US" dirty="0" err="1"/>
              <a:t>kesen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kararı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çekildiğinde</a:t>
            </a:r>
            <a:r>
              <a:rPr lang="en-US" dirty="0"/>
              <a:t>,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teması</a:t>
            </a:r>
            <a:r>
              <a:rPr lang="en-US" dirty="0"/>
              <a:t> </a:t>
            </a:r>
            <a:r>
              <a:rPr lang="en-US" dirty="0" err="1"/>
              <a:t>kesildiğinde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akmamaya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</a:t>
            </a:r>
            <a:r>
              <a:rPr lang="tr-TR" dirty="0"/>
              <a:t>V</a:t>
            </a:r>
            <a:r>
              <a:rPr lang="en-US" dirty="0"/>
              <a:t>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hâl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sürerse</a:t>
            </a:r>
            <a:r>
              <a:rPr lang="en-US" dirty="0"/>
              <a:t>… o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çözülmeye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226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Teması</a:t>
            </a:r>
            <a:r>
              <a:rPr lang="en-US" dirty="0"/>
              <a:t> </a:t>
            </a:r>
            <a:r>
              <a:rPr lang="en-US" dirty="0" err="1"/>
              <a:t>Kesen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Bağını</a:t>
            </a:r>
            <a:r>
              <a:rPr lang="en-US" dirty="0"/>
              <a:t> da </a:t>
            </a:r>
            <a:r>
              <a:rPr lang="en-US" dirty="0" err="1"/>
              <a:t>Kesmeye</a:t>
            </a:r>
            <a:r>
              <a:rPr lang="en-US" dirty="0"/>
              <a:t> </a:t>
            </a:r>
            <a:r>
              <a:rPr lang="en-US" dirty="0" err="1"/>
              <a:t>Başlar”Birlikte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Dokunuş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Ruhsaldır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Kadınlarına</a:t>
            </a:r>
            <a:r>
              <a:rPr lang="en-US" dirty="0"/>
              <a:t> </a:t>
            </a:r>
            <a:r>
              <a:rPr lang="en-US" dirty="0" err="1"/>
              <a:t>yaklaşmamaya</a:t>
            </a:r>
            <a:r>
              <a:rPr lang="en-US" dirty="0"/>
              <a:t> </a:t>
            </a:r>
            <a:r>
              <a:rPr lang="en-US" dirty="0" err="1"/>
              <a:t>yemin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tr-TR" dirty="0"/>
              <a:t> </a:t>
            </a:r>
            <a:r>
              <a:rPr lang="en-US" dirty="0" err="1"/>
              <a:t>dört</a:t>
            </a:r>
            <a:r>
              <a:rPr lang="en-US" dirty="0"/>
              <a:t> ay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vardır.Eğer</a:t>
            </a:r>
            <a:r>
              <a:rPr lang="en-US" dirty="0"/>
              <a:t> </a:t>
            </a:r>
            <a:r>
              <a:rPr lang="en-US" dirty="0" err="1"/>
              <a:t>dönerlerse,şüphesiz</a:t>
            </a:r>
            <a:r>
              <a:rPr lang="en-US" dirty="0"/>
              <a:t> Allah </a:t>
            </a:r>
            <a:r>
              <a:rPr lang="en-US" dirty="0" err="1"/>
              <a:t>bağışlayandır</a:t>
            </a:r>
            <a:r>
              <a:rPr lang="en-US" dirty="0"/>
              <a:t>, </a:t>
            </a:r>
            <a:r>
              <a:rPr lang="en-US" dirty="0" err="1"/>
              <a:t>merhametlidir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ayet,ilişkilerdeki</a:t>
            </a:r>
            <a:r>
              <a:rPr lang="en-US" dirty="0"/>
              <a:t> </a:t>
            </a:r>
            <a:r>
              <a:rPr lang="en-US" dirty="0" err="1"/>
              <a:t>durgunluğu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kopuşun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seni</a:t>
            </a:r>
            <a:r>
              <a:rPr lang="tr-TR" dirty="0"/>
              <a:t> </a:t>
            </a:r>
            <a:r>
              <a:rPr lang="en-US" dirty="0" err="1"/>
              <a:t>sevgisizliğin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büyüyen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ayrılık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Kadınlarına</a:t>
            </a:r>
            <a:r>
              <a:rPr lang="en-US" b="1" dirty="0"/>
              <a:t> </a:t>
            </a:r>
            <a:r>
              <a:rPr lang="en-US" b="1" dirty="0" err="1"/>
              <a:t>yaklaşmamaya</a:t>
            </a:r>
            <a:r>
              <a:rPr lang="en-US" b="1" dirty="0"/>
              <a:t> </a:t>
            </a:r>
            <a:r>
              <a:rPr lang="en-US" b="1" dirty="0" err="1"/>
              <a:t>yemin</a:t>
            </a:r>
            <a:r>
              <a:rPr lang="en-US" b="1" dirty="0"/>
              <a:t> </a:t>
            </a:r>
            <a:r>
              <a:rPr lang="en-US" b="1" dirty="0" err="1"/>
              <a:t>edenler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çekilmek</a:t>
            </a:r>
            <a:r>
              <a:rPr lang="en-US" dirty="0"/>
              <a:t> </a:t>
            </a:r>
          </a:p>
          <a:p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mesafeye</a:t>
            </a:r>
            <a:r>
              <a:rPr lang="en-US" dirty="0"/>
              <a:t> </a:t>
            </a:r>
            <a:r>
              <a:rPr lang="en-US" dirty="0" err="1"/>
              <a:t>geçmek</a:t>
            </a:r>
            <a:r>
              <a:rPr lang="en-US" dirty="0"/>
              <a:t> </a:t>
            </a:r>
            <a:r>
              <a:rPr lang="en-US" dirty="0" err="1"/>
              <a:t>Bilinçten</a:t>
            </a:r>
            <a:r>
              <a:rPr lang="en-US" dirty="0"/>
              <a:t> </a:t>
            </a:r>
            <a:r>
              <a:rPr lang="en-US" dirty="0" err="1"/>
              <a:t>ilişkiyi</a:t>
            </a:r>
            <a:r>
              <a:rPr lang="en-US" dirty="0"/>
              <a:t> </a:t>
            </a:r>
            <a:r>
              <a:rPr lang="en-US" dirty="0" err="1"/>
              <a:t>dışarı</a:t>
            </a:r>
            <a:r>
              <a:rPr lang="en-US" dirty="0"/>
              <a:t> </a:t>
            </a:r>
            <a:r>
              <a:rPr lang="en-US" dirty="0" err="1"/>
              <a:t>atmak</a:t>
            </a:r>
            <a:r>
              <a:rPr lang="en-US" dirty="0"/>
              <a:t> </a:t>
            </a:r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yanındasın</a:t>
            </a:r>
            <a:r>
              <a:rPr lang="en-US" dirty="0"/>
              <a:t> ama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akmıyorsun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Dört</a:t>
            </a:r>
            <a:r>
              <a:rPr lang="en-US" b="1" dirty="0"/>
              <a:t> ay </a:t>
            </a:r>
            <a:r>
              <a:rPr lang="en-US" b="1" dirty="0" err="1"/>
              <a:t>bekleme</a:t>
            </a:r>
            <a:r>
              <a:rPr lang="en-US" b="1" dirty="0"/>
              <a:t> </a:t>
            </a:r>
            <a:r>
              <a:rPr lang="en-US" b="1" dirty="0" err="1"/>
              <a:t>süresi</a:t>
            </a:r>
            <a:r>
              <a:rPr lang="en-US" b="1" dirty="0"/>
              <a:t> </a:t>
            </a:r>
            <a:r>
              <a:rPr lang="en-US" b="1" dirty="0" err="1"/>
              <a:t>vardır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semboliktir</a:t>
            </a:r>
            <a:r>
              <a:rPr lang="en-US" dirty="0"/>
              <a:t>: </a:t>
            </a:r>
            <a:r>
              <a:rPr lang="en-US" dirty="0" err="1"/>
              <a:t>Dört</a:t>
            </a:r>
            <a:r>
              <a:rPr lang="en-US" dirty="0"/>
              <a:t> ay → 120 </a:t>
            </a:r>
            <a:r>
              <a:rPr lang="en-US" dirty="0" err="1"/>
              <a:t>gün</a:t>
            </a:r>
            <a:r>
              <a:rPr lang="en-US" dirty="0"/>
              <a:t> → Bir </a:t>
            </a:r>
            <a:r>
              <a:rPr lang="en-US" dirty="0" err="1"/>
              <a:t>ömrün</a:t>
            </a:r>
            <a:r>
              <a:rPr lang="en-US" dirty="0"/>
              <a:t> ilk </a:t>
            </a:r>
            <a:r>
              <a:rPr lang="en-US" dirty="0" err="1"/>
              <a:t>nefes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</a:p>
          <a:p>
            <a:r>
              <a:rPr lang="en-US" dirty="0" err="1"/>
              <a:t>Yani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akmazsa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doğmadan</a:t>
            </a:r>
            <a:r>
              <a:rPr lang="en-US" dirty="0"/>
              <a:t> </a:t>
            </a:r>
            <a:r>
              <a:rPr lang="en-US" dirty="0" err="1"/>
              <a:t>kesilir</a:t>
            </a:r>
            <a:r>
              <a:rPr lang="en-US" dirty="0"/>
              <a:t>.” Bu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: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gelirse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açılırsa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şifalanabilir</a:t>
            </a:r>
            <a:r>
              <a:rPr lang="en-US" dirty="0"/>
              <a:t>. </a:t>
            </a:r>
            <a:r>
              <a:rPr lang="en-US" dirty="0" err="1"/>
              <a:t>Aksi</a:t>
            </a:r>
            <a:r>
              <a:rPr lang="en-US" dirty="0"/>
              <a:t> </a:t>
            </a:r>
            <a:r>
              <a:rPr lang="en-US" dirty="0" err="1"/>
              <a:t>halde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çözülmeyi</a:t>
            </a:r>
            <a:r>
              <a:rPr lang="en-US" dirty="0"/>
              <a:t> </a:t>
            </a:r>
            <a:r>
              <a:rPr lang="en-US" dirty="0" err="1"/>
              <a:t>başlatır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Eğer</a:t>
            </a:r>
            <a:r>
              <a:rPr lang="en-US" b="1" dirty="0"/>
              <a:t> </a:t>
            </a:r>
            <a:r>
              <a:rPr lang="en-US" b="1" dirty="0" err="1"/>
              <a:t>dönerlerse</a:t>
            </a:r>
            <a:r>
              <a:rPr lang="en-US" b="1" dirty="0"/>
              <a:t>, Allah </a:t>
            </a:r>
            <a:r>
              <a:rPr lang="en-US" b="1" dirty="0" err="1"/>
              <a:t>bağışlayandır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geriye</a:t>
            </a:r>
            <a:r>
              <a:rPr lang="en-US" dirty="0"/>
              <a:t> </a:t>
            </a:r>
            <a:r>
              <a:rPr lang="en-US" dirty="0" err="1"/>
              <a:t>dönüşlere</a:t>
            </a:r>
            <a:r>
              <a:rPr lang="en-US" dirty="0"/>
              <a:t> </a:t>
            </a:r>
            <a:r>
              <a:rPr lang="en-US" dirty="0" err="1"/>
              <a:t>açıktır</a:t>
            </a:r>
            <a:r>
              <a:rPr lang="en-US" dirty="0"/>
              <a:t>.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yönelirse</a:t>
            </a:r>
            <a:r>
              <a:rPr lang="en-US" dirty="0"/>
              <a:t> </a:t>
            </a:r>
          </a:p>
          <a:p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akar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canlanır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dönersen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affeder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ilişkiyi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hayat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990526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5DDDB80-C059-6181-657A-79C40230AF30}"/>
              </a:ext>
            </a:extLst>
          </p:cNvPr>
          <p:cNvSpPr txBox="1"/>
          <p:nvPr/>
        </p:nvSpPr>
        <p:spPr>
          <a:xfrm>
            <a:off x="0" y="0"/>
            <a:ext cx="6858000" cy="1037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ilişkideki</a:t>
            </a:r>
            <a:r>
              <a:rPr lang="en-US" dirty="0"/>
              <a:t> </a:t>
            </a:r>
            <a:r>
              <a:rPr lang="en-US" dirty="0" err="1"/>
              <a:t>temasın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farkındalıkla</a:t>
            </a:r>
            <a:r>
              <a:rPr lang="en-US" dirty="0"/>
              <a:t> </a:t>
            </a:r>
            <a:r>
              <a:rPr lang="en-US" dirty="0" err="1"/>
              <a:t>bakmaya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Temas </a:t>
            </a:r>
            <a:r>
              <a:rPr lang="en-US" dirty="0" err="1"/>
              <a:t>kesilirse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durur</a:t>
            </a:r>
            <a:r>
              <a:rPr lang="en-US" dirty="0"/>
              <a:t>. 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kopuştur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karara</a:t>
            </a:r>
            <a:r>
              <a:rPr lang="en-US" dirty="0"/>
              <a:t> </a:t>
            </a:r>
            <a:r>
              <a:rPr lang="en-US" dirty="0" err="1"/>
              <a:t>dört</a:t>
            </a:r>
            <a:r>
              <a:rPr lang="en-US" dirty="0"/>
              <a:t> ay </a:t>
            </a:r>
            <a:r>
              <a:rPr lang="en-US" dirty="0" err="1"/>
              <a:t>verir</a:t>
            </a:r>
            <a:r>
              <a:rPr lang="en-US" dirty="0"/>
              <a:t>. Bu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kurulabilir</a:t>
            </a:r>
            <a:r>
              <a:rPr lang="en-US" dirty="0"/>
              <a:t>.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dönen</a:t>
            </a:r>
            <a:r>
              <a:rPr lang="en-US" dirty="0"/>
              <a:t> </a:t>
            </a:r>
            <a:r>
              <a:rPr lang="en-US" dirty="0" err="1"/>
              <a:t>affedilir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bağışlamayı</a:t>
            </a:r>
            <a:r>
              <a:rPr lang="en-US" dirty="0"/>
              <a:t> sever.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endParaRPr lang="tr-TR" dirty="0"/>
          </a:p>
          <a:p>
            <a:r>
              <a:rPr lang="en-US" dirty="0"/>
              <a:t>“</a:t>
            </a:r>
            <a:r>
              <a:rPr lang="en-US" dirty="0" err="1"/>
              <a:t>İlişkin</a:t>
            </a:r>
            <a:r>
              <a:rPr lang="en-US" dirty="0"/>
              <a:t> </a:t>
            </a:r>
            <a:r>
              <a:rPr lang="en-US" dirty="0" err="1"/>
              <a:t>bedenle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nefes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dokunmadığında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sadece</a:t>
            </a:r>
            <a:r>
              <a:rPr lang="en-US" dirty="0"/>
              <a:t> ten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 err="1"/>
              <a:t>ruh</a:t>
            </a:r>
            <a:r>
              <a:rPr lang="en-US" dirty="0"/>
              <a:t> da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ayet,geri</a:t>
            </a:r>
            <a:r>
              <a:rPr lang="en-US" dirty="0"/>
              <a:t> </a:t>
            </a:r>
            <a:r>
              <a:rPr lang="en-US" dirty="0" err="1"/>
              <a:t>dönülmeyen</a:t>
            </a:r>
            <a:r>
              <a:rPr lang="en-US" dirty="0"/>
              <a:t> </a:t>
            </a:r>
            <a:r>
              <a:rPr lang="en-US" dirty="0" err="1"/>
              <a:t>kararların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düzeyinde</a:t>
            </a:r>
            <a:r>
              <a:rPr lang="en-US" dirty="0"/>
              <a:t> </a:t>
            </a:r>
            <a:r>
              <a:rPr lang="en-US" dirty="0" err="1"/>
              <a:t>kapanan</a:t>
            </a:r>
            <a:r>
              <a:rPr lang="en-US" dirty="0"/>
              <a:t> </a:t>
            </a:r>
            <a:r>
              <a:rPr lang="en-US" dirty="0" err="1"/>
              <a:t>kapıların</a:t>
            </a:r>
            <a:endParaRPr lang="en-US" dirty="0"/>
          </a:p>
          <a:p>
            <a:r>
              <a:rPr lang="en-US" dirty="0" err="1"/>
              <a:t>veartık</a:t>
            </a:r>
            <a:r>
              <a:rPr lang="en-US" dirty="0"/>
              <a:t> </a:t>
            </a:r>
            <a:r>
              <a:rPr lang="en-US" dirty="0" err="1"/>
              <a:t>yürümeyen</a:t>
            </a:r>
            <a:r>
              <a:rPr lang="en-US" dirty="0"/>
              <a:t> </a:t>
            </a:r>
            <a:r>
              <a:rPr lang="en-US" dirty="0" err="1"/>
              <a:t>bağların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çözülmesini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“Her </a:t>
            </a:r>
            <a:r>
              <a:rPr lang="en-US" dirty="0" err="1"/>
              <a:t>bağ</a:t>
            </a:r>
            <a:r>
              <a:rPr lang="en-US" dirty="0"/>
              <a:t>,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kurulur</a:t>
            </a:r>
            <a:r>
              <a:rPr lang="en-US" dirty="0"/>
              <a:t>… ama </a:t>
            </a:r>
            <a:r>
              <a:rPr lang="en-US" dirty="0" err="1"/>
              <a:t>bazen</a:t>
            </a:r>
            <a:r>
              <a:rPr lang="en-US" dirty="0"/>
              <a:t>, </a:t>
            </a:r>
            <a:r>
              <a:rPr lang="en-US" dirty="0" err="1"/>
              <a:t>saygıyla</a:t>
            </a:r>
            <a:r>
              <a:rPr lang="en-US" dirty="0"/>
              <a:t> son </a:t>
            </a:r>
            <a:r>
              <a:rPr lang="en-US" dirty="0" err="1"/>
              <a:t>bulması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‘</a:t>
            </a:r>
            <a:r>
              <a:rPr lang="en-US" dirty="0" err="1"/>
              <a:t>tamam</a:t>
            </a:r>
            <a:r>
              <a:rPr lang="en-US" dirty="0"/>
              <a:t>’ </a:t>
            </a:r>
            <a:r>
              <a:rPr lang="en-US" dirty="0" err="1"/>
              <a:t>kararına</a:t>
            </a:r>
            <a:r>
              <a:rPr lang="en-US" dirty="0"/>
              <a:t> 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.”</a:t>
            </a:r>
            <a:endParaRPr lang="tr-TR" dirty="0"/>
          </a:p>
          <a:p>
            <a:r>
              <a:rPr lang="en-US" dirty="0"/>
              <a:t>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227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Kapılar</a:t>
            </a:r>
            <a:r>
              <a:rPr lang="en-US" dirty="0"/>
              <a:t> </a:t>
            </a:r>
            <a:r>
              <a:rPr lang="en-US" dirty="0" err="1"/>
              <a:t>Açılmaz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Kapanmış</a:t>
            </a:r>
            <a:r>
              <a:rPr lang="en-US" dirty="0"/>
              <a:t> </a:t>
            </a:r>
            <a:r>
              <a:rPr lang="en-US" dirty="0" err="1"/>
              <a:t>Bağlara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Tanıklık</a:t>
            </a:r>
            <a:r>
              <a:rPr lang="en-US" dirty="0"/>
              <a:t> Eder” Her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Ebedi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, Ama Her </a:t>
            </a:r>
            <a:r>
              <a:rPr lang="en-US" dirty="0" err="1"/>
              <a:t>Bitiş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boşamaya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verirlerse,şüphesiz</a:t>
            </a:r>
            <a:r>
              <a:rPr lang="en-US" dirty="0"/>
              <a:t> Allah </a:t>
            </a:r>
            <a:r>
              <a:rPr lang="en-US" dirty="0" err="1"/>
              <a:t>işitendir</a:t>
            </a:r>
            <a:r>
              <a:rPr lang="en-US" dirty="0"/>
              <a:t>,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ayet,ilişkinin</a:t>
            </a:r>
            <a:r>
              <a:rPr lang="en-US" dirty="0"/>
              <a:t> </a:t>
            </a:r>
            <a:r>
              <a:rPr lang="en-US" dirty="0" err="1"/>
              <a:t>sonlanma</a:t>
            </a:r>
            <a:r>
              <a:rPr lang="en-US" dirty="0"/>
              <a:t> </a:t>
            </a:r>
            <a:r>
              <a:rPr lang="en-US" dirty="0" err="1"/>
              <a:t>kararını</a:t>
            </a:r>
            <a:r>
              <a:rPr lang="tr-TR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onurlandırmanın</a:t>
            </a:r>
            <a:r>
              <a:rPr lang="en-US" dirty="0"/>
              <a:t> </a:t>
            </a:r>
            <a:r>
              <a:rPr lang="en-US" dirty="0" err="1"/>
              <a:t>önemini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/>
              <a:t>Ve </a:t>
            </a:r>
            <a:r>
              <a:rPr lang="en-US" dirty="0" err="1"/>
              <a:t>seni</a:t>
            </a:r>
            <a:r>
              <a:rPr lang="tr-TR" dirty="0"/>
              <a:t> </a:t>
            </a:r>
            <a:r>
              <a:rPr lang="en-US" dirty="0" err="1"/>
              <a:t>bitirmenin</a:t>
            </a:r>
            <a:r>
              <a:rPr lang="en-US" dirty="0"/>
              <a:t> de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şifa</a:t>
            </a:r>
            <a:r>
              <a:rPr lang="en-US" dirty="0"/>
              <a:t> </a:t>
            </a:r>
            <a:r>
              <a:rPr lang="en-US" dirty="0" err="1"/>
              <a:t>olduğuna</a:t>
            </a:r>
            <a:r>
              <a:rPr lang="en-US" dirty="0"/>
              <a:t> </a:t>
            </a:r>
            <a:r>
              <a:rPr lang="en-US" dirty="0" err="1"/>
              <a:t>uyandırır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Boşamaya</a:t>
            </a:r>
            <a:r>
              <a:rPr lang="en-US" b="1" dirty="0"/>
              <a:t> </a:t>
            </a:r>
            <a:r>
              <a:rPr lang="en-US" b="1" dirty="0" err="1"/>
              <a:t>karar</a:t>
            </a:r>
            <a:r>
              <a:rPr lang="en-US" b="1" dirty="0"/>
              <a:t> </a:t>
            </a:r>
            <a:r>
              <a:rPr lang="en-US" b="1" dirty="0" err="1"/>
              <a:t>verirlerse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ayrılıktan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çözülmeyi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frekanslar</a:t>
            </a:r>
            <a:r>
              <a:rPr lang="en-US" dirty="0"/>
              <a:t> </a:t>
            </a:r>
            <a:r>
              <a:rPr lang="en-US" dirty="0" err="1"/>
              <a:t>hizalanmıyordur</a:t>
            </a:r>
            <a:r>
              <a:rPr lang="en-US" dirty="0"/>
              <a:t> </a:t>
            </a:r>
            <a:r>
              <a:rPr lang="en-US" dirty="0" err="1"/>
              <a:t>Ruhlar</a:t>
            </a:r>
            <a:r>
              <a:rPr lang="en-US" dirty="0"/>
              <a:t> </a:t>
            </a:r>
            <a:r>
              <a:rPr lang="en-US" dirty="0" err="1"/>
              <a:t>birbirini</a:t>
            </a:r>
            <a:r>
              <a:rPr lang="en-US" dirty="0"/>
              <a:t> </a:t>
            </a:r>
            <a:r>
              <a:rPr lang="en-US" dirty="0" err="1"/>
              <a:t>duymuyordur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Temas,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üretmiyordur</a:t>
            </a:r>
            <a:r>
              <a:rPr lang="tr-TR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“O </a:t>
            </a:r>
            <a:r>
              <a:rPr lang="en-US" dirty="0" err="1"/>
              <a:t>hâlde</a:t>
            </a:r>
            <a:r>
              <a:rPr lang="en-US" dirty="0"/>
              <a:t>…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çöz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sonsuza</a:t>
            </a:r>
            <a:r>
              <a:rPr lang="en-US" dirty="0"/>
              <a:t> </a:t>
            </a:r>
            <a:r>
              <a:rPr lang="en-US" dirty="0" err="1"/>
              <a:t>dek</a:t>
            </a:r>
            <a:r>
              <a:rPr lang="en-US" dirty="0"/>
              <a:t> </a:t>
            </a:r>
            <a:r>
              <a:rPr lang="en-US" dirty="0" err="1"/>
              <a:t>sürecek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kurulmaz</a:t>
            </a:r>
            <a:r>
              <a:rPr lang="en-US" dirty="0"/>
              <a:t>. </a:t>
            </a:r>
            <a:r>
              <a:rPr lang="en-US" dirty="0" err="1"/>
              <a:t>Bazısı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sana </a:t>
            </a:r>
            <a:r>
              <a:rPr lang="en-US" dirty="0" err="1"/>
              <a:t>döndürmek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.” </a:t>
            </a:r>
            <a:endParaRPr lang="en-TR" dirty="0"/>
          </a:p>
          <a:p>
            <a:endParaRPr lang="en-US" sz="2000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57090337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1FA01F0-9627-8C41-00DC-4DC1774183FF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işitendir</a:t>
            </a:r>
            <a:r>
              <a:rPr lang="en-US" b="1" dirty="0"/>
              <a:t>,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o </a:t>
            </a:r>
            <a:r>
              <a:rPr lang="en-US" dirty="0" err="1"/>
              <a:t>kararı</a:t>
            </a:r>
            <a:r>
              <a:rPr lang="en-US" dirty="0"/>
              <a:t> </a:t>
            </a:r>
            <a:r>
              <a:rPr lang="en-US" dirty="0" err="1"/>
              <a:t>verirken</a:t>
            </a:r>
            <a:r>
              <a:rPr lang="en-US" dirty="0"/>
              <a:t>: </a:t>
            </a:r>
            <a:r>
              <a:rPr lang="en-US" dirty="0" err="1"/>
              <a:t>Konuşmamış</a:t>
            </a:r>
            <a:r>
              <a:rPr lang="en-US" dirty="0"/>
              <a:t> </a:t>
            </a:r>
            <a:r>
              <a:rPr lang="en-US" dirty="0" err="1"/>
              <a:t>olsan</a:t>
            </a:r>
            <a:r>
              <a:rPr lang="en-US" dirty="0"/>
              <a:t> bile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vazgeçmiş</a:t>
            </a:r>
            <a:r>
              <a:rPr lang="en-US" dirty="0"/>
              <a:t> </a:t>
            </a:r>
            <a:r>
              <a:rPr lang="en-US" dirty="0" err="1"/>
              <a:t>olsan</a:t>
            </a:r>
            <a:r>
              <a:rPr lang="en-US" dirty="0"/>
              <a:t> </a:t>
            </a:r>
            <a:r>
              <a:rPr lang="en-US" dirty="0" err="1"/>
              <a:t>Gözyaşıyla</a:t>
            </a:r>
            <a:r>
              <a:rPr lang="en-US" dirty="0"/>
              <a:t> </a:t>
            </a:r>
            <a:r>
              <a:rPr lang="en-US" dirty="0" err="1"/>
              <a:t>noktayı</a:t>
            </a:r>
            <a:r>
              <a:rPr lang="en-US" dirty="0"/>
              <a:t> </a:t>
            </a:r>
            <a:r>
              <a:rPr lang="en-US" dirty="0" err="1"/>
              <a:t>koysan</a:t>
            </a:r>
            <a:r>
              <a:rPr lang="en-US" dirty="0"/>
              <a:t> bile </a:t>
            </a:r>
            <a:r>
              <a:rPr lang="tr-TR" dirty="0"/>
              <a:t>S</a:t>
            </a:r>
            <a:r>
              <a:rPr lang="en-US" dirty="0" err="1"/>
              <a:t>istem</a:t>
            </a:r>
            <a:r>
              <a:rPr lang="en-US" dirty="0"/>
              <a:t> der ki: Ben </a:t>
            </a:r>
            <a:r>
              <a:rPr lang="en-US" dirty="0" err="1"/>
              <a:t>duydum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biliyorum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vedaya</a:t>
            </a:r>
            <a:r>
              <a:rPr lang="en-US" dirty="0"/>
              <a:t> bile </a:t>
            </a:r>
            <a:r>
              <a:rPr lang="en-US" dirty="0" err="1"/>
              <a:t>şahidim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bitirmenin</a:t>
            </a:r>
            <a:r>
              <a:rPr lang="en-US" dirty="0"/>
              <a:t> </a:t>
            </a:r>
            <a:r>
              <a:rPr lang="en-US" dirty="0" err="1"/>
              <a:t>kutsallığıyla</a:t>
            </a:r>
            <a:r>
              <a:rPr lang="en-US" dirty="0"/>
              <a:t> </a:t>
            </a:r>
            <a:r>
              <a:rPr lang="en-US" dirty="0" err="1"/>
              <a:t>tanıştırır</a:t>
            </a:r>
            <a:r>
              <a:rPr lang="en-US" dirty="0"/>
              <a:t>: Her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sürmek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ayrılmak</a:t>
            </a:r>
            <a:r>
              <a:rPr lang="en-US" dirty="0"/>
              <a:t>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özgürleşmesidir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ayrılık</a:t>
            </a:r>
            <a:r>
              <a:rPr lang="en-US" dirty="0"/>
              <a:t> </a:t>
            </a:r>
            <a:r>
              <a:rPr lang="en-US" dirty="0" err="1"/>
              <a:t>kararını</a:t>
            </a:r>
            <a:r>
              <a:rPr lang="en-US" dirty="0"/>
              <a:t> </a:t>
            </a:r>
            <a:r>
              <a:rPr lang="en-US" dirty="0" err="1"/>
              <a:t>yargılamaz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tanık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“</a:t>
            </a:r>
            <a:r>
              <a:rPr lang="en-US" dirty="0" err="1"/>
              <a:t>tamam</a:t>
            </a:r>
            <a:r>
              <a:rPr lang="en-US" dirty="0"/>
              <a:t>” </a:t>
            </a:r>
            <a:r>
              <a:rPr lang="en-US" dirty="0" err="1"/>
              <a:t>kararı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yankılanır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anlayışla</a:t>
            </a:r>
            <a:r>
              <a:rPr lang="en-US" dirty="0"/>
              <a:t> </a:t>
            </a:r>
            <a:r>
              <a:rPr lang="en-US" dirty="0" err="1"/>
              <a:t>sarmalanır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“Her ‘</a:t>
            </a:r>
            <a:r>
              <a:rPr lang="en-US" dirty="0" err="1"/>
              <a:t>veda</a:t>
            </a:r>
            <a:r>
              <a:rPr lang="en-US" dirty="0"/>
              <a:t>’,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…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tamamlanmadır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gözyaşına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niyetinin</a:t>
            </a:r>
            <a:r>
              <a:rPr lang="en-US" dirty="0"/>
              <a:t> </a:t>
            </a:r>
            <a:r>
              <a:rPr lang="en-US" dirty="0" err="1"/>
              <a:t>derinliğine</a:t>
            </a:r>
            <a:r>
              <a:rPr lang="en-US" dirty="0"/>
              <a:t> </a:t>
            </a:r>
            <a:r>
              <a:rPr lang="en-US" dirty="0" err="1"/>
              <a:t>bakar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ayet,kadının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erdikten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geçirdiği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,</a:t>
            </a:r>
          </a:p>
          <a:p>
            <a:r>
              <a:rPr lang="en-US" dirty="0" err="1"/>
              <a:t>rahmin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hafızasını,ve</a:t>
            </a:r>
            <a:r>
              <a:rPr lang="tr-TR" dirty="0"/>
              <a:t> </a:t>
            </a:r>
            <a:r>
              <a:rPr lang="en-US" dirty="0" err="1"/>
              <a:t>bedensel</a:t>
            </a:r>
            <a:r>
              <a:rPr lang="tr-TR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doğumu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düzeyinde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ayrılmaz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O,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yazar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zaman </a:t>
            </a:r>
            <a:r>
              <a:rPr lang="en-US" dirty="0" err="1"/>
              <a:t>gerekir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rahim</a:t>
            </a:r>
            <a:r>
              <a:rPr lang="en-US" dirty="0"/>
              <a:t>, </a:t>
            </a:r>
            <a:r>
              <a:rPr lang="en-US" dirty="0" err="1"/>
              <a:t>yaşanmış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**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tapınak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228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Hafızası</a:t>
            </a:r>
            <a:r>
              <a:rPr lang="en-US" dirty="0"/>
              <a:t> </a:t>
            </a:r>
            <a:r>
              <a:rPr lang="en-US" dirty="0" err="1"/>
              <a:t>Rahmindedir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Ayrılıktan</a:t>
            </a:r>
            <a:r>
              <a:rPr lang="en-US" dirty="0"/>
              <a:t> Sonra </a:t>
            </a:r>
            <a:r>
              <a:rPr lang="en-US" dirty="0" err="1"/>
              <a:t>Geçen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,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Yazılma</a:t>
            </a:r>
            <a:r>
              <a:rPr lang="en-US" dirty="0"/>
              <a:t> </a:t>
            </a:r>
            <a:r>
              <a:rPr lang="en-US" dirty="0" err="1"/>
              <a:t>Zamanıdır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Her </a:t>
            </a:r>
            <a:r>
              <a:rPr lang="en-US" dirty="0" err="1"/>
              <a:t>Bitişten</a:t>
            </a:r>
            <a:r>
              <a:rPr lang="en-US" dirty="0"/>
              <a:t> Sonra 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Kodunu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Düzenler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228.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Boşanmış</a:t>
            </a:r>
            <a:r>
              <a:rPr lang="en-US" dirty="0"/>
              <a:t> </a:t>
            </a:r>
            <a:r>
              <a:rPr lang="en-US" dirty="0" err="1"/>
              <a:t>kadınlar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kur</a:t>
            </a:r>
            <a:r>
              <a:rPr lang="en-US" dirty="0"/>
              <a:t> (</a:t>
            </a:r>
            <a:r>
              <a:rPr lang="en-US" dirty="0" err="1"/>
              <a:t>temizlik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) </a:t>
            </a:r>
            <a:r>
              <a:rPr lang="en-US" dirty="0" err="1"/>
              <a:t>beklesinler.Eğer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ahiret</a:t>
            </a:r>
            <a:r>
              <a:rPr lang="en-US" dirty="0"/>
              <a:t> </a:t>
            </a:r>
            <a:r>
              <a:rPr lang="en-US" dirty="0" err="1"/>
              <a:t>gününe</a:t>
            </a:r>
            <a:r>
              <a:rPr lang="en-US" dirty="0"/>
              <a:t> </a:t>
            </a:r>
            <a:r>
              <a:rPr lang="en-US" dirty="0" err="1"/>
              <a:t>inanıyorlarsa</a:t>
            </a:r>
            <a:r>
              <a:rPr lang="en-US" dirty="0"/>
              <a:t>,</a:t>
            </a:r>
          </a:p>
          <a:p>
            <a:r>
              <a:rPr lang="en-US" dirty="0" err="1"/>
              <a:t>rahimlerinde</a:t>
            </a:r>
            <a:r>
              <a:rPr lang="en-US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yarattığını</a:t>
            </a:r>
            <a:r>
              <a:rPr lang="en-US" dirty="0"/>
              <a:t> </a:t>
            </a:r>
            <a:r>
              <a:rPr lang="en-US" dirty="0" err="1"/>
              <a:t>gizlemeleri</a:t>
            </a:r>
            <a:r>
              <a:rPr lang="en-US" dirty="0"/>
              <a:t> </a:t>
            </a:r>
            <a:r>
              <a:rPr lang="en-US" dirty="0" err="1"/>
              <a:t>helâl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.</a:t>
            </a:r>
          </a:p>
          <a:p>
            <a:r>
              <a:rPr lang="en-US" dirty="0" err="1"/>
              <a:t>Eşleri</a:t>
            </a:r>
            <a:r>
              <a:rPr lang="en-US" dirty="0"/>
              <a:t> </a:t>
            </a:r>
            <a:r>
              <a:rPr lang="en-US" dirty="0" err="1"/>
              <a:t>barışmak</a:t>
            </a:r>
            <a:r>
              <a:rPr lang="en-US" dirty="0"/>
              <a:t> </a:t>
            </a:r>
            <a:r>
              <a:rPr lang="en-US" dirty="0" err="1"/>
              <a:t>isterlerse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almaya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sahibidirler.Kadınların</a:t>
            </a:r>
            <a:r>
              <a:rPr lang="en-US" dirty="0"/>
              <a:t>, </a:t>
            </a:r>
            <a:r>
              <a:rPr lang="en-US" dirty="0" err="1"/>
              <a:t>örfe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erkekler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gibi,erkeklerin</a:t>
            </a:r>
            <a:r>
              <a:rPr lang="en-US" dirty="0"/>
              <a:t> de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vardır.Ancak</a:t>
            </a:r>
            <a:r>
              <a:rPr lang="en-US" dirty="0"/>
              <a:t> </a:t>
            </a:r>
            <a:r>
              <a:rPr lang="en-US" dirty="0" err="1"/>
              <a:t>erkeklerin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dereceleri</a:t>
            </a:r>
            <a:r>
              <a:rPr lang="en-US" dirty="0"/>
              <a:t> (</a:t>
            </a:r>
            <a:r>
              <a:rPr lang="en-US" dirty="0" err="1"/>
              <a:t>yükümlülüğü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sorumluluğu</a:t>
            </a:r>
            <a:r>
              <a:rPr lang="en-US" dirty="0"/>
              <a:t>)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fazladır.Allah</a:t>
            </a:r>
            <a:r>
              <a:rPr lang="en-US" dirty="0"/>
              <a:t> </a:t>
            </a:r>
            <a:r>
              <a:rPr lang="en-US" dirty="0" err="1"/>
              <a:t>azizdir</a:t>
            </a:r>
            <a:r>
              <a:rPr lang="en-US" dirty="0"/>
              <a:t>, </a:t>
            </a:r>
            <a:r>
              <a:rPr lang="en-US" dirty="0" err="1"/>
              <a:t>hakîmdir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ayet,kadının</a:t>
            </a:r>
            <a:r>
              <a:rPr lang="en-US" dirty="0"/>
              <a:t> </a:t>
            </a:r>
            <a:r>
              <a:rPr lang="en-US" dirty="0" err="1"/>
              <a:t>ayrılıktan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hem </a:t>
            </a:r>
            <a:r>
              <a:rPr lang="en-US" dirty="0" err="1"/>
              <a:t>fiziksel</a:t>
            </a:r>
            <a:r>
              <a:rPr lang="en-US" dirty="0"/>
              <a:t> hem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temizlik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rahmin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bittiğinde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boşalmaz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O, yeni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hazırlık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3602713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29A9430-08AA-86AE-0520-DEE4733B6A0F}"/>
              </a:ext>
            </a:extLst>
          </p:cNvPr>
          <p:cNvSpPr txBox="1"/>
          <p:nvPr/>
        </p:nvSpPr>
        <p:spPr>
          <a:xfrm>
            <a:off x="0" y="77118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Kadınlar</a:t>
            </a:r>
            <a:r>
              <a:rPr lang="en-US" b="1" dirty="0"/>
              <a:t> </a:t>
            </a:r>
            <a:r>
              <a:rPr lang="en-US" b="1" dirty="0" err="1"/>
              <a:t>üç</a:t>
            </a:r>
            <a:r>
              <a:rPr lang="en-US" b="1" dirty="0"/>
              <a:t> </a:t>
            </a:r>
            <a:r>
              <a:rPr lang="en-US" b="1" dirty="0" err="1"/>
              <a:t>kur</a:t>
            </a:r>
            <a:r>
              <a:rPr lang="en-US" b="1" dirty="0"/>
              <a:t> (</a:t>
            </a:r>
            <a:r>
              <a:rPr lang="en-US" b="1" dirty="0" err="1"/>
              <a:t>temizlik</a:t>
            </a:r>
            <a:r>
              <a:rPr lang="en-US" b="1" dirty="0"/>
              <a:t> </a:t>
            </a:r>
            <a:r>
              <a:rPr lang="en-US" b="1" dirty="0" err="1"/>
              <a:t>süresi</a:t>
            </a:r>
            <a:r>
              <a:rPr lang="en-US" b="1" dirty="0"/>
              <a:t>) </a:t>
            </a:r>
            <a:r>
              <a:rPr lang="en-US" b="1" dirty="0" err="1"/>
              <a:t>beklesinler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3 </a:t>
            </a:r>
            <a:r>
              <a:rPr lang="en-US" dirty="0" err="1"/>
              <a:t>kur</a:t>
            </a:r>
            <a:r>
              <a:rPr lang="en-US" dirty="0"/>
              <a:t> = </a:t>
            </a:r>
            <a:r>
              <a:rPr lang="en-US" dirty="0" err="1"/>
              <a:t>yaklaşık</a:t>
            </a:r>
            <a:r>
              <a:rPr lang="en-US" dirty="0"/>
              <a:t> 3 </a:t>
            </a:r>
            <a:r>
              <a:rPr lang="en-US" dirty="0" err="1"/>
              <a:t>regl</a:t>
            </a:r>
            <a:r>
              <a:rPr lang="en-US" dirty="0"/>
              <a:t> </a:t>
            </a:r>
            <a:r>
              <a:rPr lang="en-US" dirty="0" err="1"/>
              <a:t>döngüsü</a:t>
            </a:r>
            <a:r>
              <a:rPr lang="en-US" dirty="0"/>
              <a:t> 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tıbbi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hukuki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sıfırlama</a:t>
            </a:r>
            <a:r>
              <a:rPr lang="en-US" dirty="0"/>
              <a:t> </a:t>
            </a:r>
            <a:r>
              <a:rPr lang="en-US" dirty="0" err="1"/>
              <a:t>sürecidir</a:t>
            </a:r>
            <a:r>
              <a:rPr lang="en-US" dirty="0"/>
              <a:t>.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rahim</a:t>
            </a:r>
            <a:r>
              <a:rPr lang="en-US" dirty="0"/>
              <a:t>: </a:t>
            </a:r>
            <a:r>
              <a:rPr lang="en-US" dirty="0" err="1"/>
              <a:t>Hafıza</a:t>
            </a:r>
            <a:r>
              <a:rPr lang="en-US" dirty="0"/>
              <a:t> </a:t>
            </a:r>
            <a:r>
              <a:rPr lang="en-US" dirty="0" err="1"/>
              <a:t>tutar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şekillenir</a:t>
            </a:r>
            <a:r>
              <a:rPr lang="tr-TR" dirty="0"/>
              <a:t>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döngüde</a:t>
            </a:r>
            <a:r>
              <a:rPr lang="en-US" dirty="0"/>
              <a:t>, </a:t>
            </a:r>
            <a:r>
              <a:rPr lang="en-US" dirty="0" err="1"/>
              <a:t>ilişkinin</a:t>
            </a:r>
            <a:r>
              <a:rPr lang="en-US" dirty="0"/>
              <a:t> </a:t>
            </a:r>
            <a:r>
              <a:rPr lang="en-US" dirty="0" err="1"/>
              <a:t>izleri</a:t>
            </a:r>
            <a:r>
              <a:rPr lang="en-US" dirty="0"/>
              <a:t> </a:t>
            </a:r>
            <a:r>
              <a:rPr lang="en-US" dirty="0" err="1"/>
              <a:t>yavaş</a:t>
            </a:r>
            <a:r>
              <a:rPr lang="en-US" dirty="0"/>
              <a:t> </a:t>
            </a:r>
            <a:r>
              <a:rPr lang="en-US" dirty="0" err="1"/>
              <a:t>yavaş</a:t>
            </a:r>
            <a:r>
              <a:rPr lang="en-US" dirty="0"/>
              <a:t> </a:t>
            </a:r>
            <a:r>
              <a:rPr lang="en-US" dirty="0" err="1"/>
              <a:t>temizlenir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Rahimlerinde</a:t>
            </a:r>
            <a:r>
              <a:rPr lang="en-US" b="1" dirty="0"/>
              <a:t> 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yarattığını</a:t>
            </a:r>
            <a:r>
              <a:rPr lang="en-US" b="1" dirty="0"/>
              <a:t> </a:t>
            </a:r>
            <a:r>
              <a:rPr lang="en-US" b="1" dirty="0" err="1"/>
              <a:t>gizlemeleri</a:t>
            </a:r>
            <a:r>
              <a:rPr lang="en-US" b="1" dirty="0"/>
              <a:t> </a:t>
            </a:r>
            <a:r>
              <a:rPr lang="en-US" b="1" dirty="0" err="1"/>
              <a:t>helâl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: O </a:t>
            </a:r>
            <a:r>
              <a:rPr lang="en-US" dirty="0" err="1"/>
              <a:t>alanda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oluş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(</a:t>
            </a:r>
            <a:r>
              <a:rPr lang="en-US" dirty="0" err="1"/>
              <a:t>hamilelik</a:t>
            </a:r>
            <a:r>
              <a:rPr lang="en-US" dirty="0"/>
              <a:t>)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gizlemek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tr-TR" dirty="0"/>
              <a:t>.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“Rahim,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alanıdır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alanda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korunmalıdır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Eşleri</a:t>
            </a:r>
            <a:r>
              <a:rPr lang="en-US" b="1" dirty="0"/>
              <a:t> </a:t>
            </a:r>
            <a:r>
              <a:rPr lang="en-US" b="1" dirty="0" err="1"/>
              <a:t>barışmak</a:t>
            </a:r>
            <a:r>
              <a:rPr lang="en-US" b="1" dirty="0"/>
              <a:t> </a:t>
            </a:r>
            <a:r>
              <a:rPr lang="en-US" b="1" dirty="0" err="1"/>
              <a:t>isterlerse</a:t>
            </a:r>
            <a:r>
              <a:rPr lang="en-US" b="1" dirty="0"/>
              <a:t>…”</a:t>
            </a:r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tutar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erkeğin</a:t>
            </a:r>
            <a:r>
              <a:rPr lang="en-US" dirty="0"/>
              <a:t> “</a:t>
            </a:r>
            <a:r>
              <a:rPr lang="en-US" dirty="0" err="1"/>
              <a:t>istemesiyle</a:t>
            </a:r>
            <a:r>
              <a:rPr lang="en-US" dirty="0"/>
              <a:t>”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rahmi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veriyorsa</a:t>
            </a:r>
            <a:r>
              <a:rPr lang="en-US" dirty="0"/>
              <a:t>… Kalbi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ediyorsa</a:t>
            </a:r>
            <a:r>
              <a:rPr lang="en-US" dirty="0"/>
              <a:t>…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birleşebilir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Kadınların</a:t>
            </a:r>
            <a:r>
              <a:rPr lang="en-US" b="1" dirty="0"/>
              <a:t> da </a:t>
            </a:r>
            <a:r>
              <a:rPr lang="en-US" b="1" dirty="0" err="1"/>
              <a:t>erkekler</a:t>
            </a:r>
            <a:r>
              <a:rPr lang="en-US" b="1" dirty="0"/>
              <a:t> </a:t>
            </a:r>
            <a:r>
              <a:rPr lang="en-US" b="1" dirty="0" err="1"/>
              <a:t>üzerinde</a:t>
            </a:r>
            <a:r>
              <a:rPr lang="en-US" b="1" dirty="0"/>
              <a:t> </a:t>
            </a:r>
            <a:r>
              <a:rPr lang="en-US" b="1" dirty="0" err="1"/>
              <a:t>hakları</a:t>
            </a:r>
            <a:r>
              <a:rPr lang="en-US" b="1" dirty="0"/>
              <a:t> </a:t>
            </a:r>
            <a:r>
              <a:rPr lang="en-US" b="1" dirty="0" err="1"/>
              <a:t>vardır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dengeli</a:t>
            </a:r>
            <a:r>
              <a:rPr lang="en-US" dirty="0"/>
              <a:t> </a:t>
            </a:r>
            <a:r>
              <a:rPr lang="en-US" dirty="0" err="1"/>
              <a:t>ifadesidir</a:t>
            </a:r>
            <a:r>
              <a:rPr lang="en-US" dirty="0"/>
              <a:t>. “Hak,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taraflı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kurulan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,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korunur</a:t>
            </a:r>
            <a:r>
              <a:rPr lang="en-US" dirty="0"/>
              <a:t>.”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da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gerçeklik</a:t>
            </a:r>
            <a:r>
              <a:rPr lang="en-US" dirty="0"/>
              <a:t> </a:t>
            </a:r>
            <a:r>
              <a:rPr lang="en-US" dirty="0" err="1"/>
              <a:t>sunulur</a:t>
            </a:r>
            <a:r>
              <a:rPr lang="en-US" dirty="0"/>
              <a:t>: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Erkeklerin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dereceleri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vardır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derece</a:t>
            </a:r>
            <a:r>
              <a:rPr lang="en-US" dirty="0"/>
              <a:t>, </a:t>
            </a:r>
            <a:r>
              <a:rPr lang="en-US" dirty="0" err="1"/>
              <a:t>sorumluluk</a:t>
            </a:r>
            <a:r>
              <a:rPr lang="en-US" dirty="0"/>
              <a:t>,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yüklenme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yaratandır</a:t>
            </a:r>
            <a:r>
              <a:rPr lang="en-US" dirty="0"/>
              <a:t>. </a:t>
            </a:r>
            <a:r>
              <a:rPr lang="en-US" dirty="0" err="1"/>
              <a:t>Erkek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korumakla</a:t>
            </a:r>
            <a:r>
              <a:rPr lang="en-US" dirty="0"/>
              <a:t> </a:t>
            </a:r>
            <a:r>
              <a:rPr lang="en-US" dirty="0" err="1"/>
              <a:t>sorumludur</a:t>
            </a:r>
            <a:r>
              <a:rPr lang="en-US" dirty="0"/>
              <a:t>.” Bu fark </a:t>
            </a:r>
            <a:r>
              <a:rPr lang="en-US" dirty="0" err="1"/>
              <a:t>üstünlük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farklılığıdır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bedeninin</a:t>
            </a:r>
            <a:r>
              <a:rPr lang="en-US" dirty="0"/>
              <a:t> </a:t>
            </a:r>
            <a:r>
              <a:rPr lang="en-US" dirty="0" err="1"/>
              <a:t>hafızasını</a:t>
            </a:r>
            <a:r>
              <a:rPr lang="en-US" dirty="0"/>
              <a:t> </a:t>
            </a:r>
            <a:r>
              <a:rPr lang="en-US" dirty="0" err="1"/>
              <a:t>onurlandırmaya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Rahim,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döngüde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sıfırlar</a:t>
            </a:r>
            <a:r>
              <a:rPr lang="en-US" dirty="0"/>
              <a:t>. Bu </a:t>
            </a:r>
            <a:r>
              <a:rPr lang="en-US" dirty="0" err="1"/>
              <a:t>döngü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hafıza</a:t>
            </a:r>
            <a:r>
              <a:rPr lang="en-US" dirty="0"/>
              <a:t> </a:t>
            </a:r>
            <a:r>
              <a:rPr lang="en-US" dirty="0" err="1"/>
              <a:t>temizliğidir</a:t>
            </a:r>
            <a:r>
              <a:rPr lang="en-US" dirty="0"/>
              <a:t>.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(</a:t>
            </a:r>
            <a:r>
              <a:rPr lang="en-US" dirty="0" err="1"/>
              <a:t>hamilelik</a:t>
            </a:r>
            <a:r>
              <a:rPr lang="en-US" dirty="0"/>
              <a:t>) </a:t>
            </a:r>
            <a:r>
              <a:rPr lang="en-US" dirty="0" err="1"/>
              <a:t>gizlenemez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rahim</a:t>
            </a:r>
            <a:r>
              <a:rPr lang="en-US" dirty="0"/>
              <a:t>,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emanettir</a:t>
            </a:r>
            <a:r>
              <a:rPr lang="en-US" dirty="0"/>
              <a:t>. </a:t>
            </a:r>
            <a:r>
              <a:rPr lang="en-US" dirty="0" err="1"/>
              <a:t>İlişkiyi</a:t>
            </a:r>
            <a:r>
              <a:rPr lang="en-US" dirty="0"/>
              <a:t> </a:t>
            </a:r>
            <a:r>
              <a:rPr lang="en-US" dirty="0" err="1"/>
              <a:t>sürdürmek</a:t>
            </a:r>
            <a:r>
              <a:rPr lang="en-US" dirty="0"/>
              <a:t> de </a:t>
            </a:r>
            <a:r>
              <a:rPr lang="en-US" dirty="0" err="1"/>
              <a:t>sonlandırmak</a:t>
            </a:r>
            <a:r>
              <a:rPr lang="en-US" dirty="0"/>
              <a:t> da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mümkündür</a:t>
            </a:r>
            <a:r>
              <a:rPr lang="en-US" dirty="0"/>
              <a:t>. </a:t>
            </a:r>
            <a:r>
              <a:rPr lang="en-US" dirty="0" err="1"/>
              <a:t>Erkek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koruyucu</a:t>
            </a:r>
            <a:r>
              <a:rPr lang="en-US" dirty="0"/>
              <a:t> </a:t>
            </a:r>
            <a:r>
              <a:rPr lang="en-US" dirty="0" err="1"/>
              <a:t>görevindedir</a:t>
            </a:r>
            <a:r>
              <a:rPr lang="en-US" dirty="0"/>
              <a:t> 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ışıktır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rahmin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doğurur</a:t>
            </a:r>
            <a:r>
              <a:rPr lang="en-US" dirty="0"/>
              <a:t>. Ve her </a:t>
            </a:r>
            <a:r>
              <a:rPr lang="en-US" dirty="0" err="1"/>
              <a:t>ayrılıktan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yaratman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sıfır</a:t>
            </a:r>
            <a:r>
              <a:rPr lang="en-US" dirty="0"/>
              <a:t> </a:t>
            </a:r>
            <a:r>
              <a:rPr lang="en-US" dirty="0" err="1"/>
              <a:t>noktasına</a:t>
            </a:r>
            <a:r>
              <a:rPr lang="en-US" dirty="0"/>
              <a:t> </a:t>
            </a:r>
            <a:r>
              <a:rPr lang="en-US" dirty="0" err="1"/>
              <a:t>indirir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1073100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7B1D452-6C06-453A-E14B-43CBC5146B3B}"/>
              </a:ext>
            </a:extLst>
          </p:cNvPr>
          <p:cNvSpPr txBox="1"/>
          <p:nvPr/>
        </p:nvSpPr>
        <p:spPr>
          <a:xfrm>
            <a:off x="0" y="0"/>
            <a:ext cx="6858000" cy="13111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229.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ayet,ayrılığın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ahlâkı</a:t>
            </a:r>
            <a:r>
              <a:rPr lang="en-US" dirty="0"/>
              <a:t>, </a:t>
            </a:r>
            <a:r>
              <a:rPr lang="en-US" dirty="0" err="1"/>
              <a:t>ölçüsü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döngüsü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der:“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döngüler</a:t>
            </a:r>
            <a:r>
              <a:rPr lang="en-US" dirty="0"/>
              <a:t>,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şifaya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acıya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ediyorsa</a:t>
            </a:r>
            <a:r>
              <a:rPr lang="en-US" dirty="0"/>
              <a:t>… o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çözülmelidir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yürümeyen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ilişkide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döngüye</a:t>
            </a:r>
            <a:r>
              <a:rPr lang="en-US" dirty="0"/>
              <a:t> </a:t>
            </a:r>
            <a:r>
              <a:rPr lang="en-US" dirty="0" err="1"/>
              <a:t>dönmeni</a:t>
            </a:r>
            <a:r>
              <a:rPr lang="en-US" dirty="0"/>
              <a:t> </a:t>
            </a:r>
            <a:r>
              <a:rPr lang="en-US" dirty="0" err="1"/>
              <a:t>istemez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229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Ayrılığı</a:t>
            </a:r>
            <a:r>
              <a:rPr lang="en-US" dirty="0"/>
              <a:t> </a:t>
            </a:r>
            <a:r>
              <a:rPr lang="en-US" dirty="0" err="1"/>
              <a:t>Uzatmak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Onurlu</a:t>
            </a:r>
            <a:r>
              <a:rPr lang="en-US" dirty="0"/>
              <a:t> </a:t>
            </a:r>
            <a:r>
              <a:rPr lang="en-US" dirty="0" err="1"/>
              <a:t>Tamamlamak</a:t>
            </a:r>
            <a:r>
              <a:rPr lang="en-US" dirty="0"/>
              <a:t>” </a:t>
            </a:r>
            <a:r>
              <a:rPr lang="en-US" dirty="0" err="1"/>
              <a:t>Boşanmanın</a:t>
            </a:r>
            <a:r>
              <a:rPr lang="en-US" dirty="0"/>
              <a:t> da Bir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Duruşu</a:t>
            </a:r>
            <a:r>
              <a:rPr lang="en-US" dirty="0"/>
              <a:t> </a:t>
            </a:r>
            <a:r>
              <a:rPr lang="en-US" dirty="0" err="1"/>
              <a:t>Vardır,Sistem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Geri </a:t>
            </a:r>
            <a:r>
              <a:rPr lang="en-US" dirty="0" err="1"/>
              <a:t>Dönmeni</a:t>
            </a:r>
            <a:r>
              <a:rPr lang="en-US" dirty="0"/>
              <a:t> </a:t>
            </a:r>
            <a:r>
              <a:rPr lang="en-US" dirty="0" err="1"/>
              <a:t>İstemez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229.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Boşanma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defadır.Sonra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iyilikle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güzellikle</a:t>
            </a:r>
            <a:r>
              <a:rPr lang="en-US" dirty="0"/>
              <a:t> </a:t>
            </a:r>
            <a:r>
              <a:rPr lang="en-US" dirty="0" err="1"/>
              <a:t>salıvermek</a:t>
            </a:r>
            <a:r>
              <a:rPr lang="en-US" dirty="0"/>
              <a:t> </a:t>
            </a:r>
            <a:r>
              <a:rPr lang="en-US" dirty="0" err="1"/>
              <a:t>gerekir.Kadınlara</a:t>
            </a:r>
            <a:r>
              <a:rPr lang="en-US" dirty="0"/>
              <a:t> </a:t>
            </a:r>
            <a:r>
              <a:rPr lang="en-US" dirty="0" err="1"/>
              <a:t>verdiklerinizden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almanız</a:t>
            </a:r>
            <a:r>
              <a:rPr lang="en-US" dirty="0"/>
              <a:t> size </a:t>
            </a:r>
            <a:r>
              <a:rPr lang="en-US" dirty="0" err="1"/>
              <a:t>helâl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.</a:t>
            </a:r>
          </a:p>
          <a:p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eşlerin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koyduğu</a:t>
            </a:r>
            <a:r>
              <a:rPr lang="en-US" dirty="0"/>
              <a:t> </a:t>
            </a:r>
            <a:r>
              <a:rPr lang="en-US" dirty="0" err="1"/>
              <a:t>sınırları</a:t>
            </a:r>
            <a:r>
              <a:rPr lang="en-US" dirty="0"/>
              <a:t> </a:t>
            </a:r>
            <a:r>
              <a:rPr lang="en-US" dirty="0" err="1"/>
              <a:t>koruyamayacaklarından</a:t>
            </a:r>
            <a:r>
              <a:rPr lang="en-US" dirty="0"/>
              <a:t> </a:t>
            </a:r>
            <a:r>
              <a:rPr lang="en-US" dirty="0" err="1"/>
              <a:t>korkmaları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 </a:t>
            </a:r>
            <a:r>
              <a:rPr lang="en-US" dirty="0" err="1"/>
              <a:t>müstesna.Eğer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sınırların</a:t>
            </a:r>
            <a:r>
              <a:rPr lang="en-US" dirty="0"/>
              <a:t> </a:t>
            </a:r>
            <a:r>
              <a:rPr lang="en-US" dirty="0" err="1"/>
              <a:t>çiğneneceğinden</a:t>
            </a:r>
            <a:r>
              <a:rPr lang="en-US" dirty="0"/>
              <a:t> </a:t>
            </a:r>
            <a:r>
              <a:rPr lang="en-US" dirty="0" err="1"/>
              <a:t>korkuyorsanız,kadının</a:t>
            </a:r>
            <a:r>
              <a:rPr lang="en-US" dirty="0"/>
              <a:t> </a:t>
            </a:r>
            <a:r>
              <a:rPr lang="en-US" dirty="0" err="1"/>
              <a:t>fidye</a:t>
            </a:r>
            <a:r>
              <a:rPr lang="en-US" dirty="0"/>
              <a:t> </a:t>
            </a:r>
            <a:r>
              <a:rPr lang="en-US" dirty="0" err="1"/>
              <a:t>vererek</a:t>
            </a:r>
            <a:r>
              <a:rPr lang="en-US" dirty="0"/>
              <a:t> </a:t>
            </a:r>
            <a:r>
              <a:rPr lang="en-US" dirty="0" err="1"/>
              <a:t>boşanmasında</a:t>
            </a:r>
            <a:r>
              <a:rPr lang="en-US" dirty="0"/>
              <a:t> </a:t>
            </a:r>
            <a:r>
              <a:rPr lang="en-US" dirty="0" err="1"/>
              <a:t>sakınca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</a:t>
            </a:r>
          </a:p>
          <a:p>
            <a:r>
              <a:rPr lang="en-US" dirty="0" err="1"/>
              <a:t>Bunlar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koyduğu</a:t>
            </a:r>
            <a:r>
              <a:rPr lang="en-US" dirty="0"/>
              <a:t> </a:t>
            </a:r>
            <a:r>
              <a:rPr lang="en-US" dirty="0" err="1"/>
              <a:t>sınırlardır.Onları</a:t>
            </a:r>
            <a:r>
              <a:rPr lang="en-US" dirty="0"/>
              <a:t> </a:t>
            </a:r>
            <a:r>
              <a:rPr lang="en-US" dirty="0" err="1"/>
              <a:t>aşmayın.Kim</a:t>
            </a:r>
            <a:r>
              <a:rPr lang="en-US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aşarsa,işte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zalimlerdir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ayet,boşanmayı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çatışma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ayrılma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her </a:t>
            </a:r>
            <a:r>
              <a:rPr lang="en-US" dirty="0" err="1"/>
              <a:t>gidişten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dönersen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aşk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alışkanlık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Ve </a:t>
            </a:r>
            <a:r>
              <a:rPr lang="en-US" dirty="0" err="1"/>
              <a:t>aşk</a:t>
            </a:r>
            <a:r>
              <a:rPr lang="en-US" dirty="0"/>
              <a:t>, </a:t>
            </a:r>
            <a:r>
              <a:rPr lang="en-US" dirty="0" err="1"/>
              <a:t>alışkanlıkla</a:t>
            </a:r>
            <a:r>
              <a:rPr lang="en-US" dirty="0"/>
              <a:t> </a:t>
            </a:r>
            <a:r>
              <a:rPr lang="en-US" dirty="0" err="1"/>
              <a:t>karıştırılamaz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Boşanma</a:t>
            </a:r>
            <a:r>
              <a:rPr lang="en-US" b="1" dirty="0"/>
              <a:t> </a:t>
            </a:r>
            <a:r>
              <a:rPr lang="en-US" b="1" dirty="0" err="1"/>
              <a:t>iki</a:t>
            </a:r>
            <a:r>
              <a:rPr lang="en-US" b="1" dirty="0"/>
              <a:t> </a:t>
            </a:r>
            <a:r>
              <a:rPr lang="en-US" b="1" dirty="0" err="1"/>
              <a:t>defadır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sayı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sınırdır</a:t>
            </a:r>
            <a:r>
              <a:rPr lang="en-US" dirty="0"/>
              <a:t>. İlk </a:t>
            </a:r>
            <a:r>
              <a:rPr lang="en-US" dirty="0" err="1"/>
              <a:t>ayrılık</a:t>
            </a:r>
            <a:r>
              <a:rPr lang="en-US" dirty="0"/>
              <a:t> → </a:t>
            </a:r>
            <a:r>
              <a:rPr lang="en-US" dirty="0" err="1"/>
              <a:t>farkındalık</a:t>
            </a:r>
            <a:r>
              <a:rPr lang="en-US" dirty="0"/>
              <a:t> </a:t>
            </a:r>
          </a:p>
          <a:p>
            <a:r>
              <a:rPr lang="en-US" dirty="0" err="1"/>
              <a:t>İkinci</a:t>
            </a:r>
            <a:r>
              <a:rPr lang="en-US" dirty="0"/>
              <a:t> </a:t>
            </a:r>
            <a:r>
              <a:rPr lang="en-US" dirty="0" err="1"/>
              <a:t>ayrılık</a:t>
            </a:r>
            <a:r>
              <a:rPr lang="en-US" dirty="0"/>
              <a:t> →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deneme</a:t>
            </a:r>
            <a:r>
              <a:rPr lang="en-US" dirty="0"/>
              <a:t> </a:t>
            </a:r>
          </a:p>
          <a:p>
            <a:r>
              <a:rPr lang="en-US" dirty="0"/>
              <a:t>Ama </a:t>
            </a:r>
            <a:r>
              <a:rPr lang="en-US" dirty="0" err="1"/>
              <a:t>üçüncüsünde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döngüyü</a:t>
            </a:r>
            <a:r>
              <a:rPr lang="en-US" dirty="0"/>
              <a:t> </a:t>
            </a:r>
            <a:r>
              <a:rPr lang="en-US" dirty="0" err="1"/>
              <a:t>bitir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kısır</a:t>
            </a:r>
            <a:r>
              <a:rPr lang="en-US" dirty="0"/>
              <a:t> </a:t>
            </a:r>
            <a:r>
              <a:rPr lang="en-US" dirty="0" err="1"/>
              <a:t>döngüye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“Sonra </a:t>
            </a:r>
            <a:r>
              <a:rPr lang="en-US" b="1" dirty="0" err="1"/>
              <a:t>ya</a:t>
            </a:r>
            <a:r>
              <a:rPr lang="en-US" b="1" dirty="0"/>
              <a:t> </a:t>
            </a:r>
            <a:r>
              <a:rPr lang="en-US" b="1" dirty="0" err="1"/>
              <a:t>iyilikle</a:t>
            </a:r>
            <a:r>
              <a:rPr lang="en-US" b="1" dirty="0"/>
              <a:t> </a:t>
            </a:r>
            <a:r>
              <a:rPr lang="en-US" b="1" dirty="0" err="1"/>
              <a:t>tutmak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güzellikle</a:t>
            </a:r>
            <a:r>
              <a:rPr lang="en-US" b="1" dirty="0"/>
              <a:t> </a:t>
            </a:r>
            <a:r>
              <a:rPr lang="en-US" b="1" dirty="0" err="1"/>
              <a:t>salıvermek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: Ya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sürdürülür</a:t>
            </a:r>
            <a:r>
              <a:rPr lang="en-US" dirty="0"/>
              <a:t> Ya da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Ama ne </a:t>
            </a:r>
            <a:r>
              <a:rPr lang="en-US" dirty="0" err="1"/>
              <a:t>kinle</a:t>
            </a:r>
            <a:r>
              <a:rPr lang="en-US" dirty="0"/>
              <a:t>, ne de </a:t>
            </a:r>
            <a:r>
              <a:rPr lang="en-US" dirty="0" err="1"/>
              <a:t>intikamla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kalınır</a:t>
            </a:r>
            <a:r>
              <a:rPr lang="en-US" dirty="0"/>
              <a:t>. Bu, </a:t>
            </a:r>
            <a:r>
              <a:rPr lang="en-US" dirty="0" err="1"/>
              <a:t>aşkın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aykırıdır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Kadına</a:t>
            </a:r>
            <a:r>
              <a:rPr lang="en-US" b="1" dirty="0"/>
              <a:t> </a:t>
            </a:r>
            <a:r>
              <a:rPr lang="en-US" b="1" dirty="0" err="1"/>
              <a:t>verdiklerinizi</a:t>
            </a:r>
            <a:r>
              <a:rPr lang="en-US" b="1" dirty="0"/>
              <a:t> </a:t>
            </a:r>
            <a:r>
              <a:rPr lang="en-US" b="1" dirty="0" err="1"/>
              <a:t>geri</a:t>
            </a:r>
            <a:r>
              <a:rPr lang="en-US" b="1" dirty="0"/>
              <a:t> </a:t>
            </a:r>
            <a:r>
              <a:rPr lang="en-US" b="1" dirty="0" err="1"/>
              <a:t>almayın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: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verdiğini</a:t>
            </a:r>
            <a:r>
              <a:rPr lang="en-US" dirty="0"/>
              <a:t> </a:t>
            </a:r>
          </a:p>
          <a:p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çöküş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verdiysen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aldı</a:t>
            </a:r>
            <a:r>
              <a:rPr lang="en-US" dirty="0"/>
              <a:t>. Ve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seviyeni</a:t>
            </a:r>
            <a:r>
              <a:rPr lang="en-US" dirty="0"/>
              <a:t> </a:t>
            </a:r>
            <a:r>
              <a:rPr lang="en-US" dirty="0" err="1"/>
              <a:t>düşürür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73540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65EE7C5-9C4F-5C24-74FF-D22E99B1F831}"/>
              </a:ext>
            </a:extLst>
          </p:cNvPr>
          <p:cNvSpPr txBox="1"/>
          <p:nvPr/>
        </p:nvSpPr>
        <p:spPr>
          <a:xfrm>
            <a:off x="0" y="0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Eğer</a:t>
            </a:r>
            <a:r>
              <a:rPr lang="en-US" b="1" dirty="0"/>
              <a:t> </a:t>
            </a:r>
            <a:r>
              <a:rPr lang="en-US" b="1" dirty="0" err="1"/>
              <a:t>sınırlar</a:t>
            </a:r>
            <a:r>
              <a:rPr lang="en-US" b="1" dirty="0"/>
              <a:t> </a:t>
            </a:r>
            <a:r>
              <a:rPr lang="en-US" b="1" dirty="0" err="1"/>
              <a:t>korunamıyorsa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duygusal</a:t>
            </a:r>
            <a:r>
              <a:rPr lang="en-US" dirty="0"/>
              <a:t>, </a:t>
            </a:r>
            <a:r>
              <a:rPr lang="en-US" dirty="0" err="1"/>
              <a:t>fiziksel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sınırdan</a:t>
            </a:r>
            <a:r>
              <a:rPr lang="en-US" dirty="0"/>
              <a:t> </a:t>
            </a:r>
            <a:r>
              <a:rPr lang="en-US" dirty="0" err="1"/>
              <a:t>bahsedilir</a:t>
            </a:r>
            <a:r>
              <a:rPr lang="en-US" dirty="0"/>
              <a:t>: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kırgınlık</a:t>
            </a:r>
            <a:r>
              <a:rPr lang="en-US" dirty="0"/>
              <a:t> </a:t>
            </a:r>
          </a:p>
          <a:p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aşağı</a:t>
            </a:r>
            <a:r>
              <a:rPr lang="en-US" dirty="0"/>
              <a:t> </a:t>
            </a:r>
            <a:r>
              <a:rPr lang="en-US" dirty="0" err="1"/>
              <a:t>çekilme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yitirme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frekansınla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hizalanmıyorsa</a:t>
            </a:r>
            <a:r>
              <a:rPr lang="en-US" dirty="0"/>
              <a:t>… </a:t>
            </a:r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ayrıl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Fidye</a:t>
            </a:r>
            <a:r>
              <a:rPr lang="en-US" b="1" dirty="0"/>
              <a:t> </a:t>
            </a:r>
            <a:r>
              <a:rPr lang="en-US" b="1" dirty="0" err="1"/>
              <a:t>vererek</a:t>
            </a:r>
            <a:r>
              <a:rPr lang="en-US" b="1" dirty="0"/>
              <a:t> </a:t>
            </a:r>
            <a:r>
              <a:rPr lang="en-US" b="1" dirty="0" err="1"/>
              <a:t>boşanmakta</a:t>
            </a:r>
            <a:r>
              <a:rPr lang="en-US" b="1" dirty="0"/>
              <a:t> </a:t>
            </a:r>
            <a:r>
              <a:rPr lang="en-US" b="1" dirty="0" err="1"/>
              <a:t>sakınca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ilişkide</a:t>
            </a:r>
            <a:r>
              <a:rPr lang="en-US" dirty="0"/>
              <a:t> </a:t>
            </a:r>
            <a:r>
              <a:rPr lang="en-US" dirty="0" err="1"/>
              <a:t>kendisini</a:t>
            </a:r>
            <a:r>
              <a:rPr lang="en-US" dirty="0"/>
              <a:t> yok </a:t>
            </a:r>
            <a:r>
              <a:rPr lang="en-US" dirty="0" err="1"/>
              <a:t>olmuş</a:t>
            </a:r>
            <a:r>
              <a:rPr lang="en-US" dirty="0"/>
              <a:t> </a:t>
            </a:r>
            <a:r>
              <a:rPr lang="en-US" dirty="0" err="1"/>
              <a:t>hissediyorsa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ilişkiyi</a:t>
            </a:r>
            <a:r>
              <a:rPr lang="en-US" dirty="0"/>
              <a:t> </a:t>
            </a:r>
            <a:r>
              <a:rPr lang="en-US" dirty="0" err="1"/>
              <a:t>terk</a:t>
            </a:r>
            <a:r>
              <a:rPr lang="en-US" dirty="0"/>
              <a:t> </a:t>
            </a:r>
            <a:r>
              <a:rPr lang="en-US" dirty="0" err="1"/>
              <a:t>edebilir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özgürlük</a:t>
            </a:r>
            <a:r>
              <a:rPr lang="en-US" dirty="0"/>
              <a:t> </a:t>
            </a:r>
            <a:r>
              <a:rPr lang="en-US" dirty="0" err="1"/>
              <a:t>hakkını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ilişkilerdeki</a:t>
            </a:r>
            <a:r>
              <a:rPr lang="en-US" dirty="0"/>
              <a:t> </a:t>
            </a:r>
            <a:r>
              <a:rPr lang="en-US" dirty="0" err="1"/>
              <a:t>döngülerin</a:t>
            </a:r>
            <a:r>
              <a:rPr lang="en-US" dirty="0"/>
              <a:t> </a:t>
            </a:r>
            <a:r>
              <a:rPr lang="en-US" dirty="0" err="1"/>
              <a:t>enerjisine</a:t>
            </a:r>
            <a:r>
              <a:rPr lang="en-US" dirty="0"/>
              <a:t> </a:t>
            </a:r>
            <a:r>
              <a:rPr lang="en-US" dirty="0" err="1"/>
              <a:t>farkındalıkla</a:t>
            </a:r>
            <a:r>
              <a:rPr lang="en-US" dirty="0"/>
              <a:t> </a:t>
            </a:r>
            <a:r>
              <a:rPr lang="en-US" dirty="0" err="1"/>
              <a:t>bakmaya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deneme</a:t>
            </a:r>
            <a:r>
              <a:rPr lang="en-US" dirty="0"/>
              <a:t> </a:t>
            </a:r>
            <a:r>
              <a:rPr lang="en-US" dirty="0" err="1"/>
              <a:t>hakkı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… </a:t>
            </a:r>
            <a:r>
              <a:rPr lang="en-US" dirty="0" err="1"/>
              <a:t>üçüncüde</a:t>
            </a:r>
            <a:r>
              <a:rPr lang="en-US" dirty="0"/>
              <a:t> der ki: “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.” Ya </a:t>
            </a:r>
            <a:r>
              <a:rPr lang="en-US" dirty="0" err="1"/>
              <a:t>sevgiyle</a:t>
            </a:r>
            <a:r>
              <a:rPr lang="en-US" dirty="0"/>
              <a:t> kal,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zarafetle</a:t>
            </a:r>
            <a:r>
              <a:rPr lang="en-US" dirty="0"/>
              <a:t> git. </a:t>
            </a:r>
            <a:r>
              <a:rPr lang="en-US" dirty="0" err="1"/>
              <a:t>Verdiklerini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isteme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alınmaz</a:t>
            </a:r>
            <a:r>
              <a:rPr lang="en-US" dirty="0"/>
              <a:t>. </a:t>
            </a:r>
            <a:r>
              <a:rPr lang="en-US" dirty="0" err="1"/>
              <a:t>Kadın</a:t>
            </a:r>
            <a:r>
              <a:rPr lang="en-US" dirty="0"/>
              <a:t> da,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koruyamıyorsa</a:t>
            </a:r>
            <a:r>
              <a:rPr lang="en-US" dirty="0"/>
              <a:t>,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kurtarabilir</a:t>
            </a:r>
            <a:r>
              <a:rPr lang="en-US" dirty="0"/>
              <a:t>. 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suç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bilinçtir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bağlar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döndürmek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kurulur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görevini</a:t>
            </a:r>
            <a:r>
              <a:rPr lang="en-US" dirty="0"/>
              <a:t> </a:t>
            </a:r>
            <a:r>
              <a:rPr lang="en-US" dirty="0" err="1"/>
              <a:t>tamamladığında</a:t>
            </a:r>
            <a:r>
              <a:rPr lang="en-US" dirty="0"/>
              <a:t>… </a:t>
            </a:r>
            <a:r>
              <a:rPr lang="en-US" dirty="0" err="1"/>
              <a:t>bırakmayı</a:t>
            </a:r>
            <a:r>
              <a:rPr lang="en-US" dirty="0"/>
              <a:t> da </a:t>
            </a:r>
            <a:r>
              <a:rPr lang="en-US" dirty="0" err="1"/>
              <a:t>sevgiden</a:t>
            </a:r>
            <a:r>
              <a:rPr lang="en-US" dirty="0"/>
              <a:t> say.”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230. </a:t>
            </a:r>
            <a:r>
              <a:rPr lang="en-US" dirty="0" err="1"/>
              <a:t>ayete.Bu</a:t>
            </a:r>
            <a:r>
              <a:rPr lang="en-US" dirty="0"/>
              <a:t> </a:t>
            </a:r>
            <a:r>
              <a:rPr lang="en-US" dirty="0" err="1"/>
              <a:t>ayet,tekrar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ayrılıp</a:t>
            </a:r>
            <a:r>
              <a:rPr lang="en-US" dirty="0"/>
              <a:t> </a:t>
            </a:r>
            <a:r>
              <a:rPr lang="en-US" dirty="0" err="1"/>
              <a:t>barışmanın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bağımlılık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dönüştüğündesistem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durdurulduğunu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Aynı</a:t>
            </a:r>
            <a:r>
              <a:rPr lang="en-US" dirty="0"/>
              <a:t> yere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dönersen</a:t>
            </a:r>
            <a:r>
              <a:rPr lang="en-US" dirty="0"/>
              <a:t>…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acıyı</a:t>
            </a:r>
            <a:r>
              <a:rPr lang="en-US" dirty="0"/>
              <a:t> </a:t>
            </a:r>
            <a:r>
              <a:rPr lang="en-US" dirty="0" err="1"/>
              <a:t>yaşarsın</a:t>
            </a:r>
            <a:r>
              <a:rPr lang="en-US" dirty="0"/>
              <a:t>. Ve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döngüden</a:t>
            </a:r>
            <a:r>
              <a:rPr lang="en-US" dirty="0"/>
              <a:t> </a:t>
            </a:r>
            <a:r>
              <a:rPr lang="en-US" dirty="0" err="1"/>
              <a:t>uyandırırım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230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Geri </a:t>
            </a:r>
            <a:r>
              <a:rPr lang="en-US" dirty="0" err="1"/>
              <a:t>Dönemezsin</a:t>
            </a:r>
            <a:r>
              <a:rPr lang="en-US" dirty="0"/>
              <a:t> Eski </a:t>
            </a:r>
            <a:r>
              <a:rPr lang="en-US" dirty="0" err="1"/>
              <a:t>Sevgi</a:t>
            </a:r>
            <a:r>
              <a:rPr lang="en-US" dirty="0"/>
              <a:t>, Yeni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Edemez”Sevgi</a:t>
            </a:r>
            <a:r>
              <a:rPr lang="en-US" dirty="0"/>
              <a:t>, </a:t>
            </a:r>
            <a:r>
              <a:rPr lang="en-US" dirty="0" err="1"/>
              <a:t>Döngüye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Evrime</a:t>
            </a:r>
            <a:r>
              <a:rPr lang="en-US" dirty="0"/>
              <a:t> </a:t>
            </a:r>
            <a:r>
              <a:rPr lang="en-US" dirty="0" err="1"/>
              <a:t>Tabiidir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230.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erkek</a:t>
            </a:r>
            <a:r>
              <a:rPr lang="en-US" dirty="0"/>
              <a:t>, </a:t>
            </a:r>
            <a:r>
              <a:rPr lang="en-US" dirty="0" err="1"/>
              <a:t>kadını</a:t>
            </a:r>
            <a:r>
              <a:rPr lang="en-US" dirty="0"/>
              <a:t> (</a:t>
            </a:r>
            <a:r>
              <a:rPr lang="en-US" dirty="0" err="1"/>
              <a:t>üçüncü</a:t>
            </a:r>
            <a:r>
              <a:rPr lang="en-US" dirty="0"/>
              <a:t> </a:t>
            </a:r>
            <a:r>
              <a:rPr lang="en-US" dirty="0" err="1"/>
              <a:t>defa</a:t>
            </a:r>
            <a:r>
              <a:rPr lang="en-US" dirty="0"/>
              <a:t>) </a:t>
            </a:r>
            <a:r>
              <a:rPr lang="en-US" dirty="0" err="1"/>
              <a:t>boşarsa,artık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erkekle</a:t>
            </a:r>
            <a:r>
              <a:rPr lang="en-US" dirty="0"/>
              <a:t> </a:t>
            </a:r>
            <a:r>
              <a:rPr lang="en-US" dirty="0" err="1"/>
              <a:t>evlenmedikçe</a:t>
            </a:r>
            <a:r>
              <a:rPr lang="tr-TR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helâl</a:t>
            </a:r>
            <a:r>
              <a:rPr lang="en-US" dirty="0"/>
              <a:t> </a:t>
            </a:r>
            <a:r>
              <a:rPr lang="en-US" dirty="0" err="1"/>
              <a:t>olmaz.Eğer</a:t>
            </a:r>
            <a:r>
              <a:rPr lang="en-US" dirty="0"/>
              <a:t> o da </a:t>
            </a:r>
            <a:r>
              <a:rPr lang="en-US" dirty="0" err="1"/>
              <a:t>boşarsa,kadınla</a:t>
            </a:r>
            <a:r>
              <a:rPr lang="en-US" dirty="0"/>
              <a:t> ilk </a:t>
            </a:r>
            <a:r>
              <a:rPr lang="en-US" dirty="0" err="1"/>
              <a:t>eşi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evlenebilirler.Bu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koyduğu</a:t>
            </a:r>
            <a:r>
              <a:rPr lang="en-US" dirty="0"/>
              <a:t> </a:t>
            </a:r>
            <a:r>
              <a:rPr lang="en-US" dirty="0" err="1"/>
              <a:t>sınırlardır;onları</a:t>
            </a:r>
            <a:r>
              <a:rPr lang="en-US" dirty="0"/>
              <a:t> </a:t>
            </a:r>
            <a:r>
              <a:rPr lang="en-US" dirty="0" err="1"/>
              <a:t>bilen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topluma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ayet,ilişkilerin</a:t>
            </a:r>
            <a:r>
              <a:rPr lang="en-US" dirty="0"/>
              <a:t>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yinelenen</a:t>
            </a:r>
            <a:r>
              <a:rPr lang="en-US" dirty="0"/>
              <a:t> </a:t>
            </a:r>
            <a:r>
              <a:rPr lang="en-US" dirty="0" err="1"/>
              <a:t>döngülere</a:t>
            </a:r>
            <a:r>
              <a:rPr lang="en-US" dirty="0"/>
              <a:t> </a:t>
            </a:r>
            <a:r>
              <a:rPr lang="en-US" dirty="0" err="1"/>
              <a:t>dönmemesi</a:t>
            </a:r>
            <a:r>
              <a:rPr lang="en-US" dirty="0"/>
              <a:t> </a:t>
            </a:r>
            <a:r>
              <a:rPr lang="en-US" dirty="0" err="1"/>
              <a:t>için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koyduğu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bariyerini</a:t>
            </a:r>
            <a:r>
              <a:rPr lang="en-US" dirty="0"/>
              <a:t> </a:t>
            </a:r>
            <a:r>
              <a:rPr lang="en-US" dirty="0" err="1"/>
              <a:t>açıklıyor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16704229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E953AFA-034B-3FBE-6F2A-56A131F2D3A0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Üçüncü</a:t>
            </a:r>
            <a:r>
              <a:rPr lang="en-US" b="1" dirty="0"/>
              <a:t> </a:t>
            </a:r>
            <a:r>
              <a:rPr lang="en-US" b="1" dirty="0" err="1"/>
              <a:t>kez</a:t>
            </a:r>
            <a:r>
              <a:rPr lang="en-US" b="1" dirty="0"/>
              <a:t> </a:t>
            </a:r>
            <a:r>
              <a:rPr lang="en-US" b="1" dirty="0" err="1"/>
              <a:t>boşarsa</a:t>
            </a:r>
            <a:r>
              <a:rPr lang="en-US" b="1" dirty="0"/>
              <a:t>, </a:t>
            </a:r>
            <a:r>
              <a:rPr lang="en-US" b="1" dirty="0" err="1"/>
              <a:t>artık</a:t>
            </a:r>
            <a:r>
              <a:rPr lang="en-US" b="1" dirty="0"/>
              <a:t> </a:t>
            </a:r>
            <a:r>
              <a:rPr lang="en-US" b="1" dirty="0" err="1"/>
              <a:t>helâl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net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</a:t>
            </a:r>
            <a:r>
              <a:rPr lang="en-US" dirty="0"/>
              <a:t> </a:t>
            </a:r>
            <a:r>
              <a:rPr lang="en-US" dirty="0" err="1"/>
              <a:t>çizer</a:t>
            </a:r>
            <a:r>
              <a:rPr lang="en-US" dirty="0"/>
              <a:t>: </a:t>
            </a: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deneme</a:t>
            </a:r>
            <a:r>
              <a:rPr lang="en-US" dirty="0"/>
              <a:t> → </a:t>
            </a:r>
            <a:r>
              <a:rPr lang="en-US" dirty="0" err="1"/>
              <a:t>şifa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fırsat</a:t>
            </a:r>
            <a:r>
              <a:rPr lang="en-US" dirty="0"/>
              <a:t> </a:t>
            </a:r>
          </a:p>
          <a:p>
            <a:r>
              <a:rPr lang="en-US" dirty="0" err="1"/>
              <a:t>Üçüncü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→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,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tortusunu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Ve o </a:t>
            </a:r>
            <a:r>
              <a:rPr lang="en-US" dirty="0" err="1"/>
              <a:t>tortu</a:t>
            </a:r>
            <a:r>
              <a:rPr lang="en-US" dirty="0"/>
              <a:t> </a:t>
            </a:r>
            <a:r>
              <a:rPr lang="en-US" dirty="0" err="1"/>
              <a:t>sevginin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</a:t>
            </a:r>
            <a:r>
              <a:rPr lang="en-US" b="1" dirty="0"/>
              <a:t> </a:t>
            </a:r>
            <a:r>
              <a:rPr lang="en-US" b="1" dirty="0" err="1"/>
              <a:t>başka</a:t>
            </a:r>
            <a:r>
              <a:rPr lang="en-US" b="1" dirty="0"/>
              <a:t> </a:t>
            </a:r>
            <a:r>
              <a:rPr lang="en-US" b="1" dirty="0" err="1"/>
              <a:t>biriyle</a:t>
            </a:r>
            <a:r>
              <a:rPr lang="en-US" b="1" dirty="0"/>
              <a:t> </a:t>
            </a:r>
            <a:r>
              <a:rPr lang="en-US" b="1" dirty="0" err="1"/>
              <a:t>evlenmedikçe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metafordur</a:t>
            </a:r>
            <a:r>
              <a:rPr lang="en-US" dirty="0"/>
              <a:t>: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biriyle</a:t>
            </a:r>
            <a:r>
              <a:rPr lang="en-US" dirty="0"/>
              <a:t> </a:t>
            </a:r>
            <a:r>
              <a:rPr lang="en-US" dirty="0" err="1"/>
              <a:t>evlenmek</a:t>
            </a:r>
            <a:r>
              <a:rPr lang="en-US" dirty="0"/>
              <a:t> =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bulmak</a:t>
            </a:r>
            <a:r>
              <a:rPr lang="en-US" dirty="0"/>
              <a:t>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kişiyle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birleşmek</a:t>
            </a:r>
            <a:r>
              <a:rPr lang="en-US" dirty="0"/>
              <a:t> </a:t>
            </a:r>
            <a:r>
              <a:rPr lang="en-US" dirty="0" err="1"/>
              <a:t>istiyorsan</a:t>
            </a:r>
            <a:r>
              <a:rPr lang="en-US" dirty="0"/>
              <a:t>…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bambaşka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doğmuş</a:t>
            </a:r>
            <a:r>
              <a:rPr lang="en-US" dirty="0"/>
              <a:t> </a:t>
            </a:r>
            <a:r>
              <a:rPr lang="en-US" dirty="0" err="1"/>
              <a:t>olmalısın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hikâyeye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dönülmez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“O da </a:t>
            </a:r>
            <a:r>
              <a:rPr lang="en-US" b="1" dirty="0" err="1"/>
              <a:t>boşanırsa</a:t>
            </a:r>
            <a:r>
              <a:rPr lang="en-US" b="1" dirty="0"/>
              <a:t>, </a:t>
            </a:r>
            <a:r>
              <a:rPr lang="en-US" b="1" dirty="0" err="1"/>
              <a:t>tekrar</a:t>
            </a:r>
            <a:r>
              <a:rPr lang="en-US" b="1" dirty="0"/>
              <a:t> </a:t>
            </a:r>
            <a:r>
              <a:rPr lang="en-US" b="1" dirty="0" err="1"/>
              <a:t>evlenebilirler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Yani</a:t>
            </a:r>
            <a:r>
              <a:rPr lang="en-US" dirty="0"/>
              <a:t> Her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taraf</a:t>
            </a:r>
            <a:r>
              <a:rPr lang="en-US" dirty="0"/>
              <a:t> da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bilinçten</a:t>
            </a:r>
            <a:r>
              <a:rPr lang="en-US" dirty="0"/>
              <a:t> </a:t>
            </a:r>
            <a:r>
              <a:rPr lang="en-US" dirty="0" err="1"/>
              <a:t>geçmişse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buluşuyorsa</a:t>
            </a:r>
            <a:r>
              <a:rPr lang="en-US" dirty="0"/>
              <a:t> O zaman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Tamam</a:t>
            </a:r>
            <a:r>
              <a:rPr lang="en-US" dirty="0"/>
              <a:t>. Bu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bu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yazılan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hikâyedir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bunu</a:t>
            </a:r>
            <a:r>
              <a:rPr lang="en-US" b="1" dirty="0"/>
              <a:t> </a:t>
            </a:r>
            <a:r>
              <a:rPr lang="en-US" b="1" dirty="0" err="1"/>
              <a:t>bilen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topluma</a:t>
            </a:r>
            <a:r>
              <a:rPr lang="en-US" b="1" dirty="0"/>
              <a:t> </a:t>
            </a:r>
            <a:r>
              <a:rPr lang="en-US" b="1" dirty="0" err="1"/>
              <a:t>açıklar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sembolik</a:t>
            </a:r>
            <a:r>
              <a:rPr lang="en-US" dirty="0"/>
              <a:t> </a:t>
            </a:r>
            <a:r>
              <a:rPr lang="en-US" dirty="0" err="1"/>
              <a:t>düzey</a:t>
            </a:r>
            <a:r>
              <a:rPr lang="en-US" dirty="0"/>
              <a:t>, </a:t>
            </a:r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anlayabileceği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br>
              <a:rPr lang="en-US" dirty="0"/>
            </a:b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hissedenlerin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bilgeliğiyle</a:t>
            </a:r>
            <a:r>
              <a:rPr lang="en-US" dirty="0"/>
              <a:t> </a:t>
            </a:r>
            <a:r>
              <a:rPr lang="en-US" dirty="0" err="1"/>
              <a:t>çözülecek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sırdır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tekrarın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dönüşümün</a:t>
            </a:r>
            <a:r>
              <a:rPr lang="en-US" dirty="0"/>
              <a:t> </a:t>
            </a:r>
            <a:r>
              <a:rPr lang="en-US" dirty="0" err="1"/>
              <a:t>enerjisine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İki</a:t>
            </a:r>
            <a:r>
              <a:rPr lang="en-US" dirty="0"/>
              <a:t> </a:t>
            </a:r>
            <a:r>
              <a:rPr lang="en-US" dirty="0" err="1"/>
              <a:t>şans</a:t>
            </a:r>
            <a:r>
              <a:rPr lang="en-US" dirty="0"/>
              <a:t>, </a:t>
            </a:r>
            <a:r>
              <a:rPr lang="en-US" dirty="0" err="1"/>
              <a:t>şifa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 </a:t>
            </a:r>
            <a:r>
              <a:rPr lang="en-US" dirty="0" err="1"/>
              <a:t>Üçüncüde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“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kapandı</a:t>
            </a:r>
            <a:r>
              <a:rPr lang="en-US" dirty="0"/>
              <a:t>” der. </a:t>
            </a:r>
          </a:p>
          <a:p>
            <a:r>
              <a:rPr lang="en-US" dirty="0"/>
              <a:t>Geri </a:t>
            </a:r>
            <a:r>
              <a:rPr lang="en-US" dirty="0" err="1"/>
              <a:t>dönmek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geçmen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</a:p>
          <a:p>
            <a:r>
              <a:rPr lang="en-US" dirty="0"/>
              <a:t>Eski </a:t>
            </a:r>
            <a:r>
              <a:rPr lang="en-US" dirty="0" err="1"/>
              <a:t>kişiye</a:t>
            </a:r>
            <a:r>
              <a:rPr lang="en-US" dirty="0"/>
              <a:t> </a:t>
            </a:r>
            <a:r>
              <a:rPr lang="en-US" dirty="0" err="1"/>
              <a:t>dönülmez</a:t>
            </a:r>
            <a:r>
              <a:rPr lang="en-US" dirty="0"/>
              <a:t>  </a:t>
            </a:r>
            <a:r>
              <a:rPr lang="en-US" dirty="0" err="1"/>
              <a:t>ancak</a:t>
            </a:r>
            <a:r>
              <a:rPr lang="en-US" dirty="0"/>
              <a:t> yeni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yeni o </a:t>
            </a:r>
            <a:r>
              <a:rPr lang="en-US" dirty="0" err="1"/>
              <a:t>varsa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kurulabilir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kapıyı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çalma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kapatır</a:t>
            </a:r>
            <a:r>
              <a:rPr lang="en-US" dirty="0"/>
              <a:t>. Ve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evrimleşmeye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ayet,ilişkide</a:t>
            </a:r>
            <a:r>
              <a:rPr lang="en-US" dirty="0"/>
              <a:t> </a:t>
            </a:r>
            <a:r>
              <a:rPr lang="en-US" dirty="0" err="1"/>
              <a:t>kalmanın</a:t>
            </a:r>
            <a:r>
              <a:rPr lang="en-US" dirty="0"/>
              <a:t> da, </a:t>
            </a:r>
            <a:r>
              <a:rPr lang="en-US" dirty="0" err="1"/>
              <a:t>ayrılmanın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meselesi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öğretir.Sistem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şuna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:“Ya </a:t>
            </a:r>
            <a:r>
              <a:rPr lang="en-US" dirty="0" err="1"/>
              <a:t>sevgiden</a:t>
            </a:r>
            <a:r>
              <a:rPr lang="en-US" dirty="0"/>
              <a:t> tut,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zarafetten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… Ama ne </a:t>
            </a:r>
            <a:r>
              <a:rPr lang="en-US" dirty="0" err="1"/>
              <a:t>tutarken</a:t>
            </a:r>
            <a:r>
              <a:rPr lang="en-US" dirty="0"/>
              <a:t> </a:t>
            </a:r>
            <a:r>
              <a:rPr lang="en-US" dirty="0" err="1"/>
              <a:t>kır</a:t>
            </a:r>
            <a:r>
              <a:rPr lang="en-US" dirty="0"/>
              <a:t>, ne de </a:t>
            </a:r>
            <a:r>
              <a:rPr lang="en-US" dirty="0" err="1"/>
              <a:t>bırakırken</a:t>
            </a:r>
            <a:r>
              <a:rPr lang="en-US" dirty="0"/>
              <a:t> </a:t>
            </a:r>
            <a:r>
              <a:rPr lang="en-US" dirty="0" err="1"/>
              <a:t>acıt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aşk</a:t>
            </a:r>
            <a:r>
              <a:rPr lang="en-US" dirty="0"/>
              <a:t>, </a:t>
            </a:r>
            <a:r>
              <a:rPr lang="en-US" dirty="0" err="1"/>
              <a:t>şiddetle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şefkatle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231</a:t>
            </a:r>
            <a:br>
              <a:rPr lang="en-US" dirty="0"/>
            </a:b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Tutuyorsan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Tut, </a:t>
            </a:r>
            <a:r>
              <a:rPr lang="en-US" dirty="0" err="1"/>
              <a:t>Bırakıyorsan</a:t>
            </a:r>
            <a:r>
              <a:rPr lang="en-US" dirty="0"/>
              <a:t> </a:t>
            </a:r>
            <a:r>
              <a:rPr lang="en-US" dirty="0" err="1"/>
              <a:t>Güzellikle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Dokunurken</a:t>
            </a:r>
            <a:r>
              <a:rPr lang="en-US" dirty="0"/>
              <a:t> De, </a:t>
            </a:r>
            <a:r>
              <a:rPr lang="en-US" dirty="0" err="1"/>
              <a:t>Uzaklaşırken</a:t>
            </a:r>
            <a:r>
              <a:rPr lang="en-US" dirty="0"/>
              <a:t> De </a:t>
            </a:r>
            <a:r>
              <a:rPr lang="en-US" dirty="0" err="1"/>
              <a:t>Frekansını</a:t>
            </a:r>
            <a:r>
              <a:rPr lang="en-US" dirty="0"/>
              <a:t> Koru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14796560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D520DD4-3CEF-9C01-C583-B4E52BC51DE5}"/>
              </a:ext>
            </a:extLst>
          </p:cNvPr>
          <p:cNvSpPr txBox="1"/>
          <p:nvPr/>
        </p:nvSpPr>
        <p:spPr>
          <a:xfrm>
            <a:off x="0" y="0"/>
            <a:ext cx="6783572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231.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Kadınları</a:t>
            </a:r>
            <a:r>
              <a:rPr lang="en-US" dirty="0"/>
              <a:t> </a:t>
            </a:r>
            <a:r>
              <a:rPr lang="en-US" dirty="0" err="1"/>
              <a:t>boşadığınızda</a:t>
            </a:r>
            <a:r>
              <a:rPr lang="en-US" dirty="0"/>
              <a:t>,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süresinin</a:t>
            </a:r>
            <a:r>
              <a:rPr lang="en-US" dirty="0"/>
              <a:t> </a:t>
            </a:r>
            <a:r>
              <a:rPr lang="en-US" dirty="0" err="1"/>
              <a:t>sonuna</a:t>
            </a:r>
            <a:r>
              <a:rPr lang="en-US" dirty="0"/>
              <a:t> </a:t>
            </a:r>
            <a:r>
              <a:rPr lang="en-US" dirty="0" err="1"/>
              <a:t>gelirlerse,ya</a:t>
            </a:r>
            <a:r>
              <a:rPr lang="en-US" dirty="0"/>
              <a:t> </a:t>
            </a:r>
            <a:r>
              <a:rPr lang="en-US" dirty="0" err="1"/>
              <a:t>güzellikle</a:t>
            </a:r>
            <a:r>
              <a:rPr lang="en-US" dirty="0"/>
              <a:t> </a:t>
            </a:r>
            <a:r>
              <a:rPr lang="en-US" dirty="0" err="1"/>
              <a:t>tutun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güzellikle</a:t>
            </a:r>
            <a:r>
              <a:rPr lang="en-US" dirty="0"/>
              <a:t> </a:t>
            </a:r>
            <a:r>
              <a:rPr lang="en-US" dirty="0" err="1"/>
              <a:t>bırakın.Zarar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tutmayın.Böyle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, </a:t>
            </a:r>
            <a:r>
              <a:rPr lang="en-US" dirty="0" err="1"/>
              <a:t>sınırları</a:t>
            </a:r>
            <a:r>
              <a:rPr lang="en-US" dirty="0"/>
              <a:t> </a:t>
            </a:r>
            <a:r>
              <a:rPr lang="en-US" dirty="0" err="1"/>
              <a:t>aşmaktır.Kim</a:t>
            </a:r>
            <a:r>
              <a:rPr lang="en-US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aşarsa</a:t>
            </a:r>
            <a:r>
              <a:rPr lang="en-US" dirty="0"/>
              <a:t>,</a:t>
            </a:r>
          </a:p>
          <a:p>
            <a:r>
              <a:rPr lang="en-US" dirty="0"/>
              <a:t>o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zulmetmiş</a:t>
            </a:r>
            <a:r>
              <a:rPr lang="en-US" dirty="0"/>
              <a:t> </a:t>
            </a:r>
            <a:r>
              <a:rPr lang="en-US" dirty="0" err="1"/>
              <a:t>olur.Allah’ın</a:t>
            </a:r>
            <a:r>
              <a:rPr lang="en-US" dirty="0"/>
              <a:t> </a:t>
            </a:r>
            <a:r>
              <a:rPr lang="en-US" dirty="0" err="1"/>
              <a:t>ayetlerini</a:t>
            </a:r>
            <a:r>
              <a:rPr lang="en-US" dirty="0"/>
              <a:t> </a:t>
            </a:r>
            <a:r>
              <a:rPr lang="en-US" dirty="0" err="1"/>
              <a:t>alay</a:t>
            </a:r>
            <a:r>
              <a:rPr lang="en-US" dirty="0"/>
              <a:t> </a:t>
            </a:r>
            <a:r>
              <a:rPr lang="en-US" dirty="0" err="1"/>
              <a:t>konusu</a:t>
            </a:r>
            <a:r>
              <a:rPr lang="en-US" dirty="0"/>
              <a:t> </a:t>
            </a:r>
            <a:r>
              <a:rPr lang="en-US" dirty="0" err="1"/>
              <a:t>etmeyin</a:t>
            </a:r>
            <a:r>
              <a:rPr lang="en-US" dirty="0"/>
              <a:t>.</a:t>
            </a:r>
          </a:p>
          <a:p>
            <a:r>
              <a:rPr lang="en-US" dirty="0"/>
              <a:t>Size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nimetini,sizi</a:t>
            </a:r>
            <a:r>
              <a:rPr lang="en-US" dirty="0"/>
              <a:t> </a:t>
            </a:r>
            <a:r>
              <a:rPr lang="en-US" dirty="0" err="1"/>
              <a:t>öğütle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yönlendiren</a:t>
            </a:r>
            <a:r>
              <a:rPr lang="en-US" dirty="0"/>
              <a:t> </a:t>
            </a:r>
            <a:r>
              <a:rPr lang="en-US" dirty="0" err="1"/>
              <a:t>Kitabı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hatırlayın.Allah’tan</a:t>
            </a:r>
            <a:r>
              <a:rPr lang="en-US" dirty="0"/>
              <a:t> </a:t>
            </a:r>
            <a:r>
              <a:rPr lang="en-US" dirty="0" err="1"/>
              <a:t>korkun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</a:t>
            </a:r>
            <a:r>
              <a:rPr lang="en-US" dirty="0"/>
              <a:t> </a:t>
            </a:r>
            <a:r>
              <a:rPr lang="en-US" dirty="0" err="1"/>
              <a:t>kiAllah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bilmektedir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ayet,ilişkiyi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mülkiyet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emanet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algılamanı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</a:t>
            </a:r>
          </a:p>
          <a:p>
            <a:r>
              <a:rPr lang="en-US" dirty="0"/>
              <a:t>Ve der ki:</a:t>
            </a:r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kalbinde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kalmadıysa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tutma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, </a:t>
            </a:r>
            <a:r>
              <a:rPr lang="en-US" dirty="0" err="1"/>
              <a:t>acı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Bekleme</a:t>
            </a:r>
            <a:r>
              <a:rPr lang="en-US" b="1" dirty="0"/>
              <a:t> </a:t>
            </a:r>
            <a:r>
              <a:rPr lang="en-US" b="1" dirty="0" err="1"/>
              <a:t>süresinin</a:t>
            </a:r>
            <a:r>
              <a:rPr lang="en-US" b="1" dirty="0"/>
              <a:t> </a:t>
            </a:r>
            <a:r>
              <a:rPr lang="en-US" b="1" dirty="0" err="1"/>
              <a:t>sonuna</a:t>
            </a:r>
            <a:r>
              <a:rPr lang="en-US" b="1" dirty="0"/>
              <a:t> </a:t>
            </a:r>
            <a:r>
              <a:rPr lang="en-US" b="1" dirty="0" err="1"/>
              <a:t>gelirlerse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bekleyiş</a:t>
            </a:r>
            <a:r>
              <a:rPr lang="en-US" dirty="0"/>
              <a:t>, </a:t>
            </a:r>
            <a:r>
              <a:rPr lang="en-US" dirty="0" err="1"/>
              <a:t>rahmin</a:t>
            </a:r>
            <a:r>
              <a:rPr lang="en-US" dirty="0"/>
              <a:t>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süreciydi</a:t>
            </a:r>
            <a:r>
              <a:rPr lang="en-US" dirty="0"/>
              <a:t> 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öğrendiğimiz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döngü</a:t>
            </a:r>
            <a:r>
              <a:rPr lang="en-US" dirty="0"/>
              <a:t>: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temizlenişi</a:t>
            </a:r>
            <a:r>
              <a:rPr lang="en-US" dirty="0"/>
              <a:t>. Bu </a:t>
            </a:r>
            <a:r>
              <a:rPr lang="en-US" dirty="0" err="1"/>
              <a:t>sürenin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sorar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onunlayken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akıyor</a:t>
            </a:r>
            <a:r>
              <a:rPr lang="en-US" dirty="0"/>
              <a:t> mu?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alışkanlık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kaldı</a:t>
            </a:r>
            <a:r>
              <a:rPr lang="en-US" dirty="0"/>
              <a:t>?”</a:t>
            </a:r>
            <a:endParaRPr lang="tr-TR" dirty="0"/>
          </a:p>
          <a:p>
            <a:r>
              <a:rPr lang="en-US" dirty="0"/>
              <a:t> </a:t>
            </a: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Güzellikle</a:t>
            </a:r>
            <a:r>
              <a:rPr lang="en-US" b="1" dirty="0"/>
              <a:t> </a:t>
            </a:r>
            <a:r>
              <a:rPr lang="en-US" b="1" dirty="0" err="1"/>
              <a:t>tutun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güzellikle</a:t>
            </a:r>
            <a:r>
              <a:rPr lang="en-US" b="1" dirty="0"/>
              <a:t> </a:t>
            </a:r>
            <a:r>
              <a:rPr lang="en-US" b="1" dirty="0" err="1"/>
              <a:t>bırakın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güzellik</a:t>
            </a:r>
            <a:r>
              <a:rPr lang="en-US" dirty="0"/>
              <a:t> = Kalbe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zarafet</a:t>
            </a:r>
            <a:r>
              <a:rPr lang="en-US" dirty="0"/>
              <a:t> </a:t>
            </a:r>
            <a:r>
              <a:rPr lang="en-US" dirty="0" err="1"/>
              <a:t>Onurlu</a:t>
            </a:r>
            <a:r>
              <a:rPr lang="en-US" dirty="0"/>
              <a:t> </a:t>
            </a:r>
            <a:r>
              <a:rPr lang="en-US" dirty="0" err="1"/>
              <a:t>davranış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</a:t>
            </a:r>
            <a:r>
              <a:rPr lang="en-US" dirty="0" err="1"/>
              <a:t>Tutuyorsan</a:t>
            </a:r>
            <a:r>
              <a:rPr lang="en-US" dirty="0"/>
              <a:t>,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aksın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Bırakıyorsan</a:t>
            </a:r>
            <a:r>
              <a:rPr lang="en-US" dirty="0"/>
              <a:t>,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karartmadan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“Zarar </a:t>
            </a:r>
            <a:r>
              <a:rPr lang="en-US" b="1" dirty="0" err="1"/>
              <a:t>vermek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tutmayın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: </a:t>
            </a:r>
            <a:r>
              <a:rPr lang="en-US" dirty="0" err="1"/>
              <a:t>İntikam</a:t>
            </a:r>
            <a:r>
              <a:rPr lang="en-US" dirty="0"/>
              <a:t> </a:t>
            </a:r>
            <a:r>
              <a:rPr lang="en-US" dirty="0" err="1"/>
              <a:t>Kıskançlık</a:t>
            </a:r>
            <a:r>
              <a:rPr lang="en-US" dirty="0"/>
              <a:t> Güç </a:t>
            </a:r>
            <a:r>
              <a:rPr lang="en-US" dirty="0" err="1"/>
              <a:t>kurma</a:t>
            </a:r>
            <a:r>
              <a:rPr lang="en-US" dirty="0"/>
              <a:t> </a:t>
            </a:r>
            <a:r>
              <a:rPr lang="en-US" dirty="0" err="1"/>
              <a:t>arzusu</a:t>
            </a:r>
            <a:r>
              <a:rPr lang="en-US" dirty="0"/>
              <a:t> </a:t>
            </a:r>
          </a:p>
          <a:p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sahtekâr</a:t>
            </a:r>
            <a:r>
              <a:rPr lang="en-US" dirty="0"/>
              <a:t> </a:t>
            </a:r>
            <a:r>
              <a:rPr lang="en-US" dirty="0" err="1"/>
              <a:t>şekilleridir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Tutuyorsan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da </a:t>
            </a:r>
            <a:r>
              <a:rPr lang="en-US" dirty="0" err="1"/>
              <a:t>dokunuyorsun</a:t>
            </a:r>
            <a:r>
              <a:rPr lang="en-US" dirty="0"/>
              <a:t>. Bu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sınırlarını</a:t>
            </a:r>
            <a:r>
              <a:rPr lang="en-US" b="1" dirty="0"/>
              <a:t> </a:t>
            </a:r>
            <a:r>
              <a:rPr lang="en-US" b="1" dirty="0" err="1"/>
              <a:t>aşarsa</a:t>
            </a:r>
            <a:r>
              <a:rPr lang="en-US" b="1" dirty="0"/>
              <a:t>, </a:t>
            </a:r>
            <a:r>
              <a:rPr lang="en-US" b="1" dirty="0" err="1"/>
              <a:t>kendine</a:t>
            </a:r>
            <a:r>
              <a:rPr lang="en-US" b="1" dirty="0"/>
              <a:t> </a:t>
            </a:r>
            <a:r>
              <a:rPr lang="en-US" b="1" dirty="0" err="1"/>
              <a:t>zulmeder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başkasına</a:t>
            </a:r>
            <a:r>
              <a:rPr lang="en-US" dirty="0"/>
              <a:t> </a:t>
            </a:r>
            <a:r>
              <a:rPr lang="en-US" dirty="0" err="1"/>
              <a:t>yaptığın</a:t>
            </a:r>
            <a:r>
              <a:rPr lang="en-US" dirty="0"/>
              <a:t> her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müdahale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dışına</a:t>
            </a:r>
            <a:r>
              <a:rPr lang="en-US" dirty="0"/>
              <a:t> </a:t>
            </a:r>
            <a:r>
              <a:rPr lang="en-US" dirty="0" err="1"/>
              <a:t>düşürmektir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tutman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zorbalıkla</a:t>
            </a:r>
            <a:r>
              <a:rPr lang="en-US" dirty="0"/>
              <a:t> </a:t>
            </a:r>
            <a:r>
              <a:rPr lang="en-US" dirty="0" err="1"/>
              <a:t>uzatıyorsan</a:t>
            </a:r>
            <a:r>
              <a:rPr lang="en-US" dirty="0"/>
              <a:t>…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o </a:t>
            </a:r>
            <a:r>
              <a:rPr lang="en-US" dirty="0" err="1"/>
              <a:t>ilişkiden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frekanstan</a:t>
            </a:r>
            <a:r>
              <a:rPr lang="en-US" dirty="0"/>
              <a:t> </a:t>
            </a:r>
            <a:r>
              <a:rPr lang="en-US" dirty="0" err="1"/>
              <a:t>düşüyorsun</a:t>
            </a:r>
            <a:r>
              <a:rPr lang="en-US" dirty="0"/>
              <a:t>.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8904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B1FAA5F-9886-F120-65D8-8F5574025EE0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ayetlerini</a:t>
            </a:r>
            <a:r>
              <a:rPr lang="en-US" b="1" dirty="0"/>
              <a:t> </a:t>
            </a:r>
            <a:r>
              <a:rPr lang="en-US" b="1" dirty="0" err="1"/>
              <a:t>alay</a:t>
            </a:r>
            <a:r>
              <a:rPr lang="en-US" b="1" dirty="0"/>
              <a:t> </a:t>
            </a:r>
            <a:r>
              <a:rPr lang="en-US" b="1" dirty="0" err="1"/>
              <a:t>konusu</a:t>
            </a:r>
            <a:r>
              <a:rPr lang="en-US" b="1" dirty="0"/>
              <a:t> </a:t>
            </a:r>
            <a:r>
              <a:rPr lang="en-US" b="1" dirty="0" err="1"/>
              <a:t>etmeyin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boşanma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sözler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geçerlidir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kontratıdır</a:t>
            </a:r>
            <a:r>
              <a:rPr lang="en-US" dirty="0"/>
              <a:t>. Onu </a:t>
            </a:r>
            <a:r>
              <a:rPr lang="en-US" dirty="0" err="1"/>
              <a:t>alaya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sesine</a:t>
            </a:r>
            <a:r>
              <a:rPr lang="en-US" dirty="0"/>
              <a:t> </a:t>
            </a:r>
            <a:r>
              <a:rPr lang="en-US" dirty="0" err="1"/>
              <a:t>ihanet</a:t>
            </a:r>
            <a:r>
              <a:rPr lang="en-US" dirty="0"/>
              <a:t> </a:t>
            </a:r>
            <a:r>
              <a:rPr lang="en-US" dirty="0" err="1"/>
              <a:t>etmektir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kurmaya</a:t>
            </a:r>
            <a:r>
              <a:rPr lang="en-US" dirty="0"/>
              <a:t>,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çözmeye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Rahim </a:t>
            </a:r>
            <a:r>
              <a:rPr lang="en-US" dirty="0" err="1"/>
              <a:t>arınmasını</a:t>
            </a:r>
            <a:r>
              <a:rPr lang="en-US" dirty="0"/>
              <a:t> </a:t>
            </a:r>
            <a:r>
              <a:rPr lang="en-US" dirty="0" err="1"/>
              <a:t>tamamladıysa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netlik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: Ya kal, </a:t>
            </a:r>
            <a:r>
              <a:rPr lang="en-US" dirty="0" err="1"/>
              <a:t>ya</a:t>
            </a:r>
            <a:r>
              <a:rPr lang="en-US" dirty="0"/>
              <a:t> git  ama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 </a:t>
            </a:r>
            <a:r>
              <a:rPr lang="tr-TR" dirty="0"/>
              <a:t>T</a:t>
            </a:r>
            <a:r>
              <a:rPr lang="en-US" dirty="0" err="1"/>
              <a:t>utarken</a:t>
            </a:r>
            <a:r>
              <a:rPr lang="en-US" dirty="0"/>
              <a:t> </a:t>
            </a:r>
            <a:r>
              <a:rPr lang="en-US" dirty="0" err="1"/>
              <a:t>sevgini</a:t>
            </a:r>
            <a:r>
              <a:rPr lang="en-US" dirty="0"/>
              <a:t>, </a:t>
            </a:r>
            <a:r>
              <a:rPr lang="en-US" dirty="0" err="1"/>
              <a:t>bırakırken</a:t>
            </a:r>
            <a:r>
              <a:rPr lang="en-US" dirty="0"/>
              <a:t> </a:t>
            </a:r>
            <a:r>
              <a:rPr lang="en-US" dirty="0" err="1"/>
              <a:t>saygını</a:t>
            </a:r>
            <a:r>
              <a:rPr lang="en-US" dirty="0"/>
              <a:t> koru. </a:t>
            </a:r>
            <a:r>
              <a:rPr lang="en-US" dirty="0" err="1"/>
              <a:t>Zorbalıkla</a:t>
            </a:r>
            <a:r>
              <a:rPr lang="en-US" dirty="0"/>
              <a:t>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sürdürmek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eylemidir</a:t>
            </a:r>
            <a:r>
              <a:rPr lang="en-US" dirty="0"/>
              <a:t>. </a:t>
            </a:r>
            <a:r>
              <a:rPr lang="en-US" dirty="0" err="1"/>
              <a:t>Sözlerin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bağlardır</a:t>
            </a:r>
            <a:r>
              <a:rPr lang="en-US" dirty="0"/>
              <a:t>.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hafife</a:t>
            </a:r>
            <a:r>
              <a:rPr lang="en-US" dirty="0"/>
              <a:t> alma.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değersizleştirmek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…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yolculuğuna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açmaktır</a:t>
            </a:r>
            <a:r>
              <a:rPr lang="en-US" dirty="0"/>
              <a:t>. 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bıraktığın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kutsanır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boşandıktan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sevme</a:t>
            </a:r>
            <a:r>
              <a:rPr lang="en-US" dirty="0"/>
              <a:t>,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seçme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doğma</a:t>
            </a:r>
            <a:r>
              <a:rPr lang="en-US" dirty="0"/>
              <a:t> </a:t>
            </a:r>
            <a:r>
              <a:rPr lang="en-US" dirty="0" err="1"/>
              <a:t>hakkını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net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</a:t>
            </a:r>
            <a:r>
              <a:rPr lang="en-US" dirty="0"/>
              <a:t> </a:t>
            </a:r>
            <a:r>
              <a:rPr lang="en-US" dirty="0" err="1"/>
              <a:t>çizer</a:t>
            </a:r>
            <a:r>
              <a:rPr lang="en-US" dirty="0"/>
              <a:t>:“Onu </a:t>
            </a:r>
            <a:r>
              <a:rPr lang="en-US" dirty="0" err="1"/>
              <a:t>bıraktıysan</a:t>
            </a:r>
            <a:r>
              <a:rPr lang="en-US" dirty="0"/>
              <a:t>…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geleceğine</a:t>
            </a:r>
            <a:r>
              <a:rPr lang="en-US" dirty="0"/>
              <a:t> </a:t>
            </a:r>
            <a:r>
              <a:rPr lang="en-US" dirty="0" err="1"/>
              <a:t>karışamazsın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özgürlüğü</a:t>
            </a:r>
            <a:r>
              <a:rPr lang="en-US" dirty="0"/>
              <a:t> </a:t>
            </a:r>
            <a:r>
              <a:rPr lang="en-US" dirty="0" err="1"/>
              <a:t>kutsar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232</a:t>
            </a:r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“Onu </a:t>
            </a:r>
            <a:r>
              <a:rPr lang="en-US" dirty="0" err="1"/>
              <a:t>Bıraktıysan</a:t>
            </a:r>
            <a:r>
              <a:rPr lang="en-US" dirty="0"/>
              <a:t>, </a:t>
            </a:r>
            <a:r>
              <a:rPr lang="en-US" dirty="0" err="1"/>
              <a:t>Yoluna</a:t>
            </a:r>
            <a:r>
              <a:rPr lang="en-US" dirty="0"/>
              <a:t> Engel </a:t>
            </a:r>
            <a:r>
              <a:rPr lang="en-US" dirty="0" err="1"/>
              <a:t>Olma”Kadının</a:t>
            </a:r>
            <a:r>
              <a:rPr lang="en-US" dirty="0"/>
              <a:t> Kendi </a:t>
            </a:r>
            <a:r>
              <a:rPr lang="en-US" dirty="0" err="1"/>
              <a:t>Seçimini</a:t>
            </a:r>
            <a:r>
              <a:rPr lang="en-US" dirty="0"/>
              <a:t> </a:t>
            </a:r>
            <a:r>
              <a:rPr lang="en-US" dirty="0" err="1"/>
              <a:t>Yapmasına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Duymak</a:t>
            </a:r>
            <a:r>
              <a:rPr lang="en-US" dirty="0"/>
              <a:t>, Aşkın En Yüksek </a:t>
            </a:r>
            <a:r>
              <a:rPr lang="en-US" dirty="0" err="1"/>
              <a:t>Halidir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232.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Kadınları</a:t>
            </a:r>
            <a:r>
              <a:rPr lang="en-US" dirty="0"/>
              <a:t> </a:t>
            </a:r>
            <a:r>
              <a:rPr lang="en-US" dirty="0" err="1"/>
              <a:t>boşadığınızdave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sürelerini</a:t>
            </a:r>
            <a:r>
              <a:rPr lang="en-US" dirty="0"/>
              <a:t> </a:t>
            </a:r>
            <a:r>
              <a:rPr lang="en-US" dirty="0" err="1"/>
              <a:t>doldurduklarında</a:t>
            </a:r>
            <a:r>
              <a:rPr lang="en-US" dirty="0"/>
              <a:t>,</a:t>
            </a:r>
          </a:p>
          <a:p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istekleriyle</a:t>
            </a:r>
            <a:r>
              <a:rPr lang="en-US" dirty="0"/>
              <a:t> </a:t>
            </a:r>
            <a:r>
              <a:rPr lang="en-US" dirty="0" err="1"/>
              <a:t>anlaşarak</a:t>
            </a:r>
            <a:r>
              <a:rPr lang="en-US" dirty="0"/>
              <a:t> </a:t>
            </a:r>
            <a:r>
              <a:rPr lang="en-US" dirty="0" err="1"/>
              <a:t>evlenmek</a:t>
            </a:r>
            <a:r>
              <a:rPr lang="en-US" dirty="0"/>
              <a:t> </a:t>
            </a:r>
            <a:r>
              <a:rPr lang="en-US" dirty="0" err="1"/>
              <a:t>isterlerse</a:t>
            </a:r>
            <a:r>
              <a:rPr lang="tr-TR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engellemeyin</a:t>
            </a:r>
            <a:r>
              <a:rPr lang="en-US" dirty="0"/>
              <a:t>.</a:t>
            </a:r>
          </a:p>
          <a:p>
            <a:r>
              <a:rPr lang="en-US" dirty="0" err="1"/>
              <a:t>İçinizden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ahiret</a:t>
            </a:r>
            <a:r>
              <a:rPr lang="en-US" dirty="0"/>
              <a:t> </a:t>
            </a:r>
            <a:r>
              <a:rPr lang="en-US" dirty="0" err="1"/>
              <a:t>gününe</a:t>
            </a:r>
            <a:r>
              <a:rPr lang="en-US" dirty="0"/>
              <a:t> </a:t>
            </a:r>
            <a:r>
              <a:rPr lang="en-US" dirty="0" err="1"/>
              <a:t>inananlara</a:t>
            </a:r>
            <a:r>
              <a:rPr lang="tr-TR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öğüt</a:t>
            </a:r>
            <a:r>
              <a:rPr lang="en-US" dirty="0"/>
              <a:t> </a:t>
            </a:r>
            <a:r>
              <a:rPr lang="en-US" dirty="0" err="1"/>
              <a:t>verilir.Bu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faziletlidir.Allah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,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bilmezsiniz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Boşadığınız</a:t>
            </a:r>
            <a:r>
              <a:rPr lang="en-US" b="1" dirty="0"/>
              <a:t> </a:t>
            </a:r>
            <a:r>
              <a:rPr lang="en-US" b="1" dirty="0" err="1"/>
              <a:t>kadınlar</a:t>
            </a:r>
            <a:r>
              <a:rPr lang="en-US" b="1" dirty="0"/>
              <a:t>, </a:t>
            </a:r>
            <a:r>
              <a:rPr lang="en-US" b="1" dirty="0" err="1"/>
              <a:t>sürelerini</a:t>
            </a:r>
            <a:r>
              <a:rPr lang="en-US" b="1" dirty="0"/>
              <a:t> </a:t>
            </a:r>
            <a:r>
              <a:rPr lang="en-US" b="1" dirty="0" err="1"/>
              <a:t>doldurduğunda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kadının</a:t>
            </a:r>
            <a:r>
              <a:rPr lang="en-US" dirty="0"/>
              <a:t> Rahmi </a:t>
            </a:r>
            <a:r>
              <a:rPr lang="en-US" dirty="0" err="1"/>
              <a:t>temizlenmiş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çözülmüş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tamamlanmıştır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“O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alanındadır</a:t>
            </a:r>
            <a:r>
              <a:rPr lang="en-US" dirty="0"/>
              <a:t>. Ve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kaderini</a:t>
            </a:r>
            <a:r>
              <a:rPr lang="en-US" dirty="0"/>
              <a:t> </a:t>
            </a:r>
            <a:r>
              <a:rPr lang="en-US" dirty="0" err="1"/>
              <a:t>seçme</a:t>
            </a:r>
            <a:r>
              <a:rPr lang="en-US" dirty="0"/>
              <a:t> </a:t>
            </a:r>
            <a:r>
              <a:rPr lang="en-US" dirty="0" err="1"/>
              <a:t>hakkına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277486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272D76F-FFF0-3C75-B027-29749F43CFDE}"/>
              </a:ext>
            </a:extLst>
          </p:cNvPr>
          <p:cNvSpPr txBox="1"/>
          <p:nvPr/>
        </p:nvSpPr>
        <p:spPr>
          <a:xfrm>
            <a:off x="0" y="0"/>
            <a:ext cx="685800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“Kendi </a:t>
            </a:r>
            <a:r>
              <a:rPr lang="en-US" b="1" dirty="0" err="1"/>
              <a:t>istekleriyle</a:t>
            </a:r>
            <a:r>
              <a:rPr lang="en-US" b="1" dirty="0"/>
              <a:t> </a:t>
            </a:r>
            <a:r>
              <a:rPr lang="en-US" b="1" dirty="0" err="1"/>
              <a:t>evlenmek</a:t>
            </a:r>
            <a:r>
              <a:rPr lang="en-US" b="1" dirty="0"/>
              <a:t> </a:t>
            </a:r>
            <a:r>
              <a:rPr lang="en-US" b="1" dirty="0" err="1"/>
              <a:t>isterlerse</a:t>
            </a:r>
            <a:r>
              <a:rPr lang="en-US" b="1" dirty="0"/>
              <a:t>, </a:t>
            </a:r>
            <a:r>
              <a:rPr lang="en-US" b="1" dirty="0" err="1"/>
              <a:t>engellemeyin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özgürlük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düzeyindedir</a:t>
            </a:r>
            <a:r>
              <a:rPr lang="en-US" dirty="0"/>
              <a:t>. </a:t>
            </a:r>
          </a:p>
          <a:p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kimse</a:t>
            </a:r>
            <a:r>
              <a:rPr lang="en-US" dirty="0"/>
              <a:t>, Bir </a:t>
            </a:r>
            <a:r>
              <a:rPr lang="en-US" dirty="0" err="1"/>
              <a:t>babanın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Eski </a:t>
            </a:r>
            <a:r>
              <a:rPr lang="en-US" dirty="0" err="1"/>
              <a:t>eşin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Akrabaların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kararına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bile 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edemez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“O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Tanrıça’dır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“Bu size </a:t>
            </a:r>
            <a:r>
              <a:rPr lang="en-US" b="1" dirty="0" err="1"/>
              <a:t>öğüttür</a:t>
            </a:r>
            <a:r>
              <a:rPr lang="en-US" b="1" dirty="0"/>
              <a:t> – </a:t>
            </a:r>
            <a:r>
              <a:rPr lang="en-US" b="1" dirty="0" err="1"/>
              <a:t>Allah’a</a:t>
            </a:r>
            <a:r>
              <a:rPr lang="en-US" b="1" dirty="0"/>
              <a:t> </a:t>
            </a:r>
            <a:r>
              <a:rPr lang="en-US" b="1" dirty="0" err="1"/>
              <a:t>inananlara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alanının</a:t>
            </a:r>
            <a:r>
              <a:rPr lang="en-US" dirty="0"/>
              <a:t> </a:t>
            </a:r>
            <a:r>
              <a:rPr lang="en-US" dirty="0" err="1"/>
              <a:t>iptalidir</a:t>
            </a:r>
            <a:r>
              <a:rPr lang="en-US" dirty="0"/>
              <a:t>. Ve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güvenen</a:t>
            </a:r>
            <a:r>
              <a:rPr lang="en-US" dirty="0"/>
              <a:t> </a:t>
            </a:r>
            <a:r>
              <a:rPr lang="en-US" dirty="0" err="1"/>
              <a:t>kalplere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“Onu </a:t>
            </a:r>
            <a:r>
              <a:rPr lang="en-US" dirty="0" err="1"/>
              <a:t>korumak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korkularını</a:t>
            </a:r>
            <a:r>
              <a:rPr lang="en-US" dirty="0"/>
              <a:t> </a:t>
            </a:r>
            <a:r>
              <a:rPr lang="en-US" dirty="0" err="1"/>
              <a:t>bastırmak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tutuyorsan</a:t>
            </a:r>
            <a:r>
              <a:rPr lang="en-US" dirty="0"/>
              <a:t>…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bencilliktir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“Bu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temizdir</a:t>
            </a:r>
            <a:r>
              <a:rPr lang="en-US" b="1" dirty="0"/>
              <a:t>,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faziletlidir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Temizlik</a:t>
            </a:r>
            <a:r>
              <a:rPr lang="en-US" dirty="0"/>
              <a:t> =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yargıyı</a:t>
            </a:r>
            <a:r>
              <a:rPr lang="en-US" dirty="0"/>
              <a:t> </a:t>
            </a:r>
            <a:r>
              <a:rPr lang="en-US" dirty="0" err="1"/>
              <a:t>arındırmak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Özgürlüğü</a:t>
            </a:r>
            <a:r>
              <a:rPr lang="en-US" dirty="0"/>
              <a:t> </a:t>
            </a:r>
            <a:r>
              <a:rPr lang="en-US" dirty="0" err="1"/>
              <a:t>kutsamak</a:t>
            </a:r>
            <a:r>
              <a:rPr lang="en-US" dirty="0"/>
              <a:t> </a:t>
            </a:r>
          </a:p>
          <a:p>
            <a:r>
              <a:rPr lang="en-US" dirty="0" err="1"/>
              <a:t>Fazilet</a:t>
            </a:r>
            <a:r>
              <a:rPr lang="en-US" dirty="0"/>
              <a:t> =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bıraktığını</a:t>
            </a:r>
            <a:r>
              <a:rPr lang="en-US" dirty="0"/>
              <a:t> </a:t>
            </a:r>
            <a:r>
              <a:rPr lang="en-US" dirty="0" err="1"/>
              <a:t>sevinçle</a:t>
            </a:r>
            <a:r>
              <a:rPr lang="en-US" dirty="0"/>
              <a:t> </a:t>
            </a:r>
            <a:r>
              <a:rPr lang="en-US" dirty="0" err="1"/>
              <a:t>uğurlamak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bilir</a:t>
            </a:r>
            <a:r>
              <a:rPr lang="en-US" b="1" dirty="0"/>
              <a:t>, </a:t>
            </a:r>
            <a:r>
              <a:rPr lang="en-US" b="1" dirty="0" err="1"/>
              <a:t>siz</a:t>
            </a:r>
            <a:r>
              <a:rPr lang="en-US" b="1" dirty="0"/>
              <a:t> </a:t>
            </a:r>
            <a:r>
              <a:rPr lang="en-US" b="1" dirty="0" err="1"/>
              <a:t>bilmezsiniz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son </a:t>
            </a:r>
            <a:r>
              <a:rPr lang="en-US" dirty="0" err="1"/>
              <a:t>sözü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: “Sen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geleceğini</a:t>
            </a:r>
            <a:r>
              <a:rPr lang="en-US" dirty="0"/>
              <a:t> </a:t>
            </a:r>
            <a:r>
              <a:rPr lang="en-US" dirty="0" err="1"/>
              <a:t>göremezsin</a:t>
            </a:r>
            <a:r>
              <a:rPr lang="en-US" dirty="0"/>
              <a:t>… ama ben </a:t>
            </a:r>
            <a:br>
              <a:rPr lang="en-US" dirty="0"/>
            </a:b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rahminde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filizlendirdim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iradeyi</a:t>
            </a:r>
            <a:r>
              <a:rPr lang="en-US" dirty="0"/>
              <a:t> </a:t>
            </a:r>
            <a:r>
              <a:rPr lang="en-US" dirty="0" err="1"/>
              <a:t>kutsamaya</a:t>
            </a:r>
            <a:r>
              <a:rPr lang="en-US" dirty="0"/>
              <a:t>,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kaderini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seçmesine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açmaya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ayrılıktan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yeni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hakkı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müdahalesiyle</a:t>
            </a:r>
            <a:r>
              <a:rPr lang="en-US" dirty="0"/>
              <a:t> </a:t>
            </a:r>
            <a:r>
              <a:rPr lang="en-US" dirty="0" err="1"/>
              <a:t>gölgelenemez</a:t>
            </a:r>
            <a:r>
              <a:rPr lang="en-US" dirty="0"/>
              <a:t>.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yoluna</a:t>
            </a:r>
            <a:r>
              <a:rPr lang="en-US" dirty="0"/>
              <a:t> </a:t>
            </a:r>
            <a:r>
              <a:rPr lang="en-US" dirty="0" err="1"/>
              <a:t>taş</a:t>
            </a:r>
            <a:r>
              <a:rPr lang="en-US" dirty="0"/>
              <a:t> </a:t>
            </a:r>
            <a:r>
              <a:rPr lang="en-US" dirty="0" err="1"/>
              <a:t>koymak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Bu hem </a:t>
            </a:r>
            <a:r>
              <a:rPr lang="en-US" dirty="0" err="1"/>
              <a:t>ruhsal</a:t>
            </a:r>
            <a:r>
              <a:rPr lang="en-US" dirty="0"/>
              <a:t> hem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sınırdır</a:t>
            </a:r>
            <a:r>
              <a:rPr lang="en-US" dirty="0"/>
              <a:t>.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kontrolü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özgürlüğü</a:t>
            </a:r>
            <a:r>
              <a:rPr lang="en-US" dirty="0"/>
              <a:t> </a:t>
            </a:r>
            <a:r>
              <a:rPr lang="en-US" dirty="0" err="1"/>
              <a:t>kutsar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“Bir </a:t>
            </a:r>
            <a:r>
              <a:rPr lang="en-US" dirty="0" err="1"/>
              <a:t>kadını</a:t>
            </a:r>
            <a:r>
              <a:rPr lang="en-US" dirty="0"/>
              <a:t> </a:t>
            </a:r>
            <a:r>
              <a:rPr lang="en-US" dirty="0" err="1"/>
              <a:t>bıraktığında</a:t>
            </a:r>
            <a:r>
              <a:rPr lang="en-US" dirty="0"/>
              <a:t>…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yoluna</a:t>
            </a:r>
            <a:r>
              <a:rPr lang="en-US" dirty="0"/>
              <a:t> dua et.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salıverdiğin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yeni </a:t>
            </a:r>
            <a:r>
              <a:rPr lang="en-US" dirty="0" err="1"/>
              <a:t>kaderini</a:t>
            </a:r>
            <a:r>
              <a:rPr lang="en-US" dirty="0"/>
              <a:t> </a:t>
            </a:r>
            <a:r>
              <a:rPr lang="en-US" dirty="0" err="1"/>
              <a:t>yazar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380356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20ED521-CD1F-72D5-1B4F-80A454137EF0}"/>
              </a:ext>
            </a:extLst>
          </p:cNvPr>
          <p:cNvSpPr txBox="1"/>
          <p:nvPr/>
        </p:nvSpPr>
        <p:spPr>
          <a:xfrm>
            <a:off x="74428" y="0"/>
            <a:ext cx="6783572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ayet,anneliğin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görev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der </a:t>
            </a:r>
            <a:r>
              <a:rPr lang="en-US" dirty="0" err="1"/>
              <a:t>ki:“Anne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süt</a:t>
            </a:r>
            <a:r>
              <a:rPr lang="en-US" dirty="0"/>
              <a:t> </a:t>
            </a:r>
            <a:r>
              <a:rPr lang="en-US" dirty="0" err="1"/>
              <a:t>vermez</a:t>
            </a:r>
            <a:r>
              <a:rPr lang="en-US" dirty="0"/>
              <a:t>…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,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, </a:t>
            </a:r>
            <a:r>
              <a:rPr lang="en-US" dirty="0" err="1"/>
              <a:t>güven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  <a:r>
              <a:rPr lang="tr-TR" dirty="0"/>
              <a:t>V</a:t>
            </a:r>
            <a:r>
              <a:rPr lang="en-US" dirty="0"/>
              <a:t>e </a:t>
            </a:r>
            <a:r>
              <a:rPr lang="en-US" dirty="0" err="1"/>
              <a:t>çocuk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hayata</a:t>
            </a:r>
            <a:r>
              <a:rPr lang="en-US" dirty="0"/>
              <a:t> </a:t>
            </a:r>
            <a:r>
              <a:rPr lang="en-US" dirty="0" err="1"/>
              <a:t>tutunur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233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</a:t>
            </a:r>
            <a:r>
              <a:rPr lang="en-US" dirty="0"/>
              <a:t> “Anne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Süt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Titreşim</a:t>
            </a:r>
            <a:r>
              <a:rPr lang="en-US" dirty="0"/>
              <a:t> de </a:t>
            </a:r>
            <a:r>
              <a:rPr lang="en-US" dirty="0" err="1"/>
              <a:t>Verir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Emzirme</a:t>
            </a:r>
            <a:r>
              <a:rPr lang="en-US" dirty="0"/>
              <a:t>, Enerji </a:t>
            </a:r>
            <a:r>
              <a:rPr lang="en-US" dirty="0" err="1"/>
              <a:t>Aktarımıdır</a:t>
            </a:r>
            <a:r>
              <a:rPr lang="en-US" dirty="0"/>
              <a:t> – </a:t>
            </a:r>
            <a:r>
              <a:rPr lang="en-US" dirty="0" err="1"/>
              <a:t>Rahimden</a:t>
            </a:r>
            <a:r>
              <a:rPr lang="en-US" dirty="0"/>
              <a:t> </a:t>
            </a:r>
            <a:r>
              <a:rPr lang="en-US" dirty="0" err="1"/>
              <a:t>Göğse</a:t>
            </a:r>
            <a:r>
              <a:rPr lang="en-US" dirty="0"/>
              <a:t> </a:t>
            </a:r>
            <a:r>
              <a:rPr lang="en-US" dirty="0" err="1"/>
              <a:t>Uzanan</a:t>
            </a:r>
            <a:r>
              <a:rPr lang="en-US" dirty="0"/>
              <a:t> Kutsal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Hattı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233.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“Anneler, </a:t>
            </a:r>
            <a:r>
              <a:rPr lang="en-US" dirty="0" err="1"/>
              <a:t>çocuklarını</a:t>
            </a:r>
            <a:r>
              <a:rPr lang="en-US" dirty="0"/>
              <a:t> tam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emzirsinler.Emzirmeyi</a:t>
            </a:r>
            <a:r>
              <a:rPr lang="en-US" dirty="0"/>
              <a:t> </a:t>
            </a:r>
            <a:r>
              <a:rPr lang="en-US" dirty="0" err="1"/>
              <a:t>tamamlamak</a:t>
            </a:r>
            <a:r>
              <a:rPr lang="en-US" dirty="0"/>
              <a:t> </a:t>
            </a:r>
            <a:r>
              <a:rPr lang="en-US" dirty="0" err="1"/>
              <a:t>isteyenler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böyledir.Babalar</a:t>
            </a:r>
            <a:r>
              <a:rPr lang="en-US" dirty="0"/>
              <a:t> da, </a:t>
            </a:r>
            <a:r>
              <a:rPr lang="en-US" dirty="0" err="1"/>
              <a:t>annelerin</a:t>
            </a:r>
            <a:r>
              <a:rPr lang="en-US" dirty="0"/>
              <a:t> </a:t>
            </a:r>
            <a:r>
              <a:rPr lang="en-US" dirty="0" err="1"/>
              <a:t>yiyecek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giyeceklerini</a:t>
            </a:r>
            <a:r>
              <a:rPr lang="en-US" dirty="0"/>
              <a:t> </a:t>
            </a:r>
            <a:r>
              <a:rPr lang="en-US" dirty="0" err="1"/>
              <a:t>örfe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sağlamakla</a:t>
            </a:r>
            <a:r>
              <a:rPr lang="en-US" dirty="0"/>
              <a:t> </a:t>
            </a:r>
            <a:r>
              <a:rPr lang="en-US" dirty="0" err="1"/>
              <a:t>yükümlüdür.Hiç</a:t>
            </a:r>
            <a:r>
              <a:rPr lang="en-US" dirty="0"/>
              <a:t>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gücünün</a:t>
            </a:r>
            <a:r>
              <a:rPr lang="en-US" dirty="0"/>
              <a:t> </a:t>
            </a:r>
            <a:r>
              <a:rPr lang="en-US" dirty="0" err="1"/>
              <a:t>yettiğinden</a:t>
            </a:r>
            <a:r>
              <a:rPr lang="en-US" dirty="0"/>
              <a:t> </a:t>
            </a:r>
            <a:r>
              <a:rPr lang="en-US" dirty="0" err="1"/>
              <a:t>fazlasıyla</a:t>
            </a:r>
            <a:r>
              <a:rPr lang="en-US" dirty="0"/>
              <a:t> </a:t>
            </a:r>
            <a:r>
              <a:rPr lang="en-US" dirty="0" err="1"/>
              <a:t>yükümlü</a:t>
            </a:r>
            <a:r>
              <a:rPr lang="en-US" dirty="0"/>
              <a:t> </a:t>
            </a:r>
            <a:r>
              <a:rPr lang="en-US" dirty="0" err="1"/>
              <a:t>tutulmaz.Ne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anne</a:t>
            </a:r>
            <a:r>
              <a:rPr lang="en-US" dirty="0"/>
              <a:t> </a:t>
            </a:r>
            <a:r>
              <a:rPr lang="en-US" dirty="0" err="1"/>
              <a:t>çocuğu</a:t>
            </a:r>
            <a:r>
              <a:rPr lang="tr-TR" dirty="0"/>
              <a:t> </a:t>
            </a:r>
            <a:r>
              <a:rPr lang="en-US" dirty="0" err="1"/>
              <a:t>yüzünden</a:t>
            </a:r>
            <a:r>
              <a:rPr lang="en-US" dirty="0"/>
              <a:t> </a:t>
            </a:r>
            <a:r>
              <a:rPr lang="en-US" dirty="0" err="1"/>
              <a:t>zarara</a:t>
            </a:r>
            <a:r>
              <a:rPr lang="en-US" dirty="0"/>
              <a:t> </a:t>
            </a:r>
            <a:r>
              <a:rPr lang="en-US" dirty="0" err="1"/>
              <a:t>uğratılsın,ne</a:t>
            </a:r>
            <a:r>
              <a:rPr lang="en-US" dirty="0"/>
              <a:t> de </a:t>
            </a:r>
            <a:r>
              <a:rPr lang="en-US" dirty="0" err="1"/>
              <a:t>bir</a:t>
            </a:r>
            <a:r>
              <a:rPr lang="en-US" dirty="0"/>
              <a:t> baba </a:t>
            </a:r>
            <a:r>
              <a:rPr lang="en-US" dirty="0" err="1"/>
              <a:t>çocuğu</a:t>
            </a:r>
            <a:r>
              <a:rPr lang="en-US" dirty="0"/>
              <a:t> </a:t>
            </a:r>
            <a:r>
              <a:rPr lang="en-US" dirty="0" err="1"/>
              <a:t>yüzünden</a:t>
            </a:r>
            <a:r>
              <a:rPr lang="en-US" dirty="0"/>
              <a:t>.</a:t>
            </a:r>
          </a:p>
          <a:p>
            <a:r>
              <a:rPr lang="en-US" dirty="0" err="1"/>
              <a:t>Mirasçı</a:t>
            </a:r>
            <a:r>
              <a:rPr lang="en-US" dirty="0"/>
              <a:t> da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sorumludur.Eğer</a:t>
            </a:r>
            <a:r>
              <a:rPr lang="en-US" dirty="0"/>
              <a:t> </a:t>
            </a:r>
            <a:r>
              <a:rPr lang="en-US" dirty="0" err="1"/>
              <a:t>anne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baba,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rıza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danışmayla</a:t>
            </a:r>
            <a:r>
              <a:rPr lang="en-US" dirty="0"/>
              <a:t> </a:t>
            </a:r>
            <a:r>
              <a:rPr lang="en-US" dirty="0" err="1"/>
              <a:t>çocuğu</a:t>
            </a:r>
            <a:r>
              <a:rPr lang="en-US" dirty="0"/>
              <a:t> </a:t>
            </a:r>
            <a:r>
              <a:rPr lang="en-US" dirty="0" err="1"/>
              <a:t>sütten</a:t>
            </a:r>
            <a:r>
              <a:rPr lang="en-US" dirty="0"/>
              <a:t> </a:t>
            </a:r>
            <a:r>
              <a:rPr lang="en-US" dirty="0" err="1"/>
              <a:t>kesmek</a:t>
            </a:r>
            <a:r>
              <a:rPr lang="en-US" dirty="0"/>
              <a:t> </a:t>
            </a:r>
            <a:r>
              <a:rPr lang="en-US" dirty="0" err="1"/>
              <a:t>isterlerse,bu</a:t>
            </a:r>
            <a:r>
              <a:rPr lang="en-US" dirty="0"/>
              <a:t> </a:t>
            </a:r>
            <a:r>
              <a:rPr lang="en-US" dirty="0" err="1"/>
              <a:t>ikisine</a:t>
            </a:r>
            <a:r>
              <a:rPr lang="en-US" dirty="0"/>
              <a:t> de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günah</a:t>
            </a:r>
            <a:r>
              <a:rPr lang="en-US" dirty="0"/>
              <a:t> </a:t>
            </a:r>
            <a:r>
              <a:rPr lang="en-US" dirty="0" err="1"/>
              <a:t>değildir.Emzirmek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kadınla</a:t>
            </a:r>
            <a:r>
              <a:rPr lang="en-US" dirty="0"/>
              <a:t> </a:t>
            </a:r>
            <a:r>
              <a:rPr lang="en-US" dirty="0" err="1"/>
              <a:t>anlaşmak</a:t>
            </a:r>
            <a:r>
              <a:rPr lang="en-US" dirty="0"/>
              <a:t> </a:t>
            </a:r>
            <a:r>
              <a:rPr lang="en-US" dirty="0" err="1"/>
              <a:t>isterseniz</a:t>
            </a:r>
            <a:r>
              <a:rPr lang="en-US" dirty="0"/>
              <a:t>,</a:t>
            </a:r>
          </a:p>
          <a:p>
            <a:r>
              <a:rPr lang="en-US" dirty="0" err="1"/>
              <a:t>vereceğinizi</a:t>
            </a:r>
            <a:r>
              <a:rPr lang="en-US" dirty="0"/>
              <a:t> </a:t>
            </a:r>
            <a:r>
              <a:rPr lang="en-US" dirty="0" err="1"/>
              <a:t>örfe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verin.Allah’tan</a:t>
            </a:r>
            <a:r>
              <a:rPr lang="en-US" dirty="0"/>
              <a:t> </a:t>
            </a:r>
            <a:r>
              <a:rPr lang="en-US" dirty="0" err="1"/>
              <a:t>korkun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</a:t>
            </a:r>
            <a:r>
              <a:rPr lang="en-US" dirty="0"/>
              <a:t> ki</a:t>
            </a:r>
          </a:p>
          <a:p>
            <a:r>
              <a:rPr lang="en-US" dirty="0"/>
              <a:t>Allah </a:t>
            </a:r>
            <a:r>
              <a:rPr lang="en-US" dirty="0" err="1"/>
              <a:t>yaptıklarınızı</a:t>
            </a:r>
            <a:r>
              <a:rPr lang="en-US" dirty="0"/>
              <a:t> </a:t>
            </a:r>
            <a:r>
              <a:rPr lang="en-US" dirty="0" err="1"/>
              <a:t>görmektedir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ayet,çocukla</a:t>
            </a:r>
            <a:r>
              <a:rPr lang="en-US" dirty="0"/>
              <a:t> </a:t>
            </a:r>
            <a:r>
              <a:rPr lang="en-US" dirty="0" err="1"/>
              <a:t>kurulan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bağını,sadece</a:t>
            </a:r>
            <a:r>
              <a:rPr lang="en-US" dirty="0"/>
              <a:t> </a:t>
            </a:r>
            <a:r>
              <a:rPr lang="en-US" dirty="0" err="1"/>
              <a:t>annelik</a:t>
            </a:r>
            <a:r>
              <a:rPr lang="en-US" dirty="0"/>
              <a:t> </a:t>
            </a:r>
            <a:r>
              <a:rPr lang="en-US" dirty="0" err="1"/>
              <a:t>değil,bir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aktarımı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tanımlar.Ve</a:t>
            </a:r>
            <a:r>
              <a:rPr lang="en-US" dirty="0"/>
              <a:t> sana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“Anne, </a:t>
            </a:r>
            <a:r>
              <a:rPr lang="en-US" dirty="0" err="1"/>
              <a:t>rahimden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göğsüyle</a:t>
            </a:r>
            <a:r>
              <a:rPr lang="en-US" dirty="0"/>
              <a:t> </a:t>
            </a:r>
            <a:r>
              <a:rPr lang="en-US" dirty="0" err="1"/>
              <a:t>çocuğa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“İki </a:t>
            </a:r>
            <a:r>
              <a:rPr lang="en-US" b="1" dirty="0" err="1"/>
              <a:t>yıl</a:t>
            </a:r>
            <a:r>
              <a:rPr lang="en-US" b="1" dirty="0"/>
              <a:t> </a:t>
            </a:r>
            <a:r>
              <a:rPr lang="en-US" b="1" dirty="0" err="1"/>
              <a:t>emzirsinler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İki </a:t>
            </a:r>
            <a:r>
              <a:rPr lang="en-US" dirty="0" err="1"/>
              <a:t>yıl</a:t>
            </a:r>
            <a:r>
              <a:rPr lang="en-US" dirty="0"/>
              <a:t> = </a:t>
            </a:r>
            <a:r>
              <a:rPr lang="en-US" dirty="0" err="1"/>
              <a:t>Çocuğun</a:t>
            </a:r>
            <a:r>
              <a:rPr lang="en-US" dirty="0"/>
              <a:t> </a:t>
            </a:r>
            <a:r>
              <a:rPr lang="en-US" dirty="0" err="1"/>
              <a:t>dünyaya</a:t>
            </a:r>
            <a:r>
              <a:rPr lang="en-US" dirty="0"/>
              <a:t> </a:t>
            </a:r>
            <a:r>
              <a:rPr lang="en-US" dirty="0" err="1"/>
              <a:t>tutunduğu</a:t>
            </a:r>
            <a:r>
              <a:rPr lang="en-US" dirty="0"/>
              <a:t> </a:t>
            </a:r>
            <a:r>
              <a:rPr lang="en-US" dirty="0" err="1"/>
              <a:t>Titreşimsel</a:t>
            </a:r>
            <a:r>
              <a:rPr lang="en-US" dirty="0"/>
              <a:t> </a:t>
            </a:r>
            <a:r>
              <a:rPr lang="en-US" dirty="0" err="1"/>
              <a:t>bağın</a:t>
            </a:r>
            <a:r>
              <a:rPr lang="en-US" dirty="0"/>
              <a:t> </a:t>
            </a:r>
            <a:r>
              <a:rPr lang="en-US" dirty="0" err="1"/>
              <a:t>tamamlandığı</a:t>
            </a:r>
            <a:r>
              <a:rPr lang="en-US" dirty="0"/>
              <a:t> </a:t>
            </a:r>
          </a:p>
          <a:p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kodlarının</a:t>
            </a:r>
            <a:r>
              <a:rPr lang="en-US" dirty="0"/>
              <a:t> </a:t>
            </a:r>
            <a:r>
              <a:rPr lang="en-US" dirty="0" err="1"/>
              <a:t>oturduğu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emzirme</a:t>
            </a:r>
            <a:r>
              <a:rPr lang="en-US" dirty="0"/>
              <a:t>: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beslemek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rahim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aktarımıdır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anneyle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hattır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Babalar</a:t>
            </a:r>
            <a:r>
              <a:rPr lang="en-US" b="1" dirty="0"/>
              <a:t> </a:t>
            </a:r>
            <a:r>
              <a:rPr lang="en-US" b="1" dirty="0" err="1"/>
              <a:t>annelerin</a:t>
            </a:r>
            <a:r>
              <a:rPr lang="en-US" b="1" dirty="0"/>
              <a:t> </a:t>
            </a:r>
            <a:r>
              <a:rPr lang="en-US" b="1" dirty="0" err="1"/>
              <a:t>ihtiyaçlarını</a:t>
            </a:r>
            <a:r>
              <a:rPr lang="en-US" b="1" dirty="0"/>
              <a:t> </a:t>
            </a:r>
            <a:r>
              <a:rPr lang="en-US" b="1" dirty="0" err="1"/>
              <a:t>sağlamakla</a:t>
            </a:r>
            <a:r>
              <a:rPr lang="en-US" b="1" dirty="0"/>
              <a:t> </a:t>
            </a:r>
            <a:r>
              <a:rPr lang="en-US" b="1" dirty="0" err="1"/>
              <a:t>yükümlüdür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annenin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sorumluluğunu</a:t>
            </a:r>
            <a:r>
              <a:rPr lang="en-US" dirty="0"/>
              <a:t> </a:t>
            </a:r>
            <a:r>
              <a:rPr lang="en-US" dirty="0" err="1"/>
              <a:t>paylaşır</a:t>
            </a:r>
            <a:r>
              <a:rPr lang="en-US" dirty="0"/>
              <a:t>. </a:t>
            </a:r>
          </a:p>
          <a:p>
            <a:r>
              <a:rPr lang="en-US" dirty="0"/>
              <a:t>Baba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sağlayıcıdır</a:t>
            </a:r>
            <a:r>
              <a:rPr lang="en-US" dirty="0"/>
              <a:t>.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anne</a:t>
            </a:r>
            <a:r>
              <a:rPr lang="en-US" dirty="0"/>
              <a:t> 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huzurluysa</a:t>
            </a:r>
            <a:r>
              <a:rPr lang="en-US" dirty="0"/>
              <a:t>, </a:t>
            </a:r>
            <a:r>
              <a:rPr lang="en-US" dirty="0" err="1"/>
              <a:t>süt</a:t>
            </a:r>
            <a:r>
              <a:rPr lang="en-US" dirty="0"/>
              <a:t> o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, </a:t>
            </a:r>
            <a:r>
              <a:rPr lang="en-US" dirty="0" err="1"/>
              <a:t>titreşim</a:t>
            </a:r>
            <a:r>
              <a:rPr lang="en-US" dirty="0"/>
              <a:t> o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endParaRPr lang="en-TR" dirty="0"/>
          </a:p>
          <a:p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30960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D03DAF61-FC23-AB78-E518-3BA9A8D22450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Hiç</a:t>
            </a:r>
            <a:r>
              <a:rPr lang="en-US" b="1" dirty="0"/>
              <a:t> </a:t>
            </a:r>
            <a:r>
              <a:rPr lang="en-US" b="1" dirty="0" err="1"/>
              <a:t>kimse</a:t>
            </a:r>
            <a:r>
              <a:rPr lang="en-US" b="1" dirty="0"/>
              <a:t> </a:t>
            </a:r>
            <a:r>
              <a:rPr lang="en-US" b="1" dirty="0" err="1"/>
              <a:t>gücünün</a:t>
            </a:r>
            <a:r>
              <a:rPr lang="en-US" b="1" dirty="0"/>
              <a:t> </a:t>
            </a:r>
            <a:r>
              <a:rPr lang="en-US" b="1" dirty="0" err="1"/>
              <a:t>üstünde</a:t>
            </a:r>
            <a:r>
              <a:rPr lang="en-US" b="1" dirty="0"/>
              <a:t> </a:t>
            </a:r>
            <a:r>
              <a:rPr lang="en-US" b="1" dirty="0" err="1"/>
              <a:t>sorumlu</a:t>
            </a:r>
            <a:r>
              <a:rPr lang="en-US" b="1" dirty="0"/>
              <a:t> </a:t>
            </a:r>
            <a:r>
              <a:rPr lang="en-US" b="1" dirty="0" err="1"/>
              <a:t>tutulmaz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şefkatli</a:t>
            </a:r>
            <a:r>
              <a:rPr lang="en-US" dirty="0"/>
              <a:t> </a:t>
            </a:r>
            <a:r>
              <a:rPr lang="en-US" dirty="0" err="1"/>
              <a:t>yönüdür</a:t>
            </a:r>
            <a:r>
              <a:rPr lang="en-US" dirty="0"/>
              <a:t>. “</a:t>
            </a:r>
            <a:r>
              <a:rPr lang="en-US" dirty="0" err="1"/>
              <a:t>Zorlamam</a:t>
            </a:r>
            <a:r>
              <a:rPr lang="en-US" dirty="0"/>
              <a:t>… ama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vicdanına</a:t>
            </a:r>
            <a:r>
              <a:rPr lang="en-US" dirty="0"/>
              <a:t> </a:t>
            </a:r>
            <a:r>
              <a:rPr lang="en-US" dirty="0" err="1"/>
              <a:t>bırakırım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“Ne </a:t>
            </a:r>
            <a:r>
              <a:rPr lang="en-US" b="1" dirty="0" err="1"/>
              <a:t>anne</a:t>
            </a:r>
            <a:r>
              <a:rPr lang="en-US" b="1" dirty="0"/>
              <a:t>, ne baba </a:t>
            </a:r>
            <a:r>
              <a:rPr lang="en-US" b="1" dirty="0" err="1"/>
              <a:t>zarar</a:t>
            </a:r>
            <a:r>
              <a:rPr lang="en-US" b="1" dirty="0"/>
              <a:t> </a:t>
            </a:r>
            <a:r>
              <a:rPr lang="en-US" b="1" dirty="0" err="1"/>
              <a:t>görsün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Fedakarlık</a:t>
            </a:r>
            <a:r>
              <a:rPr lang="en-US" dirty="0"/>
              <a:t> </a:t>
            </a:r>
            <a:r>
              <a:rPr lang="en-US" dirty="0" err="1"/>
              <a:t>kutsaldır</a:t>
            </a:r>
            <a:r>
              <a:rPr lang="en-US" dirty="0"/>
              <a:t>, Ama </a:t>
            </a:r>
            <a:r>
              <a:rPr lang="en-US" dirty="0" err="1"/>
              <a:t>tükenmek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der: “</a:t>
            </a:r>
            <a:r>
              <a:rPr lang="en-US" dirty="0" err="1"/>
              <a:t>Yaratımı</a:t>
            </a:r>
            <a:r>
              <a:rPr lang="en-US" dirty="0"/>
              <a:t> </a:t>
            </a:r>
            <a:r>
              <a:rPr lang="en-US" dirty="0" err="1"/>
              <a:t>korumak</a:t>
            </a:r>
            <a:r>
              <a:rPr lang="en-US" dirty="0"/>
              <a:t> hem </a:t>
            </a:r>
            <a:r>
              <a:rPr lang="en-US" dirty="0" err="1"/>
              <a:t>annenin</a:t>
            </a:r>
            <a:r>
              <a:rPr lang="en-US" dirty="0"/>
              <a:t> hem </a:t>
            </a:r>
            <a:r>
              <a:rPr lang="en-US" dirty="0" err="1"/>
              <a:t>babanın</a:t>
            </a:r>
            <a:r>
              <a:rPr lang="en-US" dirty="0"/>
              <a:t> </a:t>
            </a:r>
            <a:r>
              <a:rPr lang="en-US" dirty="0" err="1"/>
              <a:t>dengeyle</a:t>
            </a:r>
            <a:r>
              <a:rPr lang="en-US" dirty="0"/>
              <a:t> </a:t>
            </a:r>
            <a:r>
              <a:rPr lang="en-US" dirty="0" err="1"/>
              <a:t>sorumluluğundadır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pPr marL="0" indent="0">
              <a:buNone/>
            </a:pPr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Sütten</a:t>
            </a:r>
            <a:r>
              <a:rPr lang="en-US" b="1" dirty="0"/>
              <a:t> </a:t>
            </a:r>
            <a:r>
              <a:rPr lang="en-US" b="1" dirty="0" err="1"/>
              <a:t>kesmek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danışmak</a:t>
            </a:r>
            <a:r>
              <a:rPr lang="en-US" b="1" dirty="0"/>
              <a:t> </a:t>
            </a:r>
            <a:r>
              <a:rPr lang="en-US" b="1" dirty="0" err="1"/>
              <a:t>gerekir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taraflı</a:t>
            </a:r>
            <a:r>
              <a:rPr lang="en-US" dirty="0"/>
              <a:t> </a:t>
            </a:r>
            <a:r>
              <a:rPr lang="en-US" dirty="0" err="1"/>
              <a:t>kararın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zarara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açabileceğini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: </a:t>
            </a:r>
            <a:r>
              <a:rPr lang="en-US" dirty="0" err="1"/>
              <a:t>Bebek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gıdaya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anne</a:t>
            </a:r>
            <a:r>
              <a:rPr lang="en-US" dirty="0"/>
              <a:t> </a:t>
            </a:r>
            <a:r>
              <a:rPr lang="en-US" dirty="0" err="1"/>
              <a:t>titreşimine</a:t>
            </a:r>
            <a:r>
              <a:rPr lang="en-US" dirty="0"/>
              <a:t> </a:t>
            </a:r>
            <a:r>
              <a:rPr lang="en-US" dirty="0" err="1"/>
              <a:t>bağlanmıştır</a:t>
            </a:r>
            <a:r>
              <a:rPr lang="en-US" dirty="0"/>
              <a:t>. Bu </a:t>
            </a:r>
            <a:r>
              <a:rPr lang="en-US" dirty="0" err="1"/>
              <a:t>bağ</a:t>
            </a:r>
            <a:r>
              <a:rPr lang="en-US" dirty="0"/>
              <a:t>, </a:t>
            </a:r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çözülmelidir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6. </a:t>
            </a:r>
          </a:p>
          <a:p>
            <a:r>
              <a:rPr lang="en-US" b="1" dirty="0"/>
              <a:t>“</a:t>
            </a:r>
            <a:r>
              <a:rPr lang="en-US" b="1" dirty="0" err="1"/>
              <a:t>Başka</a:t>
            </a:r>
            <a:r>
              <a:rPr lang="en-US" b="1" dirty="0"/>
              <a:t> </a:t>
            </a:r>
            <a:r>
              <a:rPr lang="en-US" b="1" dirty="0" err="1"/>
              <a:t>kadınla</a:t>
            </a:r>
            <a:r>
              <a:rPr lang="en-US" b="1" dirty="0"/>
              <a:t> </a:t>
            </a:r>
            <a:r>
              <a:rPr lang="en-US" b="1" dirty="0" err="1"/>
              <a:t>emzirme</a:t>
            </a:r>
            <a:r>
              <a:rPr lang="en-US" b="1" dirty="0"/>
              <a:t> </a:t>
            </a:r>
            <a:r>
              <a:rPr lang="en-US" b="1" dirty="0" err="1"/>
              <a:t>olabilir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Enerji </a:t>
            </a:r>
            <a:r>
              <a:rPr lang="en-US" dirty="0" err="1"/>
              <a:t>aktarımı</a:t>
            </a:r>
            <a:r>
              <a:rPr lang="en-US" dirty="0"/>
              <a:t> </a:t>
            </a:r>
            <a:r>
              <a:rPr lang="en-US" dirty="0" err="1"/>
              <a:t>sürdürülebilir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yeni </a:t>
            </a:r>
            <a:r>
              <a:rPr lang="en-US" dirty="0" err="1"/>
              <a:t>enerjiye</a:t>
            </a:r>
            <a:r>
              <a:rPr lang="en-US" dirty="0"/>
              <a:t> </a:t>
            </a:r>
            <a:r>
              <a:rPr lang="en-US" dirty="0" err="1"/>
              <a:t>uyumlu</a:t>
            </a:r>
            <a:r>
              <a:rPr lang="en-US" dirty="0"/>
              <a:t> </a:t>
            </a:r>
            <a:r>
              <a:rPr lang="en-US" dirty="0" err="1"/>
              <a:t>aktarım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Emzirecek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da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dengede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anneliğin</a:t>
            </a:r>
            <a:r>
              <a:rPr lang="en-US" dirty="0"/>
              <a:t> </a:t>
            </a:r>
            <a:r>
              <a:rPr lang="en-US" dirty="0" err="1"/>
              <a:t>kutsallığına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boyutuna</a:t>
            </a:r>
            <a:r>
              <a:rPr lang="en-US" dirty="0"/>
              <a:t> </a:t>
            </a:r>
            <a:r>
              <a:rPr lang="en-US" dirty="0" err="1"/>
              <a:t>uyandırır</a:t>
            </a:r>
            <a:r>
              <a:rPr lang="en-US" dirty="0"/>
              <a:t>: </a:t>
            </a:r>
            <a:r>
              <a:rPr lang="en-US" dirty="0" err="1"/>
              <a:t>Emzirme</a:t>
            </a:r>
            <a:r>
              <a:rPr lang="en-US" dirty="0"/>
              <a:t> =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bağdır</a:t>
            </a:r>
            <a:r>
              <a:rPr lang="en-US" dirty="0"/>
              <a:t>. Anne,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besler</a:t>
            </a:r>
            <a:r>
              <a:rPr lang="en-US" dirty="0"/>
              <a:t>. Baba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nafaka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annenin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de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</a:p>
          <a:p>
            <a:r>
              <a:rPr lang="en-US" dirty="0" err="1"/>
              <a:t>Çocukla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koparılacaksa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sevgiyle</a:t>
            </a:r>
            <a:r>
              <a:rPr lang="en-US" dirty="0"/>
              <a:t>, </a:t>
            </a:r>
            <a:r>
              <a:rPr lang="en-US" dirty="0" err="1"/>
              <a:t>danışarak</a:t>
            </a:r>
            <a:r>
              <a:rPr lang="en-US" dirty="0"/>
              <a:t> </a:t>
            </a:r>
            <a:r>
              <a:rPr lang="en-US" dirty="0" err="1"/>
              <a:t>yapılmalıdır</a:t>
            </a:r>
            <a:r>
              <a:rPr lang="en-US" dirty="0"/>
              <a:t>. </a:t>
            </a:r>
          </a:p>
          <a:p>
            <a:r>
              <a:rPr lang="en-US" dirty="0"/>
              <a:t>Enerji </a:t>
            </a:r>
            <a:r>
              <a:rPr lang="en-US" dirty="0" err="1"/>
              <a:t>değişiminde</a:t>
            </a:r>
            <a:r>
              <a:rPr lang="en-US" dirty="0"/>
              <a:t> </a:t>
            </a:r>
            <a:r>
              <a:rPr lang="en-US" dirty="0" err="1"/>
              <a:t>annenin</a:t>
            </a:r>
            <a:r>
              <a:rPr lang="en-US" dirty="0"/>
              <a:t> </a:t>
            </a:r>
            <a:r>
              <a:rPr lang="en-US" dirty="0" err="1"/>
              <a:t>dengesi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emzirecek</a:t>
            </a:r>
            <a:r>
              <a:rPr lang="en-US" dirty="0"/>
              <a:t> </a:t>
            </a:r>
            <a:r>
              <a:rPr lang="en-US" dirty="0" err="1"/>
              <a:t>kişinin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da </a:t>
            </a:r>
            <a:r>
              <a:rPr lang="en-US" dirty="0" err="1"/>
              <a:t>önemlidir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“Anne, </a:t>
            </a:r>
            <a:r>
              <a:rPr lang="en-US" dirty="0" err="1"/>
              <a:t>sütle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frekansıyla</a:t>
            </a:r>
            <a:r>
              <a:rPr lang="en-US" dirty="0"/>
              <a:t> </a:t>
            </a:r>
            <a:r>
              <a:rPr lang="en-US" dirty="0" err="1"/>
              <a:t>besler</a:t>
            </a:r>
            <a:r>
              <a:rPr lang="en-US" dirty="0"/>
              <a:t>. Ve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göğsü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besin</a:t>
            </a:r>
            <a:r>
              <a:rPr lang="en-US" dirty="0"/>
              <a:t> </a:t>
            </a:r>
            <a:r>
              <a:rPr lang="en-US" dirty="0" err="1"/>
              <a:t>kaynağı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ilk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kodlayıcısıdır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ayet,eşini</a:t>
            </a:r>
            <a:r>
              <a:rPr lang="en-US" dirty="0"/>
              <a:t> </a:t>
            </a:r>
            <a:r>
              <a:rPr lang="en-US" dirty="0" err="1"/>
              <a:t>kaybeden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,</a:t>
            </a:r>
          </a:p>
          <a:p>
            <a:r>
              <a:rPr lang="en-US" dirty="0" err="1"/>
              <a:t>rahmin</a:t>
            </a:r>
            <a:r>
              <a:rPr lang="en-US" dirty="0"/>
              <a:t> </a:t>
            </a:r>
            <a:r>
              <a:rPr lang="en-US" dirty="0" err="1"/>
              <a:t>kapanışı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sessizliği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doğuş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“Bir </a:t>
            </a:r>
            <a:r>
              <a:rPr lang="en-US" dirty="0" err="1"/>
              <a:t>aşk</a:t>
            </a:r>
            <a:r>
              <a:rPr lang="en-US" dirty="0"/>
              <a:t> </a:t>
            </a:r>
            <a:r>
              <a:rPr lang="en-US" dirty="0" err="1"/>
              <a:t>bittiğinde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bırakıp</a:t>
            </a:r>
            <a:r>
              <a:rPr lang="en-US" dirty="0"/>
              <a:t> </a:t>
            </a:r>
            <a:r>
              <a:rPr lang="en-US" dirty="0" err="1"/>
              <a:t>gittiğinde</a:t>
            </a:r>
            <a:r>
              <a:rPr lang="en-US" dirty="0"/>
              <a:t>…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rahmin</a:t>
            </a:r>
            <a:r>
              <a:rPr lang="en-US" dirty="0"/>
              <a:t> de </a:t>
            </a:r>
            <a:r>
              <a:rPr lang="en-US" dirty="0" err="1"/>
              <a:t>susar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sessizlik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yeni </a:t>
            </a:r>
            <a:r>
              <a:rPr lang="en-US" dirty="0" err="1"/>
              <a:t>yaratım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bekleyiştir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234</a:t>
            </a:r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“Bir </a:t>
            </a:r>
            <a:r>
              <a:rPr lang="en-US" dirty="0" err="1"/>
              <a:t>Kadın</a:t>
            </a:r>
            <a:r>
              <a:rPr lang="en-US" dirty="0"/>
              <a:t> Yas </a:t>
            </a:r>
            <a:r>
              <a:rPr lang="en-US" dirty="0" err="1"/>
              <a:t>Tutarken</a:t>
            </a:r>
            <a:r>
              <a:rPr lang="en-US" dirty="0"/>
              <a:t>, Yalnızca </a:t>
            </a:r>
            <a:r>
              <a:rPr lang="en-US" dirty="0" err="1"/>
              <a:t>Beklemez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Ruhu, Yeni Kodu </a:t>
            </a:r>
            <a:r>
              <a:rPr lang="en-US" dirty="0" err="1"/>
              <a:t>Yazmak</a:t>
            </a:r>
            <a:r>
              <a:rPr lang="en-US" dirty="0"/>
              <a:t> </a:t>
            </a:r>
            <a:r>
              <a:rPr lang="en-US" dirty="0" err="1"/>
              <a:t>İçin</a:t>
            </a:r>
            <a:r>
              <a:rPr lang="en-US" dirty="0"/>
              <a:t> </a:t>
            </a:r>
            <a:r>
              <a:rPr lang="en-US" dirty="0" err="1"/>
              <a:t>Derinleşir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Kayıp</a:t>
            </a:r>
            <a:r>
              <a:rPr lang="en-US" dirty="0"/>
              <a:t>, </a:t>
            </a:r>
            <a:r>
              <a:rPr lang="en-US" dirty="0" err="1"/>
              <a:t>Yavaşlayan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Rahmi </a:t>
            </a:r>
            <a:r>
              <a:rPr lang="en-US" dirty="0" err="1"/>
              <a:t>Arındırır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Dönüştürür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7160071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C2A36B1-F2C5-B463-B606-620C9CCDBAFF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234.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İçinizden</a:t>
            </a:r>
            <a:r>
              <a:rPr lang="en-US" dirty="0"/>
              <a:t> </a:t>
            </a:r>
            <a:r>
              <a:rPr lang="en-US" dirty="0" err="1"/>
              <a:t>ölenlerin</a:t>
            </a:r>
            <a:r>
              <a:rPr lang="en-US" dirty="0"/>
              <a:t> </a:t>
            </a:r>
            <a:r>
              <a:rPr lang="en-US" dirty="0" err="1"/>
              <a:t>geride</a:t>
            </a:r>
            <a:r>
              <a:rPr lang="en-US" dirty="0"/>
              <a:t> </a:t>
            </a:r>
            <a:r>
              <a:rPr lang="en-US" dirty="0" err="1"/>
              <a:t>bıraktıkları</a:t>
            </a:r>
            <a:r>
              <a:rPr lang="en-US" dirty="0"/>
              <a:t> </a:t>
            </a:r>
            <a:r>
              <a:rPr lang="en-US" dirty="0" err="1"/>
              <a:t>eşler,dört</a:t>
            </a:r>
            <a:r>
              <a:rPr lang="en-US" dirty="0"/>
              <a:t> ay on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kendilerine</a:t>
            </a:r>
            <a:r>
              <a:rPr lang="en-US" dirty="0"/>
              <a:t> </a:t>
            </a:r>
            <a:r>
              <a:rPr lang="en-US" dirty="0" err="1"/>
              <a:t>beklesinler.Bu</a:t>
            </a:r>
            <a:r>
              <a:rPr lang="en-US" dirty="0"/>
              <a:t> </a:t>
            </a:r>
            <a:r>
              <a:rPr lang="en-US" dirty="0" err="1"/>
              <a:t>süreyi</a:t>
            </a:r>
            <a:r>
              <a:rPr lang="en-US" dirty="0"/>
              <a:t> </a:t>
            </a:r>
            <a:r>
              <a:rPr lang="en-US" dirty="0" err="1"/>
              <a:t>tamamladıklarında,kendileri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meşru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yaptıklarından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size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ayrılığın</a:t>
            </a:r>
            <a:r>
              <a:rPr lang="en-US" dirty="0"/>
              <a:t> </a:t>
            </a:r>
            <a:r>
              <a:rPr lang="en-US" dirty="0" err="1"/>
              <a:t>bedensel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etkisini</a:t>
            </a:r>
            <a:r>
              <a:rPr lang="en-US" dirty="0"/>
              <a:t> </a:t>
            </a:r>
            <a:r>
              <a:rPr lang="en-US" dirty="0" err="1"/>
              <a:t>işler.Ve</a:t>
            </a:r>
            <a:r>
              <a:rPr lang="en-US" dirty="0"/>
              <a:t> </a:t>
            </a:r>
            <a:r>
              <a:rPr lang="en-US" dirty="0" err="1"/>
              <a:t>seni</a:t>
            </a:r>
            <a:endParaRPr lang="en-US" dirty="0"/>
          </a:p>
          <a:p>
            <a:r>
              <a:rPr lang="en-US" dirty="0" err="1"/>
              <a:t>yasın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götürür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Dört</a:t>
            </a:r>
            <a:r>
              <a:rPr lang="en-US" b="1" dirty="0"/>
              <a:t> ay on </a:t>
            </a:r>
            <a:r>
              <a:rPr lang="en-US" b="1" dirty="0" err="1"/>
              <a:t>gün</a:t>
            </a:r>
            <a:r>
              <a:rPr lang="en-US" b="1" dirty="0"/>
              <a:t> </a:t>
            </a:r>
            <a:r>
              <a:rPr lang="en-US" b="1" dirty="0" err="1"/>
              <a:t>beklesinler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: 4 ay + 10 </a:t>
            </a:r>
            <a:r>
              <a:rPr lang="en-US" dirty="0" err="1"/>
              <a:t>gün</a:t>
            </a:r>
            <a:r>
              <a:rPr lang="en-US" dirty="0"/>
              <a:t> = 130 </a:t>
            </a:r>
            <a:r>
              <a:rPr lang="en-US" dirty="0" err="1"/>
              <a:t>gün</a:t>
            </a:r>
            <a:r>
              <a:rPr lang="en-US" dirty="0"/>
              <a:t> </a:t>
            </a:r>
          </a:p>
          <a:p>
            <a:r>
              <a:rPr lang="en-US" dirty="0"/>
              <a:t>Bir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rahme</a:t>
            </a:r>
            <a:r>
              <a:rPr lang="en-US" dirty="0"/>
              <a:t> </a:t>
            </a:r>
            <a:r>
              <a:rPr lang="en-US" dirty="0" err="1"/>
              <a:t>düşüp</a:t>
            </a:r>
            <a:r>
              <a:rPr lang="en-US" dirty="0"/>
              <a:t> </a:t>
            </a:r>
            <a:r>
              <a:rPr lang="en-US" dirty="0" err="1"/>
              <a:t>hayat</a:t>
            </a:r>
            <a:r>
              <a:rPr lang="en-US" dirty="0"/>
              <a:t> </a:t>
            </a:r>
            <a:r>
              <a:rPr lang="en-US" dirty="0" err="1"/>
              <a:t>kazanmasıyla</a:t>
            </a:r>
            <a:r>
              <a:rPr lang="en-US" dirty="0"/>
              <a:t> </a:t>
            </a:r>
            <a:r>
              <a:rPr lang="en-US" dirty="0" err="1"/>
              <a:t>eşdeğerdir</a:t>
            </a:r>
            <a:r>
              <a:rPr lang="en-US" dirty="0"/>
              <a:t>. 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eşini</a:t>
            </a:r>
            <a:r>
              <a:rPr lang="en-US" dirty="0"/>
              <a:t> </a:t>
            </a:r>
            <a:r>
              <a:rPr lang="en-US" dirty="0" err="1"/>
              <a:t>kaybettiğinde</a:t>
            </a:r>
            <a:r>
              <a:rPr lang="en-US" dirty="0"/>
              <a:t>… </a:t>
            </a:r>
            <a:r>
              <a:rPr lang="en-US" dirty="0" err="1"/>
              <a:t>rahmi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frekansından</a:t>
            </a:r>
            <a:r>
              <a:rPr lang="en-US" dirty="0"/>
              <a:t> </a:t>
            </a:r>
            <a:r>
              <a:rPr lang="en-US" dirty="0" err="1"/>
              <a:t>arınıp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doğmaya</a:t>
            </a:r>
            <a:r>
              <a:rPr lang="en-US" dirty="0"/>
              <a:t> </a:t>
            </a:r>
            <a:r>
              <a:rPr lang="en-US" dirty="0" err="1"/>
              <a:t>hazırlanır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“Kendi </a:t>
            </a:r>
            <a:r>
              <a:rPr lang="en-US" b="1" dirty="0" err="1"/>
              <a:t>kendilerine</a:t>
            </a:r>
            <a:r>
              <a:rPr lang="en-US" b="1" dirty="0"/>
              <a:t> </a:t>
            </a:r>
            <a:r>
              <a:rPr lang="en-US" b="1" dirty="0" err="1"/>
              <a:t>beklesinler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: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yönlendirilmez</a:t>
            </a:r>
            <a:r>
              <a:rPr lang="tr-TR" dirty="0"/>
              <a:t>.</a:t>
            </a:r>
            <a:r>
              <a:rPr lang="en-US" dirty="0" err="1"/>
              <a:t>Başkaları</a:t>
            </a:r>
            <a:r>
              <a:rPr lang="en-US" dirty="0"/>
              <a:t> </a:t>
            </a:r>
            <a:r>
              <a:rPr lang="en-US" dirty="0" err="1"/>
              <a:t>karışamaz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Bu,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alanıdır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alana</a:t>
            </a:r>
            <a:r>
              <a:rPr lang="en-US" dirty="0"/>
              <a:t> </a:t>
            </a:r>
            <a:r>
              <a:rPr lang="en-US" dirty="0" err="1"/>
              <a:t>dokunulmazlık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“Bu </a:t>
            </a:r>
            <a:r>
              <a:rPr lang="en-US" b="1" dirty="0" err="1"/>
              <a:t>süreden</a:t>
            </a:r>
            <a:r>
              <a:rPr lang="en-US" b="1" dirty="0"/>
              <a:t> </a:t>
            </a:r>
            <a:r>
              <a:rPr lang="en-US" b="1" dirty="0" err="1"/>
              <a:t>sonra</a:t>
            </a:r>
            <a:r>
              <a:rPr lang="en-US" b="1" dirty="0"/>
              <a:t> </a:t>
            </a:r>
            <a:r>
              <a:rPr lang="en-US" b="1" dirty="0" err="1"/>
              <a:t>yaptıklarından</a:t>
            </a:r>
            <a:r>
              <a:rPr lang="en-US" b="1" dirty="0"/>
              <a:t> size </a:t>
            </a:r>
            <a:r>
              <a:rPr lang="en-US" b="1" dirty="0" err="1"/>
              <a:t>sorumluluk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ifade</a:t>
            </a:r>
            <a:r>
              <a:rPr lang="en-US" dirty="0"/>
              <a:t> der ki: 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dinlediyse</a:t>
            </a:r>
            <a:r>
              <a:rPr lang="en-US" dirty="0"/>
              <a:t>…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merkezinden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verdiyse</a:t>
            </a:r>
            <a:r>
              <a:rPr lang="en-US" dirty="0"/>
              <a:t>…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seçimi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korunur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yaptıklarınızdan</a:t>
            </a:r>
            <a:r>
              <a:rPr lang="en-US" b="1" dirty="0"/>
              <a:t> </a:t>
            </a:r>
            <a:r>
              <a:rPr lang="en-US" b="1" dirty="0" err="1"/>
              <a:t>haberdardır</a:t>
            </a:r>
            <a:r>
              <a:rPr lang="en-US" b="1" dirty="0"/>
              <a:t>.”</a:t>
            </a:r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eylemini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niyetini</a:t>
            </a:r>
            <a:r>
              <a:rPr lang="en-US" dirty="0"/>
              <a:t> de </a:t>
            </a:r>
            <a:r>
              <a:rPr lang="en-US" dirty="0" err="1"/>
              <a:t>izler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Özellikle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süreçte</a:t>
            </a:r>
            <a:r>
              <a:rPr lang="en-US" dirty="0"/>
              <a:t>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baskı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, </a:t>
            </a:r>
            <a:r>
              <a:rPr lang="en-US" dirty="0" err="1"/>
              <a:t>yönlendiren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yasına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göstermeyen</a:t>
            </a:r>
            <a:r>
              <a:rPr lang="en-US" dirty="0"/>
              <a:t> her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altındadır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yasın</a:t>
            </a:r>
            <a:r>
              <a:rPr lang="en-US" dirty="0"/>
              <a:t> </a:t>
            </a:r>
            <a:r>
              <a:rPr lang="en-US" dirty="0" err="1"/>
              <a:t>kutsallığına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geçişine</a:t>
            </a:r>
            <a:r>
              <a:rPr lang="en-US" dirty="0"/>
              <a:t> </a:t>
            </a:r>
            <a:r>
              <a:rPr lang="en-US" dirty="0" err="1"/>
              <a:t>farkındalıkla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</a:t>
            </a:r>
            <a:r>
              <a:rPr lang="en-US" dirty="0" err="1"/>
              <a:t>Eşini</a:t>
            </a:r>
            <a:r>
              <a:rPr lang="en-US" dirty="0"/>
              <a:t> </a:t>
            </a:r>
            <a:r>
              <a:rPr lang="en-US" dirty="0" err="1"/>
              <a:t>kaybeden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rahmini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sessizliğe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Bu </a:t>
            </a:r>
            <a:r>
              <a:rPr lang="en-US" dirty="0" err="1"/>
              <a:t>süre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sıfırlanmadır</a:t>
            </a:r>
            <a:r>
              <a:rPr lang="en-US" dirty="0"/>
              <a:t>. 4 ay 10 </a:t>
            </a:r>
            <a:r>
              <a:rPr lang="en-US" dirty="0" err="1"/>
              <a:t>gün</a:t>
            </a:r>
            <a:r>
              <a:rPr lang="en-US" dirty="0"/>
              <a:t> =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kodlanma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+ </a:t>
            </a:r>
            <a:r>
              <a:rPr lang="en-US" dirty="0" err="1"/>
              <a:t>doğuma</a:t>
            </a:r>
            <a:r>
              <a:rPr lang="en-US" dirty="0"/>
              <a:t> </a:t>
            </a:r>
            <a:r>
              <a:rPr lang="en-US" dirty="0" err="1"/>
              <a:t>hazırlık</a:t>
            </a:r>
            <a:r>
              <a:rPr lang="en-US" dirty="0"/>
              <a:t> </a:t>
            </a:r>
            <a:r>
              <a:rPr lang="en-US" dirty="0" err="1"/>
              <a:t>süresidir</a:t>
            </a:r>
            <a:r>
              <a:rPr lang="en-US" dirty="0"/>
              <a:t>.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süreçteki</a:t>
            </a:r>
            <a:r>
              <a:rPr lang="en-US" dirty="0"/>
              <a:t> </a:t>
            </a:r>
            <a:r>
              <a:rPr lang="en-US" dirty="0" err="1"/>
              <a:t>kararları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iradesidir</a:t>
            </a:r>
            <a:r>
              <a:rPr lang="en-US" dirty="0"/>
              <a:t> —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müdahale</a:t>
            </a:r>
            <a:r>
              <a:rPr lang="en-US" dirty="0"/>
              <a:t> </a:t>
            </a:r>
            <a:r>
              <a:rPr lang="en-US" dirty="0" err="1"/>
              <a:t>edemez</a:t>
            </a:r>
            <a:r>
              <a:rPr lang="en-US" dirty="0"/>
              <a:t>. Yasa </a:t>
            </a:r>
            <a:r>
              <a:rPr lang="en-US" dirty="0" err="1"/>
              <a:t>saygı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en-US" dirty="0"/>
              <a:t>. </a:t>
            </a:r>
          </a:p>
          <a:p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sustuğunda</a:t>
            </a:r>
            <a:r>
              <a:rPr lang="en-US" dirty="0"/>
              <a:t>… o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tutmaz</a:t>
            </a:r>
            <a:r>
              <a:rPr lang="en-US" dirty="0"/>
              <a:t>. O,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frekansları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yazmaya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sessizlikten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kader</a:t>
            </a:r>
            <a:r>
              <a:rPr lang="en-US" dirty="0"/>
              <a:t> </a:t>
            </a:r>
            <a:r>
              <a:rPr lang="en-US" dirty="0" err="1"/>
              <a:t>doğar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5165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E53F5C9-9648-C81B-3DBC-7E903DBFABF1}"/>
              </a:ext>
            </a:extLst>
          </p:cNvPr>
          <p:cNvSpPr txBox="1"/>
          <p:nvPr/>
        </p:nvSpPr>
        <p:spPr>
          <a:xfrm>
            <a:off x="-1" y="0"/>
            <a:ext cx="6858001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ayet,yas</a:t>
            </a:r>
            <a:r>
              <a:rPr lang="en-US" dirty="0"/>
              <a:t> </a:t>
            </a:r>
            <a:r>
              <a:rPr lang="en-US" dirty="0" err="1"/>
              <a:t>hâlindeki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yönelen</a:t>
            </a:r>
            <a:r>
              <a:rPr lang="en-US" dirty="0"/>
              <a:t> </a:t>
            </a:r>
            <a:r>
              <a:rPr lang="en-US" dirty="0" err="1"/>
              <a:t>enerjilerin</a:t>
            </a:r>
            <a:r>
              <a:rPr lang="tr-TR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gerektiğini,niyetin</a:t>
            </a:r>
            <a:r>
              <a:rPr lang="en-US" dirty="0"/>
              <a:t> bile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tutulması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“Bir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acıdayken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yaklaşmak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titreşimin</a:t>
            </a:r>
            <a:r>
              <a:rPr lang="en-US" dirty="0"/>
              <a:t> de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giymeli</a:t>
            </a:r>
            <a:r>
              <a:rPr lang="en-US" dirty="0"/>
              <a:t>. Yas </a:t>
            </a:r>
            <a:r>
              <a:rPr lang="en-US" dirty="0" err="1"/>
              <a:t>hâlindeki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yıkımdan</a:t>
            </a:r>
            <a:r>
              <a:rPr lang="en-US" dirty="0"/>
              <a:t> </a:t>
            </a:r>
            <a:r>
              <a:rPr lang="en-US" dirty="0" err="1"/>
              <a:t>geçerken</a:t>
            </a:r>
            <a:r>
              <a:rPr lang="en-US" dirty="0"/>
              <a:t>…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beklemelisin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235</a:t>
            </a:r>
            <a:br>
              <a:rPr lang="en-US" dirty="0"/>
            </a:b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“Bir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Yasına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Bekleyerek</a:t>
            </a:r>
            <a:r>
              <a:rPr lang="en-US" dirty="0"/>
              <a:t> </a:t>
            </a:r>
            <a:r>
              <a:rPr lang="en-US" dirty="0" err="1"/>
              <a:t>Dokunmaktır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Yönelmek</a:t>
            </a:r>
            <a:r>
              <a:rPr lang="en-US" dirty="0"/>
              <a:t>, </a:t>
            </a:r>
            <a:r>
              <a:rPr lang="en-US" dirty="0" err="1"/>
              <a:t>Fakat</a:t>
            </a:r>
            <a:r>
              <a:rPr lang="en-US" dirty="0"/>
              <a:t> Zamana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Duymak</a:t>
            </a:r>
            <a:r>
              <a:rPr lang="en-US" dirty="0"/>
              <a:t> İlahi </a:t>
            </a:r>
            <a:r>
              <a:rPr lang="en-US" dirty="0" err="1"/>
              <a:t>Ahlâktır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235.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İddet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kadınlara</a:t>
            </a:r>
            <a:r>
              <a:rPr lang="tr-TR" dirty="0"/>
              <a:t> </a:t>
            </a:r>
            <a:r>
              <a:rPr lang="en-US" dirty="0" err="1"/>
              <a:t>evlenme</a:t>
            </a:r>
            <a:r>
              <a:rPr lang="en-US" dirty="0"/>
              <a:t> </a:t>
            </a:r>
            <a:r>
              <a:rPr lang="en-US" dirty="0" err="1"/>
              <a:t>teklifi</a:t>
            </a:r>
            <a:r>
              <a:rPr lang="en-US" dirty="0"/>
              <a:t> </a:t>
            </a:r>
            <a:r>
              <a:rPr lang="en-US" dirty="0" err="1"/>
              <a:t>yapmanızda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kalbinizden</a:t>
            </a:r>
            <a:r>
              <a:rPr lang="en-US" dirty="0"/>
              <a:t> </a:t>
            </a:r>
            <a:r>
              <a:rPr lang="en-US" dirty="0" err="1"/>
              <a:t>geçirmenizde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sakınca</a:t>
            </a:r>
            <a:r>
              <a:rPr lang="en-US" dirty="0"/>
              <a:t> </a:t>
            </a:r>
            <a:r>
              <a:rPr lang="en-US" dirty="0" err="1"/>
              <a:t>yoktur.Allah</a:t>
            </a:r>
            <a:r>
              <a:rPr lang="en-US" dirty="0"/>
              <a:t>,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anacağınızı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bilir.Ama</a:t>
            </a:r>
            <a:r>
              <a:rPr lang="en-US" dirty="0"/>
              <a:t> </a:t>
            </a:r>
            <a:r>
              <a:rPr lang="en-US" dirty="0" err="1"/>
              <a:t>gizlice</a:t>
            </a:r>
            <a:r>
              <a:rPr lang="en-US" dirty="0"/>
              <a:t> </a:t>
            </a:r>
            <a:r>
              <a:rPr lang="en-US" dirty="0" err="1"/>
              <a:t>sözleşmeyin.Ancak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söyleyin</a:t>
            </a:r>
            <a:r>
              <a:rPr lang="en-US" dirty="0"/>
              <a:t>.</a:t>
            </a:r>
          </a:p>
          <a:p>
            <a:r>
              <a:rPr lang="en-US" dirty="0" err="1"/>
              <a:t>Bekleme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 </a:t>
            </a:r>
            <a:r>
              <a:rPr lang="en-US" dirty="0" err="1"/>
              <a:t>bitene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evlilik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kurmaya</a:t>
            </a:r>
            <a:r>
              <a:rPr lang="en-US" dirty="0"/>
              <a:t> </a:t>
            </a:r>
            <a:r>
              <a:rPr lang="en-US" dirty="0" err="1"/>
              <a:t>kalkışmayın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kalbinizdekini</a:t>
            </a:r>
            <a:r>
              <a:rPr lang="en-US" dirty="0"/>
              <a:t> </a:t>
            </a:r>
            <a:r>
              <a:rPr lang="en-US" dirty="0" err="1"/>
              <a:t>bilir.O’ndan</a:t>
            </a:r>
            <a:r>
              <a:rPr lang="en-US" dirty="0"/>
              <a:t> </a:t>
            </a:r>
            <a:r>
              <a:rPr lang="en-US" dirty="0" err="1"/>
              <a:t>korkun.Bilin</a:t>
            </a:r>
            <a:r>
              <a:rPr lang="en-US" dirty="0"/>
              <a:t> ki Allah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bağışlayıcı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halîmdir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b="1" dirty="0"/>
              <a:t>235.</a:t>
            </a:r>
            <a:r>
              <a:rPr lang="en-US" b="1" dirty="0"/>
              <a:t>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alanınaenerjiyle</a:t>
            </a:r>
            <a:r>
              <a:rPr lang="en-US" dirty="0"/>
              <a:t> </a:t>
            </a:r>
            <a:r>
              <a:rPr lang="en-US" dirty="0" err="1"/>
              <a:t>yaklaşmanın</a:t>
            </a:r>
            <a:r>
              <a:rPr lang="en-US" dirty="0"/>
              <a:t> </a:t>
            </a:r>
            <a:r>
              <a:rPr lang="en-US" dirty="0" err="1"/>
              <a:t>adabını</a:t>
            </a:r>
            <a:r>
              <a:rPr lang="en-US" dirty="0"/>
              <a:t> </a:t>
            </a:r>
            <a:r>
              <a:rPr lang="en-US" dirty="0" err="1"/>
              <a:t>öğretir.Ve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:“Senin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… ama </a:t>
            </a:r>
            <a:r>
              <a:rPr lang="en-US" dirty="0" err="1"/>
              <a:t>zamanlama</a:t>
            </a:r>
            <a:r>
              <a:rPr lang="en-US" dirty="0"/>
              <a:t> </a:t>
            </a:r>
            <a:r>
              <a:rPr lang="en-US" dirty="0" err="1"/>
              <a:t>kutsaldır</a:t>
            </a:r>
            <a:r>
              <a:rPr lang="en-US" dirty="0"/>
              <a:t>. Yas </a:t>
            </a:r>
            <a:r>
              <a:rPr lang="en-US" dirty="0" err="1"/>
              <a:t>hâlinde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, </a:t>
            </a:r>
            <a:r>
              <a:rPr lang="en-US" dirty="0" err="1"/>
              <a:t>henüz</a:t>
            </a:r>
            <a:r>
              <a:rPr lang="en-US" dirty="0"/>
              <a:t> yeni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kaldıramaz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Evlenme</a:t>
            </a:r>
            <a:r>
              <a:rPr lang="en-US" b="1" dirty="0"/>
              <a:t> </a:t>
            </a:r>
            <a:r>
              <a:rPr lang="en-US" b="1" dirty="0" err="1"/>
              <a:t>teklif</a:t>
            </a:r>
            <a:r>
              <a:rPr lang="en-US" b="1" dirty="0"/>
              <a:t> </a:t>
            </a:r>
            <a:r>
              <a:rPr lang="en-US" b="1" dirty="0" err="1"/>
              <a:t>etmeniz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kalpten</a:t>
            </a:r>
            <a:r>
              <a:rPr lang="en-US" b="1" dirty="0"/>
              <a:t> </a:t>
            </a:r>
            <a:r>
              <a:rPr lang="en-US" b="1" dirty="0" err="1"/>
              <a:t>geçirmeniz</a:t>
            </a:r>
            <a:r>
              <a:rPr lang="en-US" b="1" dirty="0"/>
              <a:t> </a:t>
            </a:r>
            <a:r>
              <a:rPr lang="en-US" b="1" dirty="0" err="1"/>
              <a:t>sakınca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suçlamaz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Ve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kalbi </a:t>
            </a:r>
            <a:r>
              <a:rPr lang="en-US" dirty="0" err="1"/>
              <a:t>hissedebilir</a:t>
            </a:r>
            <a:r>
              <a:rPr lang="en-US" dirty="0"/>
              <a:t>. 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suç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titreşimdir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“Ama </a:t>
            </a:r>
            <a:r>
              <a:rPr lang="en-US" b="1" dirty="0" err="1"/>
              <a:t>gizlice</a:t>
            </a:r>
            <a:r>
              <a:rPr lang="en-US" b="1" dirty="0"/>
              <a:t> </a:t>
            </a:r>
            <a:r>
              <a:rPr lang="en-US" b="1" dirty="0" err="1"/>
              <a:t>sözleşmeyin</a:t>
            </a:r>
            <a:r>
              <a:rPr lang="en-US" b="1" dirty="0"/>
              <a:t>.”</a:t>
            </a:r>
          </a:p>
          <a:p>
            <a:pPr marL="0" indent="0">
              <a:buNone/>
            </a:pPr>
            <a:r>
              <a:rPr lang="en-US" dirty="0"/>
              <a:t>Yani: </a:t>
            </a:r>
            <a:r>
              <a:rPr lang="en-US" dirty="0" err="1"/>
              <a:t>Sinsi</a:t>
            </a:r>
            <a:r>
              <a:rPr lang="en-US" dirty="0"/>
              <a:t> </a:t>
            </a:r>
            <a:r>
              <a:rPr lang="en-US" dirty="0" err="1"/>
              <a:t>planlar</a:t>
            </a:r>
            <a:r>
              <a:rPr lang="en-US" dirty="0"/>
              <a:t> </a:t>
            </a:r>
            <a:r>
              <a:rPr lang="en-US" dirty="0" err="1"/>
              <a:t>Psikolojik</a:t>
            </a:r>
            <a:r>
              <a:rPr lang="en-US" dirty="0"/>
              <a:t> </a:t>
            </a:r>
            <a:r>
              <a:rPr lang="en-US" dirty="0" err="1"/>
              <a:t>yönlendirmeler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yasını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yaklaşmak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bozar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“Senin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da… </a:t>
            </a:r>
            <a:r>
              <a:rPr lang="en-US" dirty="0" err="1"/>
              <a:t>davranışın</a:t>
            </a:r>
            <a:r>
              <a:rPr lang="en-US" dirty="0"/>
              <a:t>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en-US" dirty="0" err="1"/>
              <a:t>değilse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programlamadır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3357271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0E86A0D-9D3E-3616-8868-6A38F0B98FEB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3. </a:t>
            </a:r>
          </a:p>
          <a:p>
            <a:r>
              <a:rPr lang="en-US" b="1" dirty="0"/>
              <a:t>“Uygun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söz</a:t>
            </a:r>
            <a:r>
              <a:rPr lang="en-US" b="1" dirty="0"/>
              <a:t> </a:t>
            </a:r>
            <a:r>
              <a:rPr lang="en-US" b="1" dirty="0" err="1"/>
              <a:t>söyleyin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Açık, </a:t>
            </a:r>
            <a:r>
              <a:rPr lang="en-US" dirty="0" err="1"/>
              <a:t>dürüst</a:t>
            </a:r>
            <a:r>
              <a:rPr lang="en-US" dirty="0"/>
              <a:t>, </a:t>
            </a:r>
            <a:r>
              <a:rPr lang="en-US" dirty="0" err="1"/>
              <a:t>zarif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ifade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Baskı</a:t>
            </a:r>
            <a:r>
              <a:rPr lang="en-US" dirty="0"/>
              <a:t> </a:t>
            </a:r>
            <a:r>
              <a:rPr lang="en-US" dirty="0" err="1"/>
              <a:t>içermeyen</a:t>
            </a:r>
            <a:r>
              <a:rPr lang="en-US" dirty="0"/>
              <a:t> </a:t>
            </a:r>
          </a:p>
          <a:p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yaklaşım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titreşen</a:t>
            </a:r>
            <a:r>
              <a:rPr lang="en-US" dirty="0"/>
              <a:t> </a:t>
            </a:r>
            <a:r>
              <a:rPr lang="en-US" dirty="0" err="1"/>
              <a:t>niyettir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“Zengin </a:t>
            </a:r>
            <a:r>
              <a:rPr lang="en-US" b="1" dirty="0" err="1"/>
              <a:t>gücüne</a:t>
            </a:r>
            <a:r>
              <a:rPr lang="en-US" b="1" dirty="0"/>
              <a:t> </a:t>
            </a:r>
            <a:r>
              <a:rPr lang="en-US" b="1" dirty="0" err="1"/>
              <a:t>göre</a:t>
            </a:r>
            <a:r>
              <a:rPr lang="en-US" b="1" dirty="0"/>
              <a:t>, </a:t>
            </a:r>
            <a:r>
              <a:rPr lang="en-US" b="1" dirty="0" err="1"/>
              <a:t>yoksul</a:t>
            </a:r>
            <a:r>
              <a:rPr lang="en-US" b="1" dirty="0"/>
              <a:t> </a:t>
            </a:r>
            <a:r>
              <a:rPr lang="en-US" b="1" dirty="0" err="1"/>
              <a:t>gücüne</a:t>
            </a:r>
            <a:r>
              <a:rPr lang="en-US" b="1" dirty="0"/>
              <a:t> </a:t>
            </a:r>
            <a:r>
              <a:rPr lang="en-US" b="1" dirty="0" err="1"/>
              <a:t>göre</a:t>
            </a:r>
            <a:r>
              <a:rPr lang="en-US" b="1" dirty="0"/>
              <a:t> </a:t>
            </a:r>
            <a:r>
              <a:rPr lang="en-US" b="1" dirty="0" err="1"/>
              <a:t>versin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ölçü</a:t>
            </a:r>
            <a:r>
              <a:rPr lang="en-US" dirty="0"/>
              <a:t>: </a:t>
            </a:r>
            <a:r>
              <a:rPr lang="en-US" dirty="0" err="1"/>
              <a:t>Parayla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samimiyetle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: Bir </a:t>
            </a:r>
            <a:r>
              <a:rPr lang="en-US" dirty="0" err="1"/>
              <a:t>teşekkür</a:t>
            </a:r>
            <a:r>
              <a:rPr lang="en-US" dirty="0"/>
              <a:t> </a:t>
            </a:r>
          </a:p>
          <a:p>
            <a:r>
              <a:rPr lang="en-US" dirty="0"/>
              <a:t>Bir </a:t>
            </a:r>
            <a:r>
              <a:rPr lang="en-US" dirty="0" err="1"/>
              <a:t>zarif</a:t>
            </a:r>
            <a:r>
              <a:rPr lang="en-US" dirty="0"/>
              <a:t> </a:t>
            </a:r>
            <a:r>
              <a:rPr lang="en-US" dirty="0" err="1"/>
              <a:t>mektup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Bir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bile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kapanışı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der ki: “Ver, ama </a:t>
            </a:r>
            <a:r>
              <a:rPr lang="en-US" dirty="0" err="1"/>
              <a:t>kalpten</a:t>
            </a:r>
            <a:r>
              <a:rPr lang="en-US" dirty="0"/>
              <a:t> ver.”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“Bu </a:t>
            </a:r>
            <a:r>
              <a:rPr lang="en-US" b="1" dirty="0" err="1"/>
              <a:t>iyilik</a:t>
            </a:r>
            <a:r>
              <a:rPr lang="en-US" b="1" dirty="0"/>
              <a:t> </a:t>
            </a:r>
            <a:r>
              <a:rPr lang="en-US" b="1" dirty="0" err="1"/>
              <a:t>yapanlara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haktır</a:t>
            </a:r>
            <a:r>
              <a:rPr lang="en-US" b="1" dirty="0"/>
              <a:t>.”</a:t>
            </a:r>
          </a:p>
          <a:p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senin</a:t>
            </a:r>
            <a:r>
              <a:rPr lang="en-US" dirty="0"/>
              <a:t> de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temizliktir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başladığın</a:t>
            </a:r>
            <a:r>
              <a:rPr lang="en-US" dirty="0"/>
              <a:t> ama </a:t>
            </a:r>
            <a:r>
              <a:rPr lang="en-US" dirty="0" err="1"/>
              <a:t>bitirdiğin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temizlemeden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, </a:t>
            </a:r>
            <a:r>
              <a:rPr lang="en-US" dirty="0" err="1"/>
              <a:t>arkada</a:t>
            </a:r>
            <a:r>
              <a:rPr lang="en-US" dirty="0"/>
              <a:t>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düğümleri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kapılarda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kurulmayan</a:t>
            </a:r>
            <a:r>
              <a:rPr lang="en-US" dirty="0"/>
              <a:t> </a:t>
            </a:r>
            <a:r>
              <a:rPr lang="en-US" dirty="0" err="1"/>
              <a:t>ilişkilerin</a:t>
            </a:r>
            <a:r>
              <a:rPr lang="en-US" dirty="0"/>
              <a:t> bile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farkındalığına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Bir </a:t>
            </a:r>
            <a:r>
              <a:rPr lang="en-US" dirty="0" err="1"/>
              <a:t>niyet</a:t>
            </a:r>
            <a:r>
              <a:rPr lang="en-US" dirty="0"/>
              <a:t> bile </a:t>
            </a:r>
            <a:r>
              <a:rPr lang="en-US" dirty="0" err="1"/>
              <a:t>frekanstır</a:t>
            </a:r>
            <a:r>
              <a:rPr lang="en-US" dirty="0"/>
              <a:t> 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bitişi</a:t>
            </a:r>
            <a:r>
              <a:rPr lang="en-US" dirty="0"/>
              <a:t> </a:t>
            </a:r>
            <a:r>
              <a:rPr lang="en-US" dirty="0" err="1"/>
              <a:t>temizlenmelidir</a:t>
            </a:r>
            <a:r>
              <a:rPr lang="en-US" dirty="0"/>
              <a:t>.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 </a:t>
            </a:r>
            <a:r>
              <a:rPr lang="en-US" dirty="0" err="1"/>
              <a:t>olmasa</a:t>
            </a:r>
            <a:r>
              <a:rPr lang="en-US" dirty="0"/>
              <a:t> da, o </a:t>
            </a:r>
            <a:r>
              <a:rPr lang="en-US" dirty="0" err="1"/>
              <a:t>bağda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. Bu </a:t>
            </a:r>
            <a:r>
              <a:rPr lang="en-US" dirty="0" err="1"/>
              <a:t>yankıyı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kapatmak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umut</a:t>
            </a:r>
            <a:r>
              <a:rPr lang="en-US" dirty="0"/>
              <a:t>,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duygu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bedel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telafisi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dokunmadın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… ama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dokundun</a:t>
            </a:r>
            <a:r>
              <a:rPr lang="en-US" dirty="0"/>
              <a:t>.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dokunuşu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al.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aşk</a:t>
            </a:r>
            <a:r>
              <a:rPr lang="en-US" dirty="0"/>
              <a:t>, </a:t>
            </a:r>
            <a:r>
              <a:rPr lang="en-US" dirty="0" err="1"/>
              <a:t>başlamasa</a:t>
            </a:r>
            <a:r>
              <a:rPr lang="en-US" dirty="0"/>
              <a:t> bile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ayet,verilmiş</a:t>
            </a:r>
            <a:r>
              <a:rPr lang="en-US" dirty="0"/>
              <a:t> </a:t>
            </a:r>
            <a:r>
              <a:rPr lang="en-US" dirty="0" err="1"/>
              <a:t>sözün</a:t>
            </a:r>
            <a:r>
              <a:rPr lang="en-US" dirty="0"/>
              <a:t>, </a:t>
            </a:r>
            <a:r>
              <a:rPr lang="en-US" dirty="0" err="1"/>
              <a:t>belirlenmiş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değerin</a:t>
            </a:r>
            <a:r>
              <a:rPr lang="en-US" dirty="0"/>
              <a:t> ama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yaşanmamış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ilişkinin</a:t>
            </a:r>
            <a:r>
              <a:rPr lang="tr-TR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dengelenmesi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der ki:</a:t>
            </a:r>
            <a:br>
              <a:rPr lang="en-US" dirty="0"/>
            </a:br>
            <a:r>
              <a:rPr lang="en-US" dirty="0"/>
              <a:t>“Bir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yaşamadın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… ama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verdin. Ve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evrenin</a:t>
            </a:r>
            <a:r>
              <a:rPr lang="en-US" dirty="0"/>
              <a:t> </a:t>
            </a:r>
            <a:r>
              <a:rPr lang="en-US" dirty="0" err="1"/>
              <a:t>hafızasında</a:t>
            </a:r>
            <a:r>
              <a:rPr lang="en-US" dirty="0"/>
              <a:t> </a:t>
            </a:r>
            <a:r>
              <a:rPr lang="en-US" dirty="0" err="1"/>
              <a:t>yankılanır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tamamlanmadıysa</a:t>
            </a:r>
            <a:r>
              <a:rPr lang="en-US" dirty="0"/>
              <a:t>, o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sustur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237</a:t>
            </a:r>
            <a:br>
              <a:rPr lang="en-US" dirty="0"/>
            </a:b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Yaşanmamış</a:t>
            </a:r>
            <a:r>
              <a:rPr lang="en-US" dirty="0"/>
              <a:t> Ama </a:t>
            </a:r>
            <a:r>
              <a:rPr lang="en-US" dirty="0" err="1"/>
              <a:t>Kodlanmış</a:t>
            </a:r>
            <a:r>
              <a:rPr lang="en-US" dirty="0"/>
              <a:t> Bir </a:t>
            </a:r>
            <a:r>
              <a:rPr lang="en-US" dirty="0" err="1"/>
              <a:t>Bağ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Kapatılır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Gerçekleşmese</a:t>
            </a:r>
            <a:r>
              <a:rPr lang="en-US" dirty="0"/>
              <a:t> Bile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Ödenmelidir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665667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877CD41-9EAE-484C-E88E-0CD07D915852}"/>
              </a:ext>
            </a:extLst>
          </p:cNvPr>
          <p:cNvSpPr txBox="1"/>
          <p:nvPr/>
        </p:nvSpPr>
        <p:spPr>
          <a:xfrm>
            <a:off x="0" y="0"/>
            <a:ext cx="685800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237.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</a:p>
          <a:p>
            <a:r>
              <a:rPr lang="en-US" dirty="0"/>
              <a:t>“</a:t>
            </a:r>
            <a:r>
              <a:rPr lang="en-US" dirty="0" err="1"/>
              <a:t>Kadınlara</a:t>
            </a:r>
            <a:r>
              <a:rPr lang="en-US" dirty="0"/>
              <a:t> </a:t>
            </a:r>
            <a:r>
              <a:rPr lang="en-US" dirty="0" err="1"/>
              <a:t>mehir</a:t>
            </a:r>
            <a:r>
              <a:rPr lang="en-US" dirty="0"/>
              <a:t> </a:t>
            </a:r>
            <a:r>
              <a:rPr lang="en-US" dirty="0" err="1"/>
              <a:t>belirledikten</a:t>
            </a:r>
            <a:r>
              <a:rPr lang="en-US" dirty="0"/>
              <a:t> </a:t>
            </a:r>
            <a:r>
              <a:rPr lang="en-US" dirty="0" err="1"/>
              <a:t>sonra,onlara</a:t>
            </a:r>
            <a:r>
              <a:rPr lang="en-US" dirty="0"/>
              <a:t> </a:t>
            </a:r>
            <a:r>
              <a:rPr lang="en-US" dirty="0" err="1"/>
              <a:t>dokunmadan</a:t>
            </a:r>
            <a:r>
              <a:rPr lang="en-US" dirty="0"/>
              <a:t> </a:t>
            </a:r>
            <a:r>
              <a:rPr lang="en-US" dirty="0" err="1"/>
              <a:t>boşarsanız</a:t>
            </a:r>
            <a:r>
              <a:rPr lang="en-US" dirty="0"/>
              <a:t>,</a:t>
            </a:r>
          </a:p>
          <a:p>
            <a:r>
              <a:rPr lang="en-US" dirty="0" err="1"/>
              <a:t>belirlediğiniz</a:t>
            </a:r>
            <a:r>
              <a:rPr lang="en-US" dirty="0"/>
              <a:t> </a:t>
            </a:r>
            <a:r>
              <a:rPr lang="en-US" dirty="0" err="1"/>
              <a:t>mehri</a:t>
            </a:r>
            <a:r>
              <a:rPr lang="en-US" dirty="0"/>
              <a:t> </a:t>
            </a:r>
            <a:r>
              <a:rPr lang="en-US" dirty="0" err="1"/>
              <a:t>yarı</a:t>
            </a:r>
            <a:r>
              <a:rPr lang="en-US" dirty="0"/>
              <a:t> </a:t>
            </a:r>
            <a:r>
              <a:rPr lang="en-US" dirty="0" err="1"/>
              <a:t>yarıya</a:t>
            </a:r>
            <a:r>
              <a:rPr lang="en-US" dirty="0"/>
              <a:t> </a:t>
            </a:r>
            <a:r>
              <a:rPr lang="en-US" dirty="0" err="1"/>
              <a:t>vermeniz</a:t>
            </a:r>
            <a:r>
              <a:rPr lang="en-US" dirty="0"/>
              <a:t> </a:t>
            </a:r>
            <a:r>
              <a:rPr lang="en-US" dirty="0" err="1"/>
              <a:t>gerekir.Ancak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vazgeçerse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nikâh</a:t>
            </a:r>
            <a:r>
              <a:rPr lang="en-US" dirty="0"/>
              <a:t> </a:t>
            </a:r>
            <a:r>
              <a:rPr lang="en-US" dirty="0" err="1"/>
              <a:t>bağı</a:t>
            </a:r>
            <a:r>
              <a:rPr lang="en-US" dirty="0"/>
              <a:t> </a:t>
            </a:r>
            <a:r>
              <a:rPr lang="en-US" dirty="0" err="1"/>
              <a:t>elinde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erkek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bağışlarsa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.</a:t>
            </a:r>
          </a:p>
          <a:p>
            <a:r>
              <a:rPr lang="en-US" dirty="0" err="1"/>
              <a:t>Bağışlamanız</a:t>
            </a:r>
            <a:r>
              <a:rPr lang="en-US" dirty="0"/>
              <a:t>, </a:t>
            </a:r>
            <a:r>
              <a:rPr lang="en-US" dirty="0" err="1"/>
              <a:t>takvaya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yakındır.Aranızda</a:t>
            </a:r>
            <a:r>
              <a:rPr lang="en-US" dirty="0"/>
              <a:t> </a:t>
            </a:r>
            <a:r>
              <a:rPr lang="en-US" dirty="0" err="1"/>
              <a:t>iyiliği</a:t>
            </a:r>
            <a:r>
              <a:rPr lang="en-US" dirty="0"/>
              <a:t> </a:t>
            </a:r>
            <a:r>
              <a:rPr lang="en-US" dirty="0" err="1"/>
              <a:t>unutmayın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yaptıklarınızı</a:t>
            </a:r>
            <a:r>
              <a:rPr lang="en-US" dirty="0"/>
              <a:t> </a:t>
            </a:r>
            <a:r>
              <a:rPr lang="en-US" dirty="0" err="1"/>
              <a:t>görmektedir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ayet,verilmiş</a:t>
            </a:r>
            <a:r>
              <a:rPr lang="en-US" dirty="0"/>
              <a:t> </a:t>
            </a:r>
            <a:r>
              <a:rPr lang="en-US" dirty="0" err="1"/>
              <a:t>sözlerin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yazılı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kayıtlı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tr-TR" dirty="0"/>
              <a:t> ve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tamamlanmayan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kapanışa</a:t>
            </a:r>
            <a:r>
              <a:rPr lang="en-US" dirty="0"/>
              <a:t> 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“Mehir </a:t>
            </a:r>
            <a:r>
              <a:rPr lang="en-US" b="1" dirty="0" err="1"/>
              <a:t>belirlenmiş</a:t>
            </a:r>
            <a:r>
              <a:rPr lang="en-US" b="1" dirty="0"/>
              <a:t>, ama </a:t>
            </a:r>
            <a:r>
              <a:rPr lang="en-US" b="1" dirty="0" err="1"/>
              <a:t>ilişki</a:t>
            </a:r>
            <a:r>
              <a:rPr lang="en-US" b="1" dirty="0"/>
              <a:t> </a:t>
            </a:r>
            <a:r>
              <a:rPr lang="en-US" b="1" dirty="0" err="1"/>
              <a:t>yaşanmamış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Mehir = Bir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Bir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taahhüdü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Geleceğe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sembolik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Yani </a:t>
            </a:r>
            <a:r>
              <a:rPr lang="en-US" dirty="0" err="1"/>
              <a:t>sen</a:t>
            </a:r>
            <a:r>
              <a:rPr lang="en-US" dirty="0"/>
              <a:t>: Onu </a:t>
            </a:r>
            <a:r>
              <a:rPr lang="en-US" dirty="0" err="1"/>
              <a:t>sahiplenmeyi</a:t>
            </a:r>
            <a:r>
              <a:rPr lang="en-US" dirty="0"/>
              <a:t> </a:t>
            </a:r>
            <a:r>
              <a:rPr lang="en-US" dirty="0" err="1"/>
              <a:t>seçmişsin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Ona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güvence</a:t>
            </a:r>
            <a:r>
              <a:rPr lang="en-US" dirty="0"/>
              <a:t> </a:t>
            </a:r>
            <a:r>
              <a:rPr lang="en-US" dirty="0" err="1"/>
              <a:t>vermişsin</a:t>
            </a:r>
            <a:r>
              <a:rPr lang="en-US" dirty="0"/>
              <a:t> </a:t>
            </a:r>
          </a:p>
          <a:p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kalbine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açmışsın</a:t>
            </a:r>
            <a:r>
              <a:rPr lang="tr-TR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yarım</a:t>
            </a:r>
            <a:r>
              <a:rPr lang="en-US" dirty="0"/>
              <a:t> da </a:t>
            </a:r>
            <a:r>
              <a:rPr lang="en-US" dirty="0" err="1"/>
              <a:t>olsa</a:t>
            </a:r>
            <a:r>
              <a:rPr lang="en-US" dirty="0"/>
              <a:t> </a:t>
            </a:r>
            <a:r>
              <a:rPr lang="en-US" dirty="0" err="1"/>
              <a:t>tamamla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Yarısını</a:t>
            </a:r>
            <a:r>
              <a:rPr lang="en-US" b="1" dirty="0"/>
              <a:t> </a:t>
            </a:r>
            <a:r>
              <a:rPr lang="en-US" b="1" dirty="0" err="1"/>
              <a:t>verin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ilişki</a:t>
            </a:r>
            <a:r>
              <a:rPr lang="en-US" dirty="0"/>
              <a:t> </a:t>
            </a:r>
            <a:r>
              <a:rPr lang="en-US" dirty="0" err="1"/>
              <a:t>yaşanmasa</a:t>
            </a:r>
            <a:r>
              <a:rPr lang="en-US" dirty="0"/>
              <a:t> da,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gerçekleşmemiş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da… </a:t>
            </a:r>
            <a:br>
              <a:rPr lang="en-US" dirty="0"/>
            </a:b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karşılığı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 Bu </a:t>
            </a:r>
            <a:r>
              <a:rPr lang="en-US" dirty="0" err="1"/>
              <a:t>yarım</a:t>
            </a:r>
            <a:r>
              <a:rPr lang="en-US" dirty="0"/>
              <a:t> </a:t>
            </a:r>
            <a:r>
              <a:rPr lang="en-US" dirty="0" err="1"/>
              <a:t>ödeme</a:t>
            </a:r>
            <a:r>
              <a:rPr lang="en-US" dirty="0"/>
              <a:t>: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</a:p>
          <a:p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dengeyi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karma </a:t>
            </a:r>
            <a:r>
              <a:rPr lang="en-US" dirty="0" err="1"/>
              <a:t>üretir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Kadın</a:t>
            </a:r>
            <a:r>
              <a:rPr lang="en-US" b="1" dirty="0"/>
              <a:t> </a:t>
            </a:r>
            <a:r>
              <a:rPr lang="en-US" b="1" dirty="0" err="1"/>
              <a:t>affederse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erkek</a:t>
            </a:r>
            <a:r>
              <a:rPr lang="en-US" b="1" dirty="0"/>
              <a:t> </a:t>
            </a:r>
            <a:r>
              <a:rPr lang="en-US" b="1" dirty="0" err="1"/>
              <a:t>tamamen</a:t>
            </a:r>
            <a:r>
              <a:rPr lang="en-US" b="1" dirty="0"/>
              <a:t> </a:t>
            </a:r>
            <a:r>
              <a:rPr lang="en-US" b="1" dirty="0" err="1"/>
              <a:t>bağışlarsa</a:t>
            </a:r>
            <a:r>
              <a:rPr lang="en-US" b="1" dirty="0"/>
              <a:t>…”</a:t>
            </a:r>
          </a:p>
          <a:p>
            <a:pPr marL="0" indent="0">
              <a:buNone/>
            </a:pP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Kadın</a:t>
            </a:r>
            <a:r>
              <a:rPr lang="en-US" dirty="0"/>
              <a:t>: “Ben </a:t>
            </a:r>
            <a:r>
              <a:rPr lang="en-US" dirty="0" err="1"/>
              <a:t>kalbimde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taşıyamam</a:t>
            </a:r>
            <a:r>
              <a:rPr lang="en-US" dirty="0"/>
              <a:t>” </a:t>
            </a:r>
            <a:r>
              <a:rPr lang="en-US" dirty="0" err="1"/>
              <a:t>diyorsa</a:t>
            </a:r>
            <a:r>
              <a:rPr lang="en-US" dirty="0"/>
              <a:t> </a:t>
            </a:r>
          </a:p>
          <a:p>
            <a:r>
              <a:rPr lang="en-US" dirty="0"/>
              <a:t>Erkek: “Ben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hakkımdan</a:t>
            </a:r>
            <a:r>
              <a:rPr lang="en-US" dirty="0"/>
              <a:t> </a:t>
            </a:r>
            <a:r>
              <a:rPr lang="en-US" dirty="0" err="1"/>
              <a:t>feragat</a:t>
            </a:r>
            <a:r>
              <a:rPr lang="en-US" dirty="0"/>
              <a:t> </a:t>
            </a:r>
            <a:r>
              <a:rPr lang="en-US" dirty="0" err="1"/>
              <a:t>ediyorum</a:t>
            </a:r>
            <a:r>
              <a:rPr lang="en-US" dirty="0"/>
              <a:t>” </a:t>
            </a:r>
            <a:r>
              <a:rPr lang="en-US" dirty="0" err="1"/>
              <a:t>diyorsa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titreşimli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bağışlamadır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yankılar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takvaya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yakındır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Aranızda</a:t>
            </a:r>
            <a:r>
              <a:rPr lang="en-US" b="1" dirty="0"/>
              <a:t> </a:t>
            </a:r>
            <a:r>
              <a:rPr lang="en-US" b="1" dirty="0" err="1"/>
              <a:t>iyiliği</a:t>
            </a:r>
            <a:r>
              <a:rPr lang="en-US" b="1" dirty="0"/>
              <a:t> </a:t>
            </a:r>
            <a:r>
              <a:rPr lang="en-US" b="1" dirty="0" err="1"/>
              <a:t>unutmayın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ilişkilerin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ana </a:t>
            </a:r>
            <a:r>
              <a:rPr lang="en-US" dirty="0" err="1"/>
              <a:t>kuralıdır</a:t>
            </a:r>
            <a:r>
              <a:rPr lang="en-US" dirty="0"/>
              <a:t>. “Bitti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kötüleşmek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değilsiniz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bitse</a:t>
            </a:r>
            <a:r>
              <a:rPr lang="en-US" dirty="0"/>
              <a:t> bile, </a:t>
            </a:r>
            <a:r>
              <a:rPr lang="en-US" dirty="0" err="1"/>
              <a:t>iyilik</a:t>
            </a:r>
            <a:r>
              <a:rPr lang="en-US" dirty="0"/>
              <a:t> </a:t>
            </a:r>
            <a:r>
              <a:rPr lang="en-US" dirty="0" err="1"/>
              <a:t>baki</a:t>
            </a:r>
            <a:r>
              <a:rPr lang="en-US" dirty="0"/>
              <a:t> </a:t>
            </a:r>
            <a:r>
              <a:rPr lang="en-US" dirty="0" err="1"/>
              <a:t>kalabilir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6311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6B4A661-F2C1-0126-76B6-0DA794CC37F4}"/>
              </a:ext>
            </a:extLst>
          </p:cNvPr>
          <p:cNvSpPr txBox="1"/>
          <p:nvPr/>
        </p:nvSpPr>
        <p:spPr>
          <a:xfrm>
            <a:off x="0" y="0"/>
            <a:ext cx="6783572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yaptıklarınızı</a:t>
            </a:r>
            <a:r>
              <a:rPr lang="en-US" b="1" dirty="0"/>
              <a:t> </a:t>
            </a:r>
            <a:r>
              <a:rPr lang="en-US" b="1" dirty="0" err="1"/>
              <a:t>görmektedir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bağışlanan</a:t>
            </a:r>
            <a:r>
              <a:rPr lang="en-US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kapanan</a:t>
            </a:r>
            <a:r>
              <a:rPr lang="en-US" dirty="0"/>
              <a:t> her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der ki: “Ben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niyetlerinizi</a:t>
            </a:r>
            <a:r>
              <a:rPr lang="en-US" dirty="0"/>
              <a:t>, </a:t>
            </a:r>
            <a:r>
              <a:rPr lang="en-US" dirty="0" err="1"/>
              <a:t>bağışlarınızı</a:t>
            </a:r>
            <a:r>
              <a:rPr lang="en-US" dirty="0"/>
              <a:t>,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şefkatinizi</a:t>
            </a:r>
            <a:r>
              <a:rPr lang="en-US" dirty="0"/>
              <a:t> de </a:t>
            </a:r>
            <a:r>
              <a:rPr lang="en-US" dirty="0" err="1"/>
              <a:t>kaydederim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yaşanmamış</a:t>
            </a:r>
            <a:r>
              <a:rPr lang="en-US" dirty="0"/>
              <a:t> ama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kurulmuş</a:t>
            </a:r>
            <a:r>
              <a:rPr lang="en-US" dirty="0"/>
              <a:t> </a:t>
            </a:r>
            <a:r>
              <a:rPr lang="en-US" dirty="0" err="1"/>
              <a:t>ilişkilerin</a:t>
            </a:r>
            <a:r>
              <a:rPr lang="en-US" dirty="0"/>
              <a:t> </a:t>
            </a:r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sorumluluğuna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gerçekleşmese</a:t>
            </a:r>
            <a:r>
              <a:rPr lang="en-US" dirty="0"/>
              <a:t> bile,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 Bu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kapat</a:t>
            </a:r>
            <a:r>
              <a:rPr lang="en-US" dirty="0"/>
              <a:t>. </a:t>
            </a:r>
            <a:r>
              <a:rPr lang="en-US" dirty="0" err="1"/>
              <a:t>Yarısınıödemek,tamamlanmamış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dengeye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. </a:t>
            </a:r>
            <a:r>
              <a:rPr lang="en-US" dirty="0" err="1"/>
              <a:t>Affetmek</a:t>
            </a:r>
            <a:r>
              <a:rPr lang="en-US" dirty="0"/>
              <a:t>, </a:t>
            </a:r>
            <a:r>
              <a:rPr lang="en-US" dirty="0" err="1"/>
              <a:t>bırakmak</a:t>
            </a:r>
            <a:r>
              <a:rPr lang="en-US" dirty="0"/>
              <a:t>, </a:t>
            </a:r>
            <a:r>
              <a:rPr lang="en-US" dirty="0" err="1"/>
              <a:t>bağışlamak</a:t>
            </a:r>
            <a:r>
              <a:rPr lang="en-US" dirty="0"/>
              <a:t>  </a:t>
            </a:r>
            <a:r>
              <a:rPr lang="en-US" dirty="0" err="1"/>
              <a:t>bunlar</a:t>
            </a:r>
            <a:r>
              <a:rPr lang="en-US" dirty="0"/>
              <a:t> </a:t>
            </a:r>
            <a:r>
              <a:rPr lang="en-US" dirty="0" err="1"/>
              <a:t>takvanın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titreşimleridir</a:t>
            </a:r>
            <a:r>
              <a:rPr lang="en-US" dirty="0"/>
              <a:t>. </a:t>
            </a:r>
            <a:r>
              <a:rPr lang="en-US" dirty="0" err="1"/>
              <a:t>İyiliği</a:t>
            </a:r>
            <a:r>
              <a:rPr lang="en-US" dirty="0"/>
              <a:t> </a:t>
            </a:r>
            <a:r>
              <a:rPr lang="en-US" dirty="0" err="1"/>
              <a:t>unutma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bıraktığın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frekansındır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“Her </a:t>
            </a:r>
            <a:r>
              <a:rPr lang="en-US" dirty="0" err="1"/>
              <a:t>tamamlanmayan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 Her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sessizliğe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sözü</a:t>
            </a:r>
            <a:r>
              <a:rPr lang="en-US" dirty="0"/>
              <a:t> </a:t>
            </a:r>
            <a:r>
              <a:rPr lang="en-US" dirty="0" err="1"/>
              <a:t>bitiremesen</a:t>
            </a:r>
            <a:r>
              <a:rPr lang="en-US" dirty="0"/>
              <a:t> bile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susturabilirsin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ayet,namazın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ritüel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sistemiyle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özellikle</a:t>
            </a:r>
            <a:r>
              <a:rPr lang="en-US" dirty="0"/>
              <a:t> “</a:t>
            </a:r>
            <a:r>
              <a:rPr lang="en-US" dirty="0" err="1"/>
              <a:t>orta</a:t>
            </a:r>
            <a:r>
              <a:rPr lang="en-US" dirty="0"/>
              <a:t> namaz” </a:t>
            </a:r>
            <a:r>
              <a:rPr lang="en-US" dirty="0" err="1"/>
              <a:t>vurgusuyla</a:t>
            </a:r>
            <a:endParaRPr lang="en-US" dirty="0"/>
          </a:p>
          <a:p>
            <a:r>
              <a:rPr lang="en-US" dirty="0"/>
              <a:t>zaman,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merkezlenme</a:t>
            </a:r>
            <a:r>
              <a:rPr lang="en-US" dirty="0"/>
              <a:t>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açar.Çünkü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Günün</a:t>
            </a:r>
            <a:r>
              <a:rPr lang="en-US" dirty="0"/>
              <a:t> </a:t>
            </a:r>
            <a:r>
              <a:rPr lang="en-US" dirty="0" err="1"/>
              <a:t>telaşı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dağıttığında</a:t>
            </a:r>
            <a:r>
              <a:rPr lang="en-US" dirty="0"/>
              <a:t>… namaz </a:t>
            </a:r>
            <a:r>
              <a:rPr lang="en-US" dirty="0" err="1"/>
              <a:t>merkezini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. Ve </a:t>
            </a:r>
            <a:r>
              <a:rPr lang="en-US" dirty="0" err="1"/>
              <a:t>özellikle</a:t>
            </a:r>
            <a:r>
              <a:rPr lang="en-US" dirty="0"/>
              <a:t> ‘</a:t>
            </a:r>
            <a:r>
              <a:rPr lang="en-US" dirty="0" err="1"/>
              <a:t>orta</a:t>
            </a:r>
            <a:r>
              <a:rPr lang="en-US" dirty="0"/>
              <a:t> an’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hizanı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238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“Namaz,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Buluştuğu</a:t>
            </a:r>
            <a:r>
              <a:rPr lang="en-US" dirty="0"/>
              <a:t> </a:t>
            </a:r>
            <a:r>
              <a:rPr lang="en-US" dirty="0" err="1"/>
              <a:t>Kapıdır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Özellikle</a:t>
            </a:r>
            <a:r>
              <a:rPr lang="en-US" dirty="0"/>
              <a:t> Orta Namaz,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Enerji </a:t>
            </a:r>
            <a:r>
              <a:rPr lang="en-US" dirty="0" err="1"/>
              <a:t>Merkezinin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Kurulma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238.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Namazlara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özellikle</a:t>
            </a:r>
            <a:r>
              <a:rPr lang="en-US" dirty="0"/>
              <a:t> </a:t>
            </a:r>
            <a:r>
              <a:rPr lang="en-US" dirty="0" err="1"/>
              <a:t>orta</a:t>
            </a:r>
            <a:r>
              <a:rPr lang="en-US" dirty="0"/>
              <a:t> </a:t>
            </a:r>
            <a:r>
              <a:rPr lang="en-US" dirty="0" err="1"/>
              <a:t>namaza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edin.Allah’a</a:t>
            </a:r>
            <a:r>
              <a:rPr lang="en-US" dirty="0"/>
              <a:t> 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durun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ayet,namazın</a:t>
            </a:r>
            <a:r>
              <a:rPr lang="en-US" dirty="0"/>
              <a:t> </a:t>
            </a:r>
            <a:r>
              <a:rPr lang="en-US" dirty="0" err="1"/>
              <a:t>beden-zihin-ruh</a:t>
            </a:r>
            <a:r>
              <a:rPr lang="en-US" dirty="0"/>
              <a:t> </a:t>
            </a:r>
            <a:r>
              <a:rPr lang="en-US" dirty="0" err="1"/>
              <a:t>hizasını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kuran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senkronizasyon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dağıldığında</a:t>
            </a:r>
            <a:r>
              <a:rPr lang="en-US" dirty="0"/>
              <a:t>,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namazla</a:t>
            </a:r>
            <a:r>
              <a:rPr lang="en-US" dirty="0"/>
              <a:t> </a:t>
            </a:r>
            <a:r>
              <a:rPr lang="en-US" dirty="0" err="1"/>
              <a:t>toplarım</a:t>
            </a:r>
            <a:r>
              <a:rPr lang="en-US" dirty="0"/>
              <a:t>. </a:t>
            </a:r>
            <a:r>
              <a:rPr lang="en-US" dirty="0" err="1"/>
              <a:t>Özellikle</a:t>
            </a:r>
            <a:r>
              <a:rPr lang="en-US" dirty="0"/>
              <a:t> ‘</a:t>
            </a:r>
            <a:r>
              <a:rPr lang="en-US" dirty="0" err="1"/>
              <a:t>orta</a:t>
            </a:r>
            <a:r>
              <a:rPr lang="en-US" dirty="0"/>
              <a:t> </a:t>
            </a:r>
            <a:r>
              <a:rPr lang="en-US" dirty="0" err="1"/>
              <a:t>an’da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çekmek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gönderirim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4226770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AAF2963-4BAF-0887-82FF-2DC6242986DE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Namazlara</a:t>
            </a:r>
            <a:r>
              <a:rPr lang="en-US" b="1" dirty="0"/>
              <a:t> </a:t>
            </a:r>
            <a:r>
              <a:rPr lang="en-US" b="1" dirty="0" err="1"/>
              <a:t>devam</a:t>
            </a:r>
            <a:r>
              <a:rPr lang="en-US" b="1" dirty="0"/>
              <a:t> </a:t>
            </a:r>
            <a:r>
              <a:rPr lang="en-US" b="1" dirty="0" err="1"/>
              <a:t>edin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”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kılmak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kurmaktır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Çünkü</a:t>
            </a:r>
            <a:r>
              <a:rPr lang="en-US" dirty="0"/>
              <a:t> her namaz: </a:t>
            </a:r>
            <a:r>
              <a:rPr lang="en-US" dirty="0" err="1"/>
              <a:t>Günün</a:t>
            </a:r>
            <a:r>
              <a:rPr lang="en-US" dirty="0"/>
              <a:t> belli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frekansında</a:t>
            </a:r>
            <a:r>
              <a:rPr lang="en-US" dirty="0"/>
              <a:t> </a:t>
            </a:r>
          </a:p>
          <a:p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namaza</a:t>
            </a:r>
            <a:r>
              <a:rPr lang="en-US" dirty="0"/>
              <a:t> </a:t>
            </a:r>
            <a:r>
              <a:rPr lang="en-US" dirty="0" err="1"/>
              <a:t>yöneldiğinde</a:t>
            </a:r>
            <a:r>
              <a:rPr lang="en-US" dirty="0"/>
              <a:t>, ben sana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yollarım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Özellikle</a:t>
            </a:r>
            <a:r>
              <a:rPr lang="en-US" b="1" dirty="0"/>
              <a:t> </a:t>
            </a:r>
            <a:r>
              <a:rPr lang="en-US" b="1" dirty="0" err="1"/>
              <a:t>orta</a:t>
            </a:r>
            <a:r>
              <a:rPr lang="en-US" b="1" dirty="0"/>
              <a:t> </a:t>
            </a:r>
            <a:r>
              <a:rPr lang="en-US" b="1" dirty="0" err="1"/>
              <a:t>namaza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sır</a:t>
            </a:r>
            <a:r>
              <a:rPr lang="en-US" dirty="0"/>
              <a:t> </a:t>
            </a:r>
            <a:r>
              <a:rPr lang="en-US" dirty="0" err="1"/>
              <a:t>içerir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Orta namaz = </a:t>
            </a:r>
            <a:r>
              <a:rPr lang="en-US" dirty="0" err="1"/>
              <a:t>İkindi</a:t>
            </a:r>
            <a:r>
              <a:rPr lang="en-US" dirty="0"/>
              <a:t> </a:t>
            </a:r>
            <a:r>
              <a:rPr lang="en-US" dirty="0" err="1"/>
              <a:t>Gündüzün</a:t>
            </a:r>
            <a:r>
              <a:rPr lang="en-US" dirty="0"/>
              <a:t> </a:t>
            </a:r>
            <a:r>
              <a:rPr lang="en-US" dirty="0" err="1"/>
              <a:t>akşamla</a:t>
            </a:r>
            <a:r>
              <a:rPr lang="en-US" dirty="0"/>
              <a:t> </a:t>
            </a:r>
            <a:r>
              <a:rPr lang="en-US" dirty="0" err="1"/>
              <a:t>buluştuğu</a:t>
            </a:r>
            <a:r>
              <a:rPr lang="en-US" dirty="0"/>
              <a:t> </a:t>
            </a:r>
            <a:r>
              <a:rPr lang="en-US" dirty="0" err="1"/>
              <a:t>eşik</a:t>
            </a:r>
            <a:r>
              <a:rPr lang="en-US" dirty="0"/>
              <a:t> </a:t>
            </a:r>
          </a:p>
          <a:p>
            <a:r>
              <a:rPr lang="en-US" dirty="0" err="1"/>
              <a:t>Zamanın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noktası</a:t>
            </a:r>
            <a:r>
              <a:rPr lang="en-US" dirty="0"/>
              <a:t> </a:t>
            </a:r>
            <a:r>
              <a:rPr lang="en-US" dirty="0" err="1"/>
              <a:t>Bilinçli-otomatik</a:t>
            </a:r>
            <a:r>
              <a:rPr lang="en-US" dirty="0"/>
              <a:t> </a:t>
            </a:r>
            <a:r>
              <a:rPr lang="en-US" dirty="0" err="1"/>
              <a:t>yaşantının</a:t>
            </a:r>
            <a:r>
              <a:rPr lang="en-US" dirty="0"/>
              <a:t>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çizgisi</a:t>
            </a:r>
            <a:r>
              <a:rPr lang="en-US" dirty="0"/>
              <a:t> </a:t>
            </a:r>
          </a:p>
          <a:p>
            <a:r>
              <a:rPr lang="en-US" dirty="0"/>
              <a:t>Enerji </a:t>
            </a:r>
            <a:r>
              <a:rPr lang="en-US" dirty="0" err="1"/>
              <a:t>boyutunda</a:t>
            </a:r>
            <a:r>
              <a:rPr lang="en-US" dirty="0"/>
              <a:t>: 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dağılmanın</a:t>
            </a:r>
            <a:r>
              <a:rPr lang="en-US" dirty="0"/>
              <a:t> </a:t>
            </a:r>
            <a:r>
              <a:rPr lang="en-US" dirty="0" err="1"/>
              <a:t>yaşandığı</a:t>
            </a:r>
            <a:r>
              <a:rPr lang="en-US" dirty="0"/>
              <a:t> an 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</a:p>
          <a:p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fırsatıdır</a:t>
            </a:r>
            <a:r>
              <a:rPr lang="en-US" dirty="0"/>
              <a:t> Bu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“Orta </a:t>
            </a:r>
            <a:r>
              <a:rPr lang="en-US" dirty="0" err="1"/>
              <a:t>vakitte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yönel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o an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Allah’a</a:t>
            </a:r>
            <a:r>
              <a:rPr lang="en-US" b="1" dirty="0"/>
              <a:t> </a:t>
            </a:r>
            <a:r>
              <a:rPr lang="en-US" b="1" dirty="0" err="1"/>
              <a:t>gönülden</a:t>
            </a:r>
            <a:r>
              <a:rPr lang="en-US" b="1" dirty="0"/>
              <a:t> </a:t>
            </a:r>
            <a:r>
              <a:rPr lang="en-US" b="1" dirty="0" err="1"/>
              <a:t>saygı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durun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“</a:t>
            </a:r>
            <a:r>
              <a:rPr lang="en-US" dirty="0" err="1"/>
              <a:t>kıyâm</a:t>
            </a:r>
            <a:r>
              <a:rPr lang="en-US" dirty="0"/>
              <a:t>” (</a:t>
            </a:r>
            <a:r>
              <a:rPr lang="en-US" dirty="0" err="1"/>
              <a:t>durmak</a:t>
            </a:r>
            <a:r>
              <a:rPr lang="en-US" dirty="0"/>
              <a:t>)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duruş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: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duruş</a:t>
            </a:r>
            <a:r>
              <a:rPr lang="en-US" dirty="0"/>
              <a:t> </a:t>
            </a:r>
          </a:p>
          <a:p>
            <a:r>
              <a:rPr lang="en-US" dirty="0" err="1"/>
              <a:t>Saygıyla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“Ben </a:t>
            </a:r>
            <a:r>
              <a:rPr lang="en-US" dirty="0" err="1"/>
              <a:t>buradayım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durduğunda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fark </a:t>
            </a:r>
            <a:r>
              <a:rPr lang="en-US" dirty="0" err="1"/>
              <a:t>ederim</a:t>
            </a:r>
            <a:r>
              <a:rPr lang="en-US" dirty="0"/>
              <a:t>. Sen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getirdiğinde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duyarım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namazı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Namaz,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senkronize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zaman </a:t>
            </a:r>
            <a:r>
              <a:rPr lang="en-US" dirty="0" err="1"/>
              <a:t>kapısıdır</a:t>
            </a:r>
            <a:r>
              <a:rPr lang="en-US" dirty="0"/>
              <a:t>. </a:t>
            </a:r>
          </a:p>
          <a:p>
            <a:r>
              <a:rPr lang="en-US" dirty="0"/>
              <a:t>Orta namaz =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dengesi</a:t>
            </a:r>
            <a:r>
              <a:rPr lang="en-US" dirty="0"/>
              <a:t> </a:t>
            </a:r>
            <a:r>
              <a:rPr lang="en-US" dirty="0" err="1"/>
              <a:t>noktasıdır</a:t>
            </a:r>
            <a:r>
              <a:rPr lang="en-US" dirty="0"/>
              <a:t>. Gündüz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gece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,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köprüdür</a:t>
            </a:r>
            <a:r>
              <a:rPr lang="en-US" dirty="0"/>
              <a:t>. </a:t>
            </a:r>
            <a:r>
              <a:rPr lang="en-US" dirty="0" err="1"/>
              <a:t>Allah’a</a:t>
            </a:r>
            <a:r>
              <a:rPr lang="en-US" dirty="0"/>
              <a:t> ‘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durmak</a:t>
            </a:r>
            <a:r>
              <a:rPr lang="en-US" dirty="0"/>
              <a:t>’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ritüel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farkındalıkla</a:t>
            </a:r>
            <a:r>
              <a:rPr lang="en-US" dirty="0"/>
              <a:t> </a:t>
            </a:r>
            <a:r>
              <a:rPr lang="en-US" dirty="0" err="1"/>
              <a:t>teslimiyettir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dünyada</a:t>
            </a:r>
            <a:r>
              <a:rPr lang="en-US" dirty="0"/>
              <a:t> </a:t>
            </a:r>
            <a:r>
              <a:rPr lang="en-US" dirty="0" err="1"/>
              <a:t>dağılırken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namazla</a:t>
            </a:r>
            <a:r>
              <a:rPr lang="en-US" dirty="0"/>
              <a:t> </a:t>
            </a:r>
            <a:r>
              <a:rPr lang="en-US" dirty="0" err="1"/>
              <a:t>toplarım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geliyorsan</a:t>
            </a:r>
            <a:r>
              <a:rPr lang="en-US" dirty="0"/>
              <a:t>, ben </a:t>
            </a:r>
            <a:r>
              <a:rPr lang="en-US" dirty="0" err="1"/>
              <a:t>seni</a:t>
            </a:r>
            <a:r>
              <a:rPr lang="en-US" dirty="0"/>
              <a:t> tam </a:t>
            </a:r>
            <a:r>
              <a:rPr lang="en-US" dirty="0" err="1"/>
              <a:t>ortadan</a:t>
            </a:r>
            <a:r>
              <a:rPr lang="en-US" dirty="0"/>
              <a:t> </a:t>
            </a:r>
            <a:r>
              <a:rPr lang="en-US" dirty="0" err="1"/>
              <a:t>yakalarım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239.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ayet,hayatın</a:t>
            </a:r>
            <a:r>
              <a:rPr lang="en-US" dirty="0"/>
              <a:t> </a:t>
            </a:r>
            <a:r>
              <a:rPr lang="en-US" dirty="0" err="1"/>
              <a:t>karmaşasında</a:t>
            </a:r>
            <a:r>
              <a:rPr lang="en-US" dirty="0"/>
              <a:t>, </a:t>
            </a:r>
            <a:r>
              <a:rPr lang="en-US" dirty="0" err="1"/>
              <a:t>korkuda</a:t>
            </a:r>
            <a:r>
              <a:rPr lang="en-US" dirty="0"/>
              <a:t>, </a:t>
            </a:r>
            <a:r>
              <a:rPr lang="en-US" dirty="0" err="1"/>
              <a:t>yolda</a:t>
            </a:r>
            <a:r>
              <a:rPr lang="en-US" dirty="0"/>
              <a:t>, </a:t>
            </a:r>
            <a:r>
              <a:rPr lang="en-US" dirty="0" err="1"/>
              <a:t>savaşta</a:t>
            </a:r>
            <a:r>
              <a:rPr lang="en-US" dirty="0"/>
              <a:t> bile</a:t>
            </a:r>
          </a:p>
          <a:p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bağın</a:t>
            </a:r>
            <a:r>
              <a:rPr lang="en-US" dirty="0"/>
              <a:t> </a:t>
            </a:r>
            <a:r>
              <a:rPr lang="en-US" dirty="0" err="1"/>
              <a:t>kopmaması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fısıldar.Ve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seslenir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Koşarken</a:t>
            </a:r>
            <a:r>
              <a:rPr lang="en-US" dirty="0"/>
              <a:t> bile </a:t>
            </a:r>
            <a:r>
              <a:rPr lang="en-US" dirty="0" err="1"/>
              <a:t>beni</a:t>
            </a:r>
            <a:r>
              <a:rPr lang="en-US" dirty="0"/>
              <a:t> an.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duruşun</a:t>
            </a:r>
            <a:r>
              <a:rPr lang="en-US" dirty="0"/>
              <a:t> </a:t>
            </a:r>
            <a:r>
              <a:rPr lang="en-US" dirty="0" err="1"/>
              <a:t>bedenle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Ve ben </a:t>
            </a:r>
            <a:r>
              <a:rPr lang="en-US" dirty="0" err="1"/>
              <a:t>seni</a:t>
            </a:r>
            <a:r>
              <a:rPr lang="en-US" dirty="0"/>
              <a:t>, </a:t>
            </a:r>
            <a:r>
              <a:rPr lang="en-US" dirty="0" err="1"/>
              <a:t>nerede</a:t>
            </a:r>
            <a:r>
              <a:rPr lang="en-US" dirty="0"/>
              <a:t> </a:t>
            </a:r>
            <a:r>
              <a:rPr lang="en-US" dirty="0" err="1"/>
              <a:t>olursan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,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yakalarım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239</a:t>
            </a:r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Duramasan</a:t>
            </a:r>
            <a:r>
              <a:rPr lang="en-US" dirty="0"/>
              <a:t> da Durmuş Gibi Ol Zor </a:t>
            </a:r>
            <a:r>
              <a:rPr lang="en-US" dirty="0" err="1"/>
              <a:t>Zamanlarda</a:t>
            </a:r>
            <a:r>
              <a:rPr lang="en-US" dirty="0"/>
              <a:t> Bile </a:t>
            </a:r>
            <a:r>
              <a:rPr lang="en-US" dirty="0" err="1"/>
              <a:t>Frekansınla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Kal”Ayakta</a:t>
            </a:r>
            <a:r>
              <a:rPr lang="en-US" dirty="0"/>
              <a:t>, </a:t>
            </a:r>
            <a:r>
              <a:rPr lang="en-US" dirty="0" err="1"/>
              <a:t>Yürürken</a:t>
            </a:r>
            <a:r>
              <a:rPr lang="en-US" dirty="0"/>
              <a:t>, </a:t>
            </a:r>
            <a:r>
              <a:rPr lang="en-US" dirty="0" err="1"/>
              <a:t>Korkarken</a:t>
            </a:r>
            <a:r>
              <a:rPr lang="en-US" dirty="0"/>
              <a:t> Bile </a:t>
            </a:r>
            <a:r>
              <a:rPr lang="en-US" dirty="0" err="1"/>
              <a:t>İçten</a:t>
            </a:r>
            <a:r>
              <a:rPr lang="en-US" dirty="0"/>
              <a:t> </a:t>
            </a:r>
            <a:r>
              <a:rPr lang="en-US" dirty="0" err="1"/>
              <a:t>Yöneldiğin</a:t>
            </a:r>
            <a:r>
              <a:rPr lang="en-US" dirty="0"/>
              <a:t> Her An, Dua </a:t>
            </a:r>
            <a:r>
              <a:rPr lang="en-US" dirty="0" err="1"/>
              <a:t>Olur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85923936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9A4FE94-4558-DAA3-9F49-D277001F0343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239.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korkarsanız,yaya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binekte</a:t>
            </a:r>
            <a:r>
              <a:rPr lang="en-US" dirty="0"/>
              <a:t> (</a:t>
            </a:r>
            <a:r>
              <a:rPr lang="en-US" dirty="0" err="1"/>
              <a:t>olduğunuz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) namaz </a:t>
            </a:r>
            <a:r>
              <a:rPr lang="en-US" dirty="0" err="1"/>
              <a:t>kılın.Güvenliğe</a:t>
            </a:r>
            <a:r>
              <a:rPr lang="en-US" dirty="0"/>
              <a:t> </a:t>
            </a:r>
            <a:r>
              <a:rPr lang="en-US" dirty="0" err="1"/>
              <a:t>kavuştuğunuzda</a:t>
            </a:r>
            <a:r>
              <a:rPr lang="en-US" dirty="0"/>
              <a:t> </a:t>
            </a:r>
            <a:r>
              <a:rPr lang="en-US" dirty="0" err="1"/>
              <a:t>ise,Allah’ı</a:t>
            </a:r>
            <a:r>
              <a:rPr lang="en-US" dirty="0"/>
              <a:t> size </a:t>
            </a:r>
            <a:r>
              <a:rPr lang="en-US" dirty="0" err="1"/>
              <a:t>öğrettiği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anın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ayet,koşullar</a:t>
            </a:r>
            <a:r>
              <a:rPr lang="en-US" dirty="0"/>
              <a:t> ne </a:t>
            </a:r>
            <a:r>
              <a:rPr lang="en-US" dirty="0" err="1"/>
              <a:t>olursa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tr-TR" dirty="0"/>
              <a:t>,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bağlantının</a:t>
            </a:r>
            <a:r>
              <a:rPr lang="en-US" dirty="0"/>
              <a:t> </a:t>
            </a:r>
            <a:r>
              <a:rPr lang="en-US" dirty="0" err="1"/>
              <a:t>kopmaması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hatırlatır.Ve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:“Namaz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 Sen </a:t>
            </a:r>
            <a:r>
              <a:rPr lang="en-US" dirty="0" err="1"/>
              <a:t>duramasan</a:t>
            </a:r>
            <a:r>
              <a:rPr lang="en-US" dirty="0"/>
              <a:t> da,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durabilirsin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Korkarsanız</a:t>
            </a:r>
            <a:r>
              <a:rPr lang="en-US" b="1" dirty="0"/>
              <a:t>…”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korku</a:t>
            </a:r>
            <a:r>
              <a:rPr lang="en-US" dirty="0"/>
              <a:t>: Savaş </a:t>
            </a:r>
            <a:r>
              <a:rPr lang="tr-TR" dirty="0"/>
              <a:t>,</a:t>
            </a:r>
            <a:r>
              <a:rPr lang="en-US" dirty="0"/>
              <a:t>Kaos </a:t>
            </a:r>
            <a:r>
              <a:rPr lang="tr-TR" dirty="0"/>
              <a:t>,</a:t>
            </a:r>
            <a:r>
              <a:rPr lang="en-US" dirty="0"/>
              <a:t>Hayati </a:t>
            </a:r>
            <a:r>
              <a:rPr lang="en-US" dirty="0" err="1"/>
              <a:t>tehdit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Psikolojik</a:t>
            </a:r>
            <a:r>
              <a:rPr lang="en-US" dirty="0"/>
              <a:t> </a:t>
            </a:r>
            <a:r>
              <a:rPr lang="en-US" dirty="0" err="1"/>
              <a:t>panik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anları</a:t>
            </a:r>
            <a:r>
              <a:rPr lang="en-US" dirty="0"/>
              <a:t> </a:t>
            </a:r>
            <a:r>
              <a:rPr lang="en-US" dirty="0" err="1"/>
              <a:t>dışlamaz</a:t>
            </a:r>
            <a:r>
              <a:rPr lang="en-US" dirty="0"/>
              <a:t>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Ve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yönlendirir</a:t>
            </a:r>
            <a:r>
              <a:rPr lang="en-US" dirty="0"/>
              <a:t>: “O an bile </a:t>
            </a:r>
            <a:r>
              <a:rPr lang="en-US" dirty="0" err="1"/>
              <a:t>benle</a:t>
            </a:r>
            <a:r>
              <a:rPr lang="en-US" dirty="0"/>
              <a:t> kal.” </a:t>
            </a:r>
            <a:endParaRPr lang="en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“Yaya </a:t>
            </a:r>
            <a:r>
              <a:rPr lang="en-US" b="1" dirty="0" err="1"/>
              <a:t>veya</a:t>
            </a:r>
            <a:r>
              <a:rPr lang="en-US" b="1" dirty="0"/>
              <a:t> </a:t>
            </a:r>
            <a:r>
              <a:rPr lang="en-US" b="1" dirty="0" err="1"/>
              <a:t>binekteyken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yürürken</a:t>
            </a:r>
            <a:r>
              <a:rPr lang="en-US" dirty="0"/>
              <a:t>, </a:t>
            </a:r>
            <a:r>
              <a:rPr lang="en-US" dirty="0" err="1"/>
              <a:t>kaçarken</a:t>
            </a:r>
            <a:r>
              <a:rPr lang="en-US" dirty="0"/>
              <a:t>,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hâlindeyken</a:t>
            </a:r>
            <a:r>
              <a:rPr lang="en-US" dirty="0"/>
              <a:t> bile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koruyabilirsin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: </a:t>
            </a:r>
            <a:r>
              <a:rPr lang="en-US" dirty="0" err="1"/>
              <a:t>Kıbleye</a:t>
            </a:r>
            <a:r>
              <a:rPr lang="en-US" dirty="0"/>
              <a:t> </a:t>
            </a:r>
            <a:r>
              <a:rPr lang="en-US" dirty="0" err="1"/>
              <a:t>dönmekle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</a:p>
          <a:p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Ve </a:t>
            </a:r>
            <a:r>
              <a:rPr lang="en-US" dirty="0" err="1"/>
              <a:t>bazen</a:t>
            </a:r>
            <a:r>
              <a:rPr lang="en-US" dirty="0"/>
              <a:t>: “</a:t>
            </a:r>
            <a:r>
              <a:rPr lang="en-US" dirty="0" err="1"/>
              <a:t>İçinden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nefes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secdedir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“Güvene </a:t>
            </a:r>
            <a:r>
              <a:rPr lang="en-US" b="1" dirty="0" err="1"/>
              <a:t>kavuşunca</a:t>
            </a:r>
            <a:r>
              <a:rPr lang="en-US" b="1" dirty="0"/>
              <a:t>, </a:t>
            </a:r>
            <a:r>
              <a:rPr lang="en-US" b="1" dirty="0" err="1"/>
              <a:t>Allah’ı</a:t>
            </a:r>
            <a:r>
              <a:rPr lang="en-US" b="1" dirty="0"/>
              <a:t> </a:t>
            </a:r>
            <a:r>
              <a:rPr lang="en-US" b="1" dirty="0" err="1"/>
              <a:t>anın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hem </a:t>
            </a:r>
            <a:r>
              <a:rPr lang="en-US" dirty="0" err="1"/>
              <a:t>şükrün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 hem de </a:t>
            </a:r>
            <a:r>
              <a:rPr lang="en-US" dirty="0" err="1"/>
              <a:t>şok</a:t>
            </a:r>
            <a:r>
              <a:rPr lang="en-US" dirty="0"/>
              <a:t>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, </a:t>
            </a:r>
            <a:r>
              <a:rPr lang="en-US" dirty="0" err="1"/>
              <a:t>zorluk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kurabilir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güven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 </a:t>
            </a:r>
            <a:r>
              <a:rPr lang="en-US" dirty="0" err="1"/>
              <a:t>unutabilir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der: “Beni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korkarken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güvendeyken</a:t>
            </a:r>
            <a:r>
              <a:rPr lang="en-US" dirty="0"/>
              <a:t> de </a:t>
            </a:r>
            <a:r>
              <a:rPr lang="en-US" dirty="0" err="1"/>
              <a:t>hatırla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şükür</a:t>
            </a:r>
            <a:r>
              <a:rPr lang="en-US" dirty="0"/>
              <a:t> </a:t>
            </a:r>
            <a:r>
              <a:rPr lang="en-US" dirty="0" err="1"/>
              <a:t>bağın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size </a:t>
            </a:r>
            <a:r>
              <a:rPr lang="en-US" b="1" dirty="0" err="1"/>
              <a:t>öğrettiği</a:t>
            </a:r>
            <a:r>
              <a:rPr lang="en-US" b="1" dirty="0"/>
              <a:t> </a:t>
            </a:r>
            <a:r>
              <a:rPr lang="en-US" b="1" dirty="0" err="1"/>
              <a:t>gibi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sana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bilgeliği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. Seni </a:t>
            </a:r>
            <a:r>
              <a:rPr lang="en-US" dirty="0" err="1"/>
              <a:t>eğiten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Sana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gösteren</a:t>
            </a:r>
            <a:r>
              <a:rPr lang="en-US" dirty="0"/>
              <a:t> </a:t>
            </a:r>
          </a:p>
          <a:p>
            <a:r>
              <a:rPr lang="en-US" dirty="0"/>
              <a:t>Seni </a:t>
            </a:r>
            <a:r>
              <a:rPr lang="en-US" dirty="0" err="1"/>
              <a:t>duyan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O’dur</a:t>
            </a:r>
            <a:r>
              <a:rPr lang="en-US" dirty="0"/>
              <a:t>. Ve der ki: “Ben sana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bulmayı</a:t>
            </a:r>
            <a:r>
              <a:rPr lang="en-US" dirty="0"/>
              <a:t> </a:t>
            </a:r>
            <a:r>
              <a:rPr lang="en-US" dirty="0" err="1"/>
              <a:t>öğrettim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dışa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dön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anlarda</a:t>
            </a:r>
            <a:r>
              <a:rPr lang="en-US" dirty="0"/>
              <a:t> bile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bağda</a:t>
            </a:r>
            <a:r>
              <a:rPr lang="en-US" dirty="0"/>
              <a:t> </a:t>
            </a:r>
            <a:r>
              <a:rPr lang="en-US" dirty="0" err="1"/>
              <a:t>kalmaya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Koşullar</a:t>
            </a:r>
            <a:r>
              <a:rPr lang="en-US" dirty="0"/>
              <a:t> </a:t>
            </a:r>
            <a:r>
              <a:rPr lang="en-US" dirty="0" err="1"/>
              <a:t>uygunsuz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da, </a:t>
            </a:r>
            <a:r>
              <a:rPr lang="en-US" dirty="0" err="1"/>
              <a:t>ruhunla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kurabilirsin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yön</a:t>
            </a:r>
            <a:r>
              <a:rPr lang="en-US" dirty="0"/>
              <a:t>, </a:t>
            </a:r>
            <a:r>
              <a:rPr lang="en-US" dirty="0" err="1"/>
              <a:t>içeridedir</a:t>
            </a:r>
            <a:r>
              <a:rPr lang="en-US" dirty="0"/>
              <a:t>. </a:t>
            </a:r>
          </a:p>
          <a:p>
            <a:r>
              <a:rPr lang="en-US" dirty="0" err="1"/>
              <a:t>Ayakta</a:t>
            </a:r>
            <a:r>
              <a:rPr lang="en-US" dirty="0"/>
              <a:t>, </a:t>
            </a:r>
            <a:r>
              <a:rPr lang="en-US" dirty="0" err="1"/>
              <a:t>yürürken</a:t>
            </a:r>
            <a:r>
              <a:rPr lang="en-US" dirty="0"/>
              <a:t>, </a:t>
            </a:r>
            <a:r>
              <a:rPr lang="en-US" dirty="0" err="1"/>
              <a:t>korkarken</a:t>
            </a:r>
            <a:r>
              <a:rPr lang="en-US" dirty="0"/>
              <a:t> bile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namazdır</a:t>
            </a:r>
            <a:r>
              <a:rPr lang="en-US" dirty="0"/>
              <a:t>. </a:t>
            </a:r>
          </a:p>
          <a:p>
            <a:r>
              <a:rPr lang="en-US" dirty="0"/>
              <a:t>Güven </a:t>
            </a:r>
            <a:r>
              <a:rPr lang="en-US" dirty="0" err="1"/>
              <a:t>geldiğinde</a:t>
            </a:r>
            <a:r>
              <a:rPr lang="en-US" dirty="0"/>
              <a:t> </a:t>
            </a:r>
            <a:r>
              <a:rPr lang="en-US" dirty="0" err="1"/>
              <a:t>şükretmek</a:t>
            </a:r>
            <a:r>
              <a:rPr lang="en-US" dirty="0"/>
              <a:t>,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tamamlar</a:t>
            </a:r>
            <a:r>
              <a:rPr lang="en-US" dirty="0"/>
              <a:t>. Allah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hatırlattıysa</a:t>
            </a:r>
            <a:r>
              <a:rPr lang="en-US" dirty="0"/>
              <a:t>, </a:t>
            </a:r>
            <a:r>
              <a:rPr lang="en-US" dirty="0" err="1"/>
              <a:t>sen</a:t>
            </a:r>
            <a:r>
              <a:rPr lang="en-US" dirty="0"/>
              <a:t> de o </a:t>
            </a:r>
            <a:r>
              <a:rPr lang="en-US" dirty="0" err="1"/>
              <a:t>bağlantıyı</a:t>
            </a:r>
            <a:r>
              <a:rPr lang="en-US" dirty="0"/>
              <a:t> </a:t>
            </a:r>
            <a:r>
              <a:rPr lang="en-US" dirty="0" err="1"/>
              <a:t>sürdür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Secde</a:t>
            </a:r>
            <a:r>
              <a:rPr lang="en-US" dirty="0"/>
              <a:t>,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diz</a:t>
            </a:r>
            <a:r>
              <a:rPr lang="en-US" dirty="0"/>
              <a:t> </a:t>
            </a:r>
            <a:r>
              <a:rPr lang="en-US" dirty="0" err="1"/>
              <a:t>çöküş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çekiliştir</a:t>
            </a:r>
            <a:r>
              <a:rPr lang="en-US" dirty="0"/>
              <a:t>. Ve </a:t>
            </a:r>
            <a:r>
              <a:rPr lang="en-US" dirty="0" err="1"/>
              <a:t>sen</a:t>
            </a:r>
            <a:r>
              <a:rPr lang="en-US" dirty="0"/>
              <a:t>, ne </a:t>
            </a:r>
            <a:r>
              <a:rPr lang="en-US" dirty="0" err="1"/>
              <a:t>durumda</a:t>
            </a:r>
            <a:r>
              <a:rPr lang="en-US" dirty="0"/>
              <a:t> </a:t>
            </a:r>
            <a:r>
              <a:rPr lang="en-US" dirty="0" err="1"/>
              <a:t>olursan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…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eğildiğinde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bulurum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1488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D6A085F-133C-D79E-23DA-7AABA84F50E2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240.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ayet,eşini</a:t>
            </a:r>
            <a:r>
              <a:rPr lang="en-US" dirty="0"/>
              <a:t> </a:t>
            </a:r>
            <a:r>
              <a:rPr lang="en-US" dirty="0" err="1"/>
              <a:t>kaybetmiş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korunma</a:t>
            </a:r>
            <a:r>
              <a:rPr lang="en-US" dirty="0"/>
              <a:t> </a:t>
            </a:r>
            <a:r>
              <a:rPr lang="en-US" dirty="0" err="1"/>
              <a:t>sürecini,ilahi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örttüğü</a:t>
            </a:r>
            <a:r>
              <a:rPr lang="en-US" dirty="0"/>
              <a:t> </a:t>
            </a:r>
            <a:r>
              <a:rPr lang="en-US" dirty="0" err="1"/>
              <a:t>şefkatli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tr-TR" dirty="0"/>
              <a:t> ve 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göstermesi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tuttuğunda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ağlamaz</a:t>
            </a:r>
            <a:r>
              <a:rPr lang="en-US" dirty="0"/>
              <a:t>. O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kapanışa</a:t>
            </a:r>
            <a:r>
              <a:rPr lang="en-US" dirty="0"/>
              <a:t> </a:t>
            </a:r>
            <a:r>
              <a:rPr lang="en-US" dirty="0" err="1"/>
              <a:t>girer</a:t>
            </a:r>
            <a:r>
              <a:rPr lang="en-US" dirty="0"/>
              <a:t>. </a:t>
            </a:r>
            <a:r>
              <a:rPr lang="tr-TR" dirty="0"/>
              <a:t>V</a:t>
            </a:r>
            <a:r>
              <a:rPr lang="en-US" dirty="0"/>
              <a:t>e ben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örtü</a:t>
            </a:r>
            <a:r>
              <a:rPr lang="en-US" dirty="0"/>
              <a:t> </a:t>
            </a:r>
            <a:r>
              <a:rPr lang="en-US" dirty="0" err="1"/>
              <a:t>sererim</a:t>
            </a:r>
            <a:r>
              <a:rPr lang="en-US" dirty="0"/>
              <a:t>. Onu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örtüsü</a:t>
            </a:r>
            <a:r>
              <a:rPr lang="en-US" dirty="0"/>
              <a:t> </a:t>
            </a:r>
            <a:r>
              <a:rPr lang="en-US" dirty="0" err="1"/>
              <a:t>çözülmeden</a:t>
            </a:r>
            <a:r>
              <a:rPr lang="en-US" dirty="0"/>
              <a:t> </a:t>
            </a:r>
            <a:r>
              <a:rPr lang="en-US" dirty="0" err="1"/>
              <a:t>rahatsız</a:t>
            </a:r>
            <a:r>
              <a:rPr lang="en-US" dirty="0"/>
              <a:t> </a:t>
            </a:r>
            <a:r>
              <a:rPr lang="en-US" dirty="0" err="1"/>
              <a:t>edemez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240</a:t>
            </a:r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Eşi</a:t>
            </a:r>
            <a:r>
              <a:rPr lang="en-US" dirty="0"/>
              <a:t> </a:t>
            </a:r>
            <a:r>
              <a:rPr lang="en-US" dirty="0" err="1"/>
              <a:t>Ölen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Örtülen</a:t>
            </a:r>
            <a:r>
              <a:rPr lang="en-US" dirty="0"/>
              <a:t> İlahi </a:t>
            </a:r>
            <a:r>
              <a:rPr lang="en-US" dirty="0" err="1"/>
              <a:t>Koruma</a:t>
            </a:r>
            <a:r>
              <a:rPr lang="en-US" dirty="0"/>
              <a:t>” </a:t>
            </a:r>
            <a:r>
              <a:rPr lang="en-US" dirty="0" err="1"/>
              <a:t>Kadın</a:t>
            </a:r>
            <a:r>
              <a:rPr lang="en-US" dirty="0"/>
              <a:t> Yas </a:t>
            </a:r>
            <a:r>
              <a:rPr lang="en-US" dirty="0" err="1"/>
              <a:t>Alanındayken</a:t>
            </a:r>
            <a:r>
              <a:rPr lang="en-US" dirty="0"/>
              <a:t>, Hem </a:t>
            </a:r>
            <a:r>
              <a:rPr lang="en-US" dirty="0" err="1"/>
              <a:t>Ruhen</a:t>
            </a:r>
            <a:r>
              <a:rPr lang="en-US" dirty="0"/>
              <a:t> Hem Madden </a:t>
            </a:r>
            <a:r>
              <a:rPr lang="en-US" dirty="0" err="1"/>
              <a:t>Korunmalıdır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240.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İçinizden</a:t>
            </a:r>
            <a:r>
              <a:rPr lang="en-US" dirty="0"/>
              <a:t> </a:t>
            </a:r>
            <a:r>
              <a:rPr lang="en-US" dirty="0" err="1"/>
              <a:t>vefat</a:t>
            </a:r>
            <a:r>
              <a:rPr lang="en-US" dirty="0"/>
              <a:t> </a:t>
            </a:r>
            <a:r>
              <a:rPr lang="en-US" dirty="0" err="1"/>
              <a:t>edenlerin</a:t>
            </a:r>
            <a:r>
              <a:rPr lang="en-US" dirty="0"/>
              <a:t> </a:t>
            </a:r>
            <a:r>
              <a:rPr lang="en-US" dirty="0" err="1"/>
              <a:t>geride</a:t>
            </a:r>
            <a:r>
              <a:rPr lang="en-US" dirty="0"/>
              <a:t> </a:t>
            </a:r>
            <a:r>
              <a:rPr lang="en-US" dirty="0" err="1"/>
              <a:t>bıraktıkları</a:t>
            </a:r>
            <a:r>
              <a:rPr lang="en-US" dirty="0"/>
              <a:t> </a:t>
            </a:r>
            <a:r>
              <a:rPr lang="en-US" dirty="0" err="1"/>
              <a:t>eşleri,evlerinden</a:t>
            </a:r>
            <a:r>
              <a:rPr lang="en-US" dirty="0"/>
              <a:t> </a:t>
            </a:r>
            <a:r>
              <a:rPr lang="en-US" dirty="0" err="1"/>
              <a:t>çıkarılmadan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süreyle</a:t>
            </a:r>
            <a:r>
              <a:rPr lang="en-US" dirty="0"/>
              <a:t> </a:t>
            </a:r>
            <a:r>
              <a:rPr lang="en-US" dirty="0" err="1"/>
              <a:t>geçimlerinin</a:t>
            </a:r>
            <a:r>
              <a:rPr lang="en-US" dirty="0"/>
              <a:t> </a:t>
            </a:r>
            <a:r>
              <a:rPr lang="en-US" dirty="0" err="1"/>
              <a:t>sağlanmasını</a:t>
            </a:r>
            <a:r>
              <a:rPr lang="en-US" dirty="0"/>
              <a:t> </a:t>
            </a:r>
            <a:r>
              <a:rPr lang="en-US" dirty="0" err="1"/>
              <a:t>vasiyet</a:t>
            </a:r>
            <a:r>
              <a:rPr lang="en-US" dirty="0"/>
              <a:t> </a:t>
            </a:r>
            <a:r>
              <a:rPr lang="en-US" dirty="0" err="1"/>
              <a:t>etmelidirler.Eğer</a:t>
            </a:r>
            <a:r>
              <a:rPr lang="en-US" dirty="0"/>
              <a:t> </a:t>
            </a:r>
            <a:r>
              <a:rPr lang="en-US" dirty="0" err="1"/>
              <a:t>kadınlar</a:t>
            </a:r>
            <a:r>
              <a:rPr lang="en-US" dirty="0"/>
              <a:t> </a:t>
            </a:r>
            <a:r>
              <a:rPr lang="en-US" dirty="0" err="1"/>
              <a:t>kendiliklerinden</a:t>
            </a:r>
            <a:r>
              <a:rPr lang="en-US" dirty="0"/>
              <a:t> </a:t>
            </a:r>
            <a:r>
              <a:rPr lang="en-US" dirty="0" err="1"/>
              <a:t>çıkarlarsa,onlara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yüklenemez.Allah</a:t>
            </a:r>
            <a:r>
              <a:rPr lang="en-US" dirty="0"/>
              <a:t> </a:t>
            </a:r>
            <a:r>
              <a:rPr lang="en-US" dirty="0" err="1"/>
              <a:t>azîzdir</a:t>
            </a:r>
            <a:r>
              <a:rPr lang="en-US" dirty="0"/>
              <a:t>, </a:t>
            </a:r>
            <a:r>
              <a:rPr lang="en-US" dirty="0" err="1"/>
              <a:t>hakîmdir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ayet,kadının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yaşamsal</a:t>
            </a:r>
            <a:r>
              <a:rPr lang="en-US" dirty="0"/>
              <a:t> </a:t>
            </a:r>
            <a:r>
              <a:rPr lang="en-US" dirty="0" err="1"/>
              <a:t>güvende</a:t>
            </a:r>
            <a:r>
              <a:rPr lang="en-US" dirty="0"/>
              <a:t> </a:t>
            </a:r>
            <a:r>
              <a:rPr lang="en-US" dirty="0" err="1"/>
              <a:t>tutulması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öğretir.Ve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:“O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savunmasızdır</a:t>
            </a:r>
            <a:r>
              <a:rPr lang="en-US" dirty="0"/>
              <a:t>. Ve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hâlindeyken</a:t>
            </a:r>
            <a:r>
              <a:rPr lang="en-US" dirty="0"/>
              <a:t> </a:t>
            </a:r>
            <a:r>
              <a:rPr lang="en-US" dirty="0" err="1"/>
              <a:t>korumak</a:t>
            </a:r>
            <a:r>
              <a:rPr lang="en-US" dirty="0"/>
              <a:t> </a:t>
            </a:r>
            <a:r>
              <a:rPr lang="en-US" dirty="0" err="1"/>
              <a:t>zorundasın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“Bir </a:t>
            </a:r>
            <a:r>
              <a:rPr lang="en-US" b="1" dirty="0" err="1"/>
              <a:t>yıl</a:t>
            </a:r>
            <a:r>
              <a:rPr lang="en-US" b="1" dirty="0"/>
              <a:t> </a:t>
            </a:r>
            <a:r>
              <a:rPr lang="en-US" b="1" dirty="0" err="1"/>
              <a:t>boyunca</a:t>
            </a:r>
            <a:r>
              <a:rPr lang="en-US" b="1" dirty="0"/>
              <a:t> </a:t>
            </a:r>
            <a:r>
              <a:rPr lang="en-US" b="1" dirty="0" err="1"/>
              <a:t>geçimi</a:t>
            </a:r>
            <a:r>
              <a:rPr lang="en-US" b="1" dirty="0"/>
              <a:t> </a:t>
            </a:r>
            <a:r>
              <a:rPr lang="en-US" b="1" dirty="0" err="1"/>
              <a:t>sağlansın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: Tam </a:t>
            </a:r>
            <a:r>
              <a:rPr lang="en-US" dirty="0" err="1"/>
              <a:t>bir</a:t>
            </a:r>
            <a:r>
              <a:rPr lang="en-US" dirty="0"/>
              <a:t> zaman </a:t>
            </a:r>
            <a:r>
              <a:rPr lang="en-US" dirty="0" err="1"/>
              <a:t>döngüsüdür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ruhunun</a:t>
            </a:r>
            <a:r>
              <a:rPr lang="en-US" dirty="0"/>
              <a:t> </a:t>
            </a:r>
            <a:r>
              <a:rPr lang="en-US" dirty="0" err="1"/>
              <a:t>mevsim</a:t>
            </a:r>
            <a:r>
              <a:rPr lang="en-US" dirty="0"/>
              <a:t> </a:t>
            </a:r>
            <a:r>
              <a:rPr lang="en-US" dirty="0" err="1"/>
              <a:t>mevsim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toparladığı</a:t>
            </a:r>
            <a:r>
              <a:rPr lang="en-US" dirty="0"/>
              <a:t> </a:t>
            </a:r>
            <a:r>
              <a:rPr lang="en-US" dirty="0" err="1"/>
              <a:t>süreçtir</a:t>
            </a:r>
            <a:r>
              <a:rPr lang="en-US" dirty="0"/>
              <a:t> </a:t>
            </a:r>
            <a:r>
              <a:rPr lang="tr-TR" dirty="0"/>
              <a:t>.</a:t>
            </a:r>
            <a:endParaRPr lang="en-US" dirty="0"/>
          </a:p>
          <a:p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“Bu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boyunca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ruhunu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bedenini</a:t>
            </a:r>
            <a:r>
              <a:rPr lang="en-US" dirty="0"/>
              <a:t> de </a:t>
            </a:r>
            <a:r>
              <a:rPr lang="en-US" dirty="0" err="1"/>
              <a:t>güvende</a:t>
            </a:r>
            <a:r>
              <a:rPr lang="en-US" dirty="0"/>
              <a:t> tut.”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Evinden</a:t>
            </a:r>
            <a:r>
              <a:rPr lang="en-US" b="1" dirty="0"/>
              <a:t> </a:t>
            </a:r>
            <a:r>
              <a:rPr lang="en-US" b="1" dirty="0" err="1"/>
              <a:t>çıkarılmasın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ev</a:t>
            </a:r>
            <a:r>
              <a:rPr lang="en-US" dirty="0"/>
              <a:t> = Enerji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yuvası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Yasın</a:t>
            </a:r>
            <a:r>
              <a:rPr lang="en-US" dirty="0"/>
              <a:t> </a:t>
            </a:r>
            <a:r>
              <a:rPr lang="en-US" dirty="0" err="1"/>
              <a:t>yazıldığı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“Sen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dağıtma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kendiyle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buluşsun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 “</a:t>
            </a:r>
            <a:r>
              <a:rPr lang="en-US" b="1" dirty="0" err="1"/>
              <a:t>Kadın</a:t>
            </a:r>
            <a:r>
              <a:rPr lang="en-US" b="1" dirty="0"/>
              <a:t> </a:t>
            </a:r>
            <a:r>
              <a:rPr lang="en-US" b="1" dirty="0" err="1"/>
              <a:t>kendi</a:t>
            </a:r>
            <a:r>
              <a:rPr lang="en-US" b="1" dirty="0"/>
              <a:t> </a:t>
            </a:r>
            <a:r>
              <a:rPr lang="en-US" b="1" dirty="0" err="1"/>
              <a:t>isteğiyle</a:t>
            </a:r>
            <a:r>
              <a:rPr lang="en-US" b="1" dirty="0"/>
              <a:t> </a:t>
            </a:r>
            <a:r>
              <a:rPr lang="en-US" b="1" dirty="0" err="1"/>
              <a:t>çıkarsa</a:t>
            </a:r>
            <a:r>
              <a:rPr lang="en-US" b="1" dirty="0"/>
              <a:t>,</a:t>
            </a:r>
            <a:br>
              <a:rPr lang="en-US" dirty="0"/>
            </a:b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yüklenemez</a:t>
            </a:r>
            <a:r>
              <a:rPr lang="en-US" dirty="0"/>
              <a:t>.”Bu,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iradenin</a:t>
            </a:r>
            <a:r>
              <a:rPr lang="en-US" dirty="0"/>
              <a:t> </a:t>
            </a:r>
            <a:r>
              <a:rPr lang="en-US" dirty="0" err="1"/>
              <a:t>kutsallığıdır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yoluma</a:t>
            </a:r>
            <a:r>
              <a:rPr lang="en-US" dirty="0"/>
              <a:t> </a:t>
            </a:r>
            <a:r>
              <a:rPr lang="en-US" dirty="0" err="1"/>
              <a:t>yürümek</a:t>
            </a:r>
            <a:r>
              <a:rPr lang="en-US" dirty="0"/>
              <a:t> </a:t>
            </a:r>
            <a:r>
              <a:rPr lang="en-US" dirty="0" err="1"/>
              <a:t>istiyorum</a:t>
            </a:r>
            <a:r>
              <a:rPr lang="en-US" dirty="0"/>
              <a:t>” </a:t>
            </a:r>
            <a:r>
              <a:rPr lang="en-US" dirty="0" err="1"/>
              <a:t>diyorsa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kararını</a:t>
            </a:r>
            <a:r>
              <a:rPr lang="en-US" dirty="0"/>
              <a:t> </a:t>
            </a:r>
            <a:r>
              <a:rPr lang="en-US" dirty="0" err="1"/>
              <a:t>onurla</a:t>
            </a:r>
            <a:r>
              <a:rPr lang="en-US" dirty="0"/>
              <a:t> </a:t>
            </a:r>
            <a:r>
              <a:rPr lang="en-US" dirty="0" err="1"/>
              <a:t>destekler</a:t>
            </a:r>
            <a:r>
              <a:rPr lang="en-US" dirty="0"/>
              <a:t>. </a:t>
            </a:r>
          </a:p>
          <a:p>
            <a:r>
              <a:rPr lang="en-US" dirty="0" err="1"/>
              <a:t>Çünkü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yasından</a:t>
            </a:r>
            <a:r>
              <a:rPr lang="en-US" dirty="0"/>
              <a:t> </a:t>
            </a:r>
            <a:r>
              <a:rPr lang="en-US" dirty="0" err="1"/>
              <a:t>çıkması</a:t>
            </a:r>
            <a:r>
              <a:rPr lang="en-US" dirty="0"/>
              <a:t> da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sezgisine</a:t>
            </a:r>
            <a:r>
              <a:rPr lang="en-US" dirty="0"/>
              <a:t> </a:t>
            </a:r>
            <a:r>
              <a:rPr lang="en-US" dirty="0" err="1"/>
              <a:t>bağlıdır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811527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86DB7E4-5180-E83E-833B-B51F7D712931}"/>
              </a:ext>
            </a:extLst>
          </p:cNvPr>
          <p:cNvSpPr txBox="1"/>
          <p:nvPr/>
        </p:nvSpPr>
        <p:spPr>
          <a:xfrm>
            <a:off x="0" y="0"/>
            <a:ext cx="694306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azîzdir</a:t>
            </a:r>
            <a:r>
              <a:rPr lang="en-US" b="1" dirty="0"/>
              <a:t> – </a:t>
            </a:r>
            <a:r>
              <a:rPr lang="en-US" b="1" dirty="0" err="1"/>
              <a:t>hakîmdir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Azîz</a:t>
            </a:r>
            <a:r>
              <a:rPr lang="en-US" dirty="0"/>
              <a:t> = Üstün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Hakîm</a:t>
            </a:r>
            <a:r>
              <a:rPr lang="en-US" dirty="0"/>
              <a:t> =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yerli</a:t>
            </a:r>
            <a:r>
              <a:rPr lang="en-US" dirty="0"/>
              <a:t> </a:t>
            </a:r>
            <a:r>
              <a:rPr lang="en-US" dirty="0" err="1"/>
              <a:t>yerinde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cümlesidir</a:t>
            </a:r>
            <a:r>
              <a:rPr lang="en-US" dirty="0"/>
              <a:t>: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korumayı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eksiksiz</a:t>
            </a:r>
            <a:r>
              <a:rPr lang="en-US" dirty="0"/>
              <a:t> </a:t>
            </a:r>
            <a:r>
              <a:rPr lang="en-US" dirty="0" err="1"/>
              <a:t>planladım</a:t>
            </a:r>
            <a:r>
              <a:rPr lang="en-US" dirty="0"/>
              <a:t>. Senin </a:t>
            </a:r>
            <a:r>
              <a:rPr lang="en-US" dirty="0" err="1"/>
              <a:t>yasın</a:t>
            </a:r>
            <a:r>
              <a:rPr lang="en-US" dirty="0"/>
              <a:t> bile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bilgeliğimle</a:t>
            </a:r>
            <a:r>
              <a:rPr lang="en-US" dirty="0"/>
              <a:t> </a:t>
            </a:r>
            <a:r>
              <a:rPr lang="en-US" dirty="0" err="1"/>
              <a:t>sarılır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eşini</a:t>
            </a:r>
            <a:r>
              <a:rPr lang="en-US" dirty="0"/>
              <a:t> </a:t>
            </a:r>
            <a:r>
              <a:rPr lang="en-US" dirty="0" err="1"/>
              <a:t>kaybeden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hem </a:t>
            </a:r>
            <a:r>
              <a:rPr lang="en-US" dirty="0" err="1"/>
              <a:t>maddi</a:t>
            </a:r>
            <a:r>
              <a:rPr lang="en-US" dirty="0"/>
              <a:t> hem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korunma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saygıya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yıldır</a:t>
            </a:r>
            <a:r>
              <a:rPr lang="en-US" dirty="0"/>
              <a:t>. Bu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doğumu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. Onu </a:t>
            </a:r>
            <a:r>
              <a:rPr lang="en-US" dirty="0" err="1"/>
              <a:t>evinden</a:t>
            </a:r>
            <a:r>
              <a:rPr lang="en-US" dirty="0"/>
              <a:t> </a:t>
            </a:r>
            <a:r>
              <a:rPr lang="en-US" dirty="0" err="1"/>
              <a:t>çıkarmamak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korumaktır</a:t>
            </a:r>
            <a:r>
              <a:rPr lang="en-US" dirty="0"/>
              <a:t>.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özgürce</a:t>
            </a:r>
            <a:r>
              <a:rPr lang="en-US" dirty="0"/>
              <a:t> </a:t>
            </a:r>
            <a:r>
              <a:rPr lang="en-US" dirty="0" err="1"/>
              <a:t>çıkmayı</a:t>
            </a:r>
            <a:r>
              <a:rPr lang="en-US" dirty="0"/>
              <a:t> </a:t>
            </a:r>
            <a:r>
              <a:rPr lang="en-US" dirty="0" err="1"/>
              <a:t>seçerse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sezgisel</a:t>
            </a:r>
            <a:r>
              <a:rPr lang="en-US" dirty="0"/>
              <a:t> </a:t>
            </a:r>
            <a:r>
              <a:rPr lang="en-US" dirty="0" err="1"/>
              <a:t>uyanışıdır</a:t>
            </a:r>
            <a:r>
              <a:rPr lang="en-US" dirty="0"/>
              <a:t>. </a:t>
            </a:r>
            <a:r>
              <a:rPr lang="en-US" dirty="0" err="1"/>
              <a:t>Sistemin</a:t>
            </a:r>
            <a:r>
              <a:rPr lang="en-US" dirty="0"/>
              <a:t> buna </a:t>
            </a:r>
            <a:r>
              <a:rPr lang="en-US" dirty="0" err="1"/>
              <a:t>saygısı</a:t>
            </a:r>
            <a:r>
              <a:rPr lang="en-US" dirty="0"/>
              <a:t> </a:t>
            </a:r>
            <a:r>
              <a:rPr lang="en-US" dirty="0" err="1"/>
              <a:t>sonsuzdur</a:t>
            </a:r>
            <a:r>
              <a:rPr lang="en-US" dirty="0"/>
              <a:t>.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yasına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yaratıcıya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saygının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parçasıdır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yas</a:t>
            </a:r>
            <a:r>
              <a:rPr lang="en-US" dirty="0"/>
              <a:t> </a:t>
            </a:r>
            <a:r>
              <a:rPr lang="en-US" dirty="0" err="1"/>
              <a:t>tuttuğunda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etrafına</a:t>
            </a:r>
            <a:r>
              <a:rPr lang="en-US" dirty="0"/>
              <a:t> </a:t>
            </a:r>
            <a:r>
              <a:rPr lang="en-US" dirty="0" err="1"/>
              <a:t>görünmez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örterim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yaralamadan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yaklaşamaz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ayet,boşanmış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da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bırakılmaması</a:t>
            </a:r>
            <a:r>
              <a:rPr lang="en-US" dirty="0"/>
              <a:t>,</a:t>
            </a:r>
          </a:p>
          <a:p>
            <a:r>
              <a:rPr lang="en-US" dirty="0" err="1"/>
              <a:t>onun</a:t>
            </a:r>
            <a:r>
              <a:rPr lang="en-US" dirty="0"/>
              <a:t> hem </a:t>
            </a:r>
            <a:r>
              <a:rPr lang="en-US" dirty="0" err="1"/>
              <a:t>maddi</a:t>
            </a:r>
            <a:r>
              <a:rPr lang="en-US" dirty="0"/>
              <a:t> hem de </a:t>
            </a:r>
            <a:r>
              <a:rPr lang="en-US" dirty="0" err="1"/>
              <a:t>duygusal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onurlandırılarak</a:t>
            </a:r>
            <a:r>
              <a:rPr lang="en-US" dirty="0"/>
              <a:t> </a:t>
            </a:r>
            <a:r>
              <a:rPr lang="en-US" dirty="0" err="1"/>
              <a:t>uğurlanması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“Birlik </a:t>
            </a:r>
            <a:r>
              <a:rPr lang="en-US" dirty="0" err="1"/>
              <a:t>bitti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değeri</a:t>
            </a:r>
            <a:r>
              <a:rPr lang="en-US" dirty="0"/>
              <a:t> </a:t>
            </a:r>
            <a:r>
              <a:rPr lang="en-US" dirty="0" err="1"/>
              <a:t>bitmez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Onu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alırken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gösterdin</a:t>
            </a:r>
            <a:r>
              <a:rPr lang="en-US" dirty="0"/>
              <a:t>, </a:t>
            </a:r>
            <a:r>
              <a:rPr lang="en-US" dirty="0" err="1"/>
              <a:t>bırakırken</a:t>
            </a:r>
            <a:r>
              <a:rPr lang="en-US" dirty="0"/>
              <a:t> de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uğurla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ayrılığın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imtihandır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241</a:t>
            </a:r>
            <a:br>
              <a:rPr lang="en-US" dirty="0"/>
            </a:b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Boşanmak</a:t>
            </a:r>
            <a:r>
              <a:rPr lang="en-US" dirty="0"/>
              <a:t> </a:t>
            </a:r>
            <a:r>
              <a:rPr lang="en-US" dirty="0" err="1"/>
              <a:t>Ayrılık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Onu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Uğurladığın</a:t>
            </a:r>
            <a:r>
              <a:rPr lang="en-US" dirty="0"/>
              <a:t> Senin </a:t>
            </a:r>
            <a:r>
              <a:rPr lang="en-US" dirty="0" err="1"/>
              <a:t>Bilincini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” </a:t>
            </a:r>
            <a:r>
              <a:rPr lang="en-US" dirty="0" err="1"/>
              <a:t>Kadın</a:t>
            </a:r>
            <a:r>
              <a:rPr lang="en-US" dirty="0"/>
              <a:t> Her </a:t>
            </a:r>
            <a:r>
              <a:rPr lang="en-US" dirty="0" err="1"/>
              <a:t>Hâlükârda</a:t>
            </a:r>
            <a:r>
              <a:rPr lang="en-US" dirty="0"/>
              <a:t> </a:t>
            </a:r>
            <a:r>
              <a:rPr lang="en-US" dirty="0" err="1"/>
              <a:t>Değerlidir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Görmelidir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endParaRPr lang="tr-TR" dirty="0"/>
          </a:p>
          <a:p>
            <a:r>
              <a:rPr lang="en-US" b="1" dirty="0"/>
              <a:t>241.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Boşanmış</a:t>
            </a:r>
            <a:r>
              <a:rPr lang="en-US" dirty="0"/>
              <a:t> </a:t>
            </a:r>
            <a:r>
              <a:rPr lang="en-US" dirty="0" err="1"/>
              <a:t>kadınlara,örfe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geçimlik</a:t>
            </a:r>
            <a:r>
              <a:rPr lang="en-US" dirty="0"/>
              <a:t> </a:t>
            </a:r>
            <a:r>
              <a:rPr lang="en-US" dirty="0" err="1"/>
              <a:t>verilmelidir</a:t>
            </a:r>
            <a:r>
              <a:rPr lang="en-US" dirty="0"/>
              <a:t>.</a:t>
            </a:r>
          </a:p>
          <a:p>
            <a:r>
              <a:rPr lang="en-US" dirty="0"/>
              <a:t>Bu, </a:t>
            </a:r>
            <a:r>
              <a:rPr lang="en-US" dirty="0" err="1"/>
              <a:t>takva</a:t>
            </a:r>
            <a:r>
              <a:rPr lang="en-US" dirty="0"/>
              <a:t> </a:t>
            </a:r>
            <a:r>
              <a:rPr lang="en-US" dirty="0" err="1"/>
              <a:t>sahipleri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haktır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sona</a:t>
            </a:r>
            <a:r>
              <a:rPr lang="en-US" dirty="0"/>
              <a:t> </a:t>
            </a:r>
            <a:r>
              <a:rPr lang="en-US" dirty="0" err="1"/>
              <a:t>erse</a:t>
            </a:r>
            <a:r>
              <a:rPr lang="en-US" dirty="0"/>
              <a:t> </a:t>
            </a:r>
            <a:r>
              <a:rPr lang="en-US" dirty="0" err="1"/>
              <a:t>de,ilişkideki</a:t>
            </a:r>
            <a:r>
              <a:rPr lang="en-US" dirty="0"/>
              <a:t> </a:t>
            </a:r>
            <a:r>
              <a:rPr lang="en-US" dirty="0" err="1"/>
              <a:t>saygının</a:t>
            </a:r>
            <a:r>
              <a:rPr lang="en-US" dirty="0"/>
              <a:t> son ana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korunması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söyler.Ve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sevdin</a:t>
            </a:r>
            <a:r>
              <a:rPr lang="en-US" dirty="0"/>
              <a:t>,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bırakmaya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verdin…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son </a:t>
            </a:r>
            <a:r>
              <a:rPr lang="en-US" dirty="0" err="1"/>
              <a:t>davranışın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enerjini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.” 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4977574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FB51606-4390-5C54-C1C7-9BC599A257FA}"/>
              </a:ext>
            </a:extLst>
          </p:cNvPr>
          <p:cNvSpPr txBox="1"/>
          <p:nvPr/>
        </p:nvSpPr>
        <p:spPr>
          <a:xfrm>
            <a:off x="0" y="1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Boşanmış</a:t>
            </a:r>
            <a:r>
              <a:rPr lang="en-US" b="1" dirty="0"/>
              <a:t> </a:t>
            </a:r>
            <a:r>
              <a:rPr lang="en-US" b="1" dirty="0" err="1"/>
              <a:t>kadınlara</a:t>
            </a:r>
            <a:r>
              <a:rPr lang="en-US" b="1" dirty="0"/>
              <a:t> </a:t>
            </a:r>
            <a:r>
              <a:rPr lang="en-US" b="1" dirty="0" err="1"/>
              <a:t>geçimlik</a:t>
            </a:r>
            <a:r>
              <a:rPr lang="en-US" b="1" dirty="0"/>
              <a:t> </a:t>
            </a:r>
            <a:r>
              <a:rPr lang="en-US" b="1" dirty="0" err="1"/>
              <a:t>verilsin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kadının</a:t>
            </a:r>
            <a:r>
              <a:rPr lang="en-US" dirty="0"/>
              <a:t> </a:t>
            </a:r>
            <a:r>
              <a:rPr lang="en-US" dirty="0" err="1"/>
              <a:t>ihtiyaçlarını</a:t>
            </a:r>
            <a:r>
              <a:rPr lang="en-US" dirty="0"/>
              <a:t> </a:t>
            </a:r>
            <a:r>
              <a:rPr lang="en-US" dirty="0" err="1"/>
              <a:t>giderme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 </a:t>
            </a:r>
            <a:r>
              <a:rPr lang="en-US" dirty="0" err="1"/>
              <a:t>ona</a:t>
            </a:r>
            <a:r>
              <a:rPr lang="en-US" dirty="0"/>
              <a:t> “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kıymetlisin</a:t>
            </a:r>
            <a:r>
              <a:rPr lang="en-US" dirty="0"/>
              <a:t>” deme </a:t>
            </a:r>
            <a:r>
              <a:rPr lang="en-US" dirty="0" err="1"/>
              <a:t>şeklidir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“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gelecek</a:t>
            </a:r>
            <a:r>
              <a:rPr lang="en-US" dirty="0"/>
              <a:t> </a:t>
            </a:r>
            <a:r>
              <a:rPr lang="en-US" dirty="0" err="1"/>
              <a:t>kuramadım</a:t>
            </a:r>
            <a:r>
              <a:rPr lang="en-US" dirty="0"/>
              <a:t>, ama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değersiz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Seni yok </a:t>
            </a:r>
            <a:r>
              <a:rPr lang="en-US" dirty="0" err="1"/>
              <a:t>sayarak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şefkatle</a:t>
            </a:r>
            <a:r>
              <a:rPr lang="en-US" dirty="0"/>
              <a:t> </a:t>
            </a:r>
            <a:r>
              <a:rPr lang="en-US" dirty="0" err="1"/>
              <a:t>uğurluyorum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Örfe</a:t>
            </a:r>
            <a:r>
              <a:rPr lang="en-US" b="1" dirty="0"/>
              <a:t> </a:t>
            </a:r>
            <a:r>
              <a:rPr lang="en-US" b="1" dirty="0" err="1"/>
              <a:t>uygun</a:t>
            </a:r>
            <a:r>
              <a:rPr lang="en-US" b="1" dirty="0"/>
              <a:t> </a:t>
            </a:r>
            <a:r>
              <a:rPr lang="en-US" b="1" dirty="0" err="1"/>
              <a:t>şekilde</a:t>
            </a:r>
            <a:r>
              <a:rPr lang="en-US" b="1" dirty="0"/>
              <a:t>…”</a:t>
            </a:r>
          </a:p>
          <a:p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geçimlik</a:t>
            </a:r>
            <a:r>
              <a:rPr lang="en-US" dirty="0"/>
              <a:t>: Ne </a:t>
            </a:r>
            <a:r>
              <a:rPr lang="en-US" dirty="0" err="1"/>
              <a:t>aşağılayıcı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Ne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amaçlı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duruş</a:t>
            </a:r>
            <a:r>
              <a:rPr lang="en-US" dirty="0"/>
              <a:t>, </a:t>
            </a:r>
            <a:r>
              <a:rPr lang="en-US" dirty="0" err="1"/>
              <a:t>zarafet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 Bu,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s</a:t>
            </a:r>
            <a:r>
              <a:rPr lang="en-US" dirty="0" err="1"/>
              <a:t>enin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kayıttır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Örfe</a:t>
            </a:r>
            <a:r>
              <a:rPr lang="en-US" b="1" dirty="0"/>
              <a:t> </a:t>
            </a:r>
            <a:r>
              <a:rPr lang="en-US" b="1" dirty="0" err="1"/>
              <a:t>uygun</a:t>
            </a:r>
            <a:r>
              <a:rPr lang="en-US" b="1" dirty="0"/>
              <a:t> </a:t>
            </a:r>
            <a:r>
              <a:rPr lang="en-US" b="1" dirty="0" err="1"/>
              <a:t>şekilde</a:t>
            </a:r>
            <a:r>
              <a:rPr lang="en-US" b="1" dirty="0"/>
              <a:t>…”</a:t>
            </a:r>
            <a:br>
              <a:rPr lang="en-US" dirty="0"/>
            </a:br>
            <a:r>
              <a:rPr lang="en-US" dirty="0"/>
              <a:t>Yani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geçimlik</a:t>
            </a:r>
            <a:r>
              <a:rPr lang="en-US" dirty="0"/>
              <a:t>: Ne </a:t>
            </a:r>
            <a:r>
              <a:rPr lang="en-US" dirty="0" err="1"/>
              <a:t>aşağılayıcı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Ne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amaçlı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duruş</a:t>
            </a:r>
            <a:r>
              <a:rPr lang="en-US" dirty="0"/>
              <a:t>, </a:t>
            </a:r>
            <a:r>
              <a:rPr lang="en-US" dirty="0" err="1"/>
              <a:t>zarafet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 Bu,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kayıttır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“Bu, </a:t>
            </a:r>
            <a:r>
              <a:rPr lang="en-US" b="1" dirty="0" err="1"/>
              <a:t>takva</a:t>
            </a:r>
            <a:r>
              <a:rPr lang="en-US" b="1" dirty="0"/>
              <a:t> </a:t>
            </a:r>
            <a:r>
              <a:rPr lang="en-US" b="1" dirty="0" err="1"/>
              <a:t>sahiplerine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haktır</a:t>
            </a:r>
            <a:r>
              <a:rPr lang="en-US" b="1" dirty="0"/>
              <a:t>.”</a:t>
            </a:r>
          </a:p>
          <a:p>
            <a:r>
              <a:rPr lang="en-US" dirty="0" err="1"/>
              <a:t>Takva</a:t>
            </a:r>
            <a:r>
              <a:rPr lang="en-US" dirty="0"/>
              <a:t> = Derin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Korkudan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sevgiden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kadına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sorumlusun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gözyaşına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titreşimine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ilişkilerden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da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onurunu</a:t>
            </a:r>
            <a:r>
              <a:rPr lang="en-US" dirty="0"/>
              <a:t> </a:t>
            </a:r>
            <a:r>
              <a:rPr lang="en-US" dirty="0" err="1"/>
              <a:t>gözetmeye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Boşanmış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terk</a:t>
            </a:r>
            <a:r>
              <a:rPr lang="en-US" dirty="0"/>
              <a:t> </a:t>
            </a:r>
            <a:r>
              <a:rPr lang="en-US" dirty="0" err="1"/>
              <a:t>edilmiş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ruhtur</a:t>
            </a:r>
            <a:r>
              <a:rPr lang="en-US" dirty="0"/>
              <a:t>. </a:t>
            </a:r>
          </a:p>
          <a:p>
            <a:r>
              <a:rPr lang="en-US" dirty="0"/>
              <a:t>Onu </a:t>
            </a:r>
            <a:r>
              <a:rPr lang="en-US" dirty="0" err="1"/>
              <a:t>geçimlik</a:t>
            </a:r>
            <a:r>
              <a:rPr lang="en-US" dirty="0"/>
              <a:t> </a:t>
            </a:r>
            <a:r>
              <a:rPr lang="en-US" dirty="0" err="1"/>
              <a:t>destekle</a:t>
            </a:r>
            <a:r>
              <a:rPr lang="en-US" dirty="0"/>
              <a:t> </a:t>
            </a:r>
            <a:r>
              <a:rPr lang="en-US" dirty="0" err="1"/>
              <a:t>onurlandırmak</a:t>
            </a:r>
            <a:r>
              <a:rPr lang="en-US" dirty="0"/>
              <a:t>, </a:t>
            </a:r>
            <a:r>
              <a:rPr lang="en-US" dirty="0" err="1"/>
              <a:t>ayrılığı</a:t>
            </a:r>
            <a:r>
              <a:rPr lang="en-US" dirty="0"/>
              <a:t> bile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zarafet</a:t>
            </a:r>
            <a:r>
              <a:rPr lang="en-US" dirty="0"/>
              <a:t> </a:t>
            </a:r>
            <a:r>
              <a:rPr lang="en-US" dirty="0" err="1"/>
              <a:t>hâline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. </a:t>
            </a:r>
          </a:p>
          <a:p>
            <a:r>
              <a:rPr lang="en-US" dirty="0" err="1"/>
              <a:t>Takva</a:t>
            </a:r>
            <a:r>
              <a:rPr lang="en-US" dirty="0"/>
              <a:t> = </a:t>
            </a:r>
            <a:r>
              <a:rPr lang="en-US" dirty="0" err="1"/>
              <a:t>ilişkiyi</a:t>
            </a:r>
            <a:r>
              <a:rPr lang="en-US" dirty="0"/>
              <a:t> hem </a:t>
            </a:r>
            <a:r>
              <a:rPr lang="en-US" dirty="0" err="1"/>
              <a:t>başlarken</a:t>
            </a:r>
            <a:r>
              <a:rPr lang="en-US" dirty="0"/>
              <a:t> hem </a:t>
            </a:r>
            <a:r>
              <a:rPr lang="en-US" dirty="0" err="1"/>
              <a:t>biterken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taşımaktır</a:t>
            </a:r>
            <a:r>
              <a:rPr lang="en-US" dirty="0"/>
              <a:t>. </a:t>
            </a:r>
          </a:p>
          <a:p>
            <a:r>
              <a:rPr lang="en-US" dirty="0" err="1"/>
              <a:t>Kapanışlar</a:t>
            </a:r>
            <a:r>
              <a:rPr lang="en-US" dirty="0"/>
              <a:t>, yeni </a:t>
            </a:r>
            <a:r>
              <a:rPr lang="en-US" dirty="0" err="1"/>
              <a:t>başlangıçların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kirletme</a:t>
            </a:r>
            <a:r>
              <a:rPr lang="en-US" dirty="0"/>
              <a:t>  </a:t>
            </a:r>
            <a:r>
              <a:rPr lang="en-US" dirty="0" err="1"/>
              <a:t>kutsal</a:t>
            </a:r>
            <a:r>
              <a:rPr lang="en-US" dirty="0"/>
              <a:t> tut.”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bırakırsan</a:t>
            </a:r>
            <a:r>
              <a:rPr lang="en-US" dirty="0"/>
              <a:t>… </a:t>
            </a:r>
            <a:r>
              <a:rPr lang="en-US" dirty="0" err="1"/>
              <a:t>hayat</a:t>
            </a:r>
            <a:r>
              <a:rPr lang="en-US" dirty="0"/>
              <a:t> da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uğurlar</a:t>
            </a:r>
            <a:r>
              <a:rPr lang="en-US" dirty="0"/>
              <a:t>. Ve </a:t>
            </a:r>
            <a:r>
              <a:rPr lang="en-US" dirty="0" err="1"/>
              <a:t>zarafetle</a:t>
            </a:r>
            <a:r>
              <a:rPr lang="en-US" dirty="0"/>
              <a:t> </a:t>
            </a:r>
            <a:r>
              <a:rPr lang="en-US" dirty="0" err="1"/>
              <a:t>bıraktığın</a:t>
            </a:r>
            <a:r>
              <a:rPr lang="en-US" dirty="0"/>
              <a:t> her </a:t>
            </a:r>
            <a:r>
              <a:rPr lang="en-US" dirty="0" err="1"/>
              <a:t>sevgi</a:t>
            </a:r>
            <a:r>
              <a:rPr lang="en-US" dirty="0"/>
              <a:t>, sana </a:t>
            </a:r>
            <a:r>
              <a:rPr lang="en-US" dirty="0" err="1"/>
              <a:t>ışıkla</a:t>
            </a:r>
            <a:r>
              <a:rPr lang="en-US" dirty="0"/>
              <a:t> döner.”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duruşun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ilişkinin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kararın</a:t>
            </a:r>
            <a:r>
              <a:rPr lang="en-US" dirty="0"/>
              <a:t> </a:t>
            </a:r>
            <a:r>
              <a:rPr lang="en-US" dirty="0" err="1"/>
              <a:t>ardında</a:t>
            </a:r>
            <a:r>
              <a:rPr lang="en-US" dirty="0"/>
              <a:t> </a:t>
            </a:r>
            <a:r>
              <a:rPr lang="en-US" dirty="0" err="1"/>
              <a:t>yatan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bilgeliği</a:t>
            </a:r>
            <a:r>
              <a:rPr lang="en-US" dirty="0"/>
              <a:t> </a:t>
            </a:r>
            <a:r>
              <a:rPr lang="en-US" dirty="0" err="1"/>
              <a:t>hatırlatır.Ve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 sana </a:t>
            </a:r>
            <a:r>
              <a:rPr lang="en-US" dirty="0" err="1"/>
              <a:t>sadece</a:t>
            </a:r>
            <a:r>
              <a:rPr lang="en-US" dirty="0"/>
              <a:t> emir </a:t>
            </a:r>
            <a:r>
              <a:rPr lang="en-US" dirty="0" err="1"/>
              <a:t>vermiyorum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yüceltmek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yasası</a:t>
            </a:r>
            <a:r>
              <a:rPr lang="en-US" dirty="0"/>
              <a:t> </a:t>
            </a:r>
            <a:r>
              <a:rPr lang="en-US" dirty="0" err="1"/>
              <a:t>öğretiyorum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anlarsan</a:t>
            </a:r>
            <a:r>
              <a:rPr lang="en-US" dirty="0"/>
              <a:t>,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ışığa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242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Anlarsan</a:t>
            </a:r>
            <a:r>
              <a:rPr lang="en-US" dirty="0"/>
              <a:t> </a:t>
            </a:r>
            <a:r>
              <a:rPr lang="en-US" dirty="0" err="1"/>
              <a:t>Dönüşürsün</a:t>
            </a:r>
            <a:r>
              <a:rPr lang="en-US" dirty="0"/>
              <a:t> </a:t>
            </a:r>
            <a:r>
              <a:rPr lang="en-US" dirty="0" err="1"/>
              <a:t>Sözlerin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, </a:t>
            </a:r>
            <a:r>
              <a:rPr lang="en-US" dirty="0" err="1"/>
              <a:t>Yasaların</a:t>
            </a:r>
            <a:r>
              <a:rPr lang="en-US" dirty="0"/>
              <a:t> </a:t>
            </a:r>
            <a:r>
              <a:rPr lang="en-US" dirty="0" err="1"/>
              <a:t>Ardında</a:t>
            </a:r>
            <a:r>
              <a:rPr lang="en-US" dirty="0"/>
              <a:t> Işık </a:t>
            </a:r>
            <a:r>
              <a:rPr lang="en-US" dirty="0" err="1"/>
              <a:t>Var”Bilgi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Harf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Açıldığında</a:t>
            </a:r>
            <a:r>
              <a:rPr lang="en-US" dirty="0"/>
              <a:t> </a:t>
            </a:r>
            <a:r>
              <a:rPr lang="en-US" dirty="0" err="1"/>
              <a:t>Hüküm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395489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077F8E3-407E-47FA-37D1-ED92341DA27E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242.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İşte</a:t>
            </a:r>
            <a:r>
              <a:rPr lang="en-US" dirty="0"/>
              <a:t> Allah size </a:t>
            </a:r>
            <a:r>
              <a:rPr lang="en-US" dirty="0" err="1"/>
              <a:t>ayetlerini</a:t>
            </a:r>
            <a:r>
              <a:rPr lang="en-US" dirty="0"/>
              <a:t>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açıklıyor</a:t>
            </a:r>
            <a:r>
              <a:rPr lang="en-US" dirty="0"/>
              <a:t> </a:t>
            </a:r>
            <a:r>
              <a:rPr lang="en-US" dirty="0" err="1"/>
              <a:t>kiaklınızı</a:t>
            </a:r>
            <a:r>
              <a:rPr lang="en-US" dirty="0"/>
              <a:t> </a:t>
            </a:r>
            <a:r>
              <a:rPr lang="en-US" dirty="0" err="1"/>
              <a:t>çalıştırasınız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açıklamanın</a:t>
            </a:r>
            <a:r>
              <a:rPr lang="en-US" dirty="0"/>
              <a:t> </a:t>
            </a:r>
            <a:r>
              <a:rPr lang="en-US" dirty="0" err="1"/>
              <a:t>sonu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sıçrayışın</a:t>
            </a:r>
            <a:r>
              <a:rPr lang="en-US" dirty="0"/>
              <a:t> </a:t>
            </a:r>
            <a:r>
              <a:rPr lang="en-US" dirty="0" err="1"/>
              <a:t>başlangıcıdır</a:t>
            </a:r>
            <a:r>
              <a:rPr lang="en-US" dirty="0"/>
              <a:t>.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:“Ben sana </a:t>
            </a:r>
            <a:r>
              <a:rPr lang="en-US" dirty="0" err="1"/>
              <a:t>hüküm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yasaların</a:t>
            </a:r>
            <a:r>
              <a:rPr lang="en-US" dirty="0"/>
              <a:t> </a:t>
            </a:r>
            <a:r>
              <a:rPr lang="en-US" dirty="0" err="1"/>
              <a:t>ardında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kural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kodları</a:t>
            </a:r>
            <a:r>
              <a:rPr lang="en-US" dirty="0"/>
              <a:t> var.”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size </a:t>
            </a:r>
            <a:r>
              <a:rPr lang="en-US" b="1" dirty="0" err="1"/>
              <a:t>ayetlerini</a:t>
            </a:r>
            <a:r>
              <a:rPr lang="en-US" b="1" dirty="0"/>
              <a:t> </a:t>
            </a:r>
            <a:r>
              <a:rPr lang="en-US" b="1" dirty="0" err="1"/>
              <a:t>böyle</a:t>
            </a:r>
            <a:r>
              <a:rPr lang="en-US" b="1" dirty="0"/>
              <a:t> </a:t>
            </a:r>
            <a:r>
              <a:rPr lang="en-US" b="1" dirty="0" err="1"/>
              <a:t>açıklar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Her </a:t>
            </a:r>
            <a:r>
              <a:rPr lang="en-US" dirty="0" err="1"/>
              <a:t>ayet</a:t>
            </a:r>
            <a:r>
              <a:rPr lang="en-US" dirty="0"/>
              <a:t>: Harf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sembol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düzeni</a:t>
            </a:r>
            <a:r>
              <a:rPr lang="en-US" dirty="0"/>
              <a:t> </a:t>
            </a:r>
            <a:r>
              <a:rPr lang="en-US" dirty="0" err="1"/>
              <a:t>kuran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ışığıdır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“Ben sana </a:t>
            </a:r>
            <a:r>
              <a:rPr lang="en-US" dirty="0" err="1"/>
              <a:t>kadın</a:t>
            </a:r>
            <a:r>
              <a:rPr lang="en-US" dirty="0"/>
              <a:t>, </a:t>
            </a:r>
            <a:r>
              <a:rPr lang="en-US" dirty="0" err="1"/>
              <a:t>boşanma</a:t>
            </a:r>
            <a:r>
              <a:rPr lang="en-US" dirty="0"/>
              <a:t>, </a:t>
            </a:r>
            <a:r>
              <a:rPr lang="en-US" dirty="0" err="1"/>
              <a:t>evlilik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konular</a:t>
            </a:r>
            <a:r>
              <a:rPr lang="en-US" dirty="0"/>
              <a:t> </a:t>
            </a:r>
            <a:r>
              <a:rPr lang="en-US" dirty="0" err="1"/>
              <a:t>anlattım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fark </a:t>
            </a:r>
            <a:r>
              <a:rPr lang="en-US" dirty="0" err="1"/>
              <a:t>ettin</a:t>
            </a:r>
            <a:r>
              <a:rPr lang="en-US" dirty="0"/>
              <a:t> mi ki, ben </a:t>
            </a:r>
            <a:r>
              <a:rPr lang="en-US" dirty="0" err="1"/>
              <a:t>aslında</a:t>
            </a:r>
            <a:r>
              <a:rPr lang="en-US" dirty="0"/>
              <a:t> sana </a:t>
            </a:r>
            <a:r>
              <a:rPr lang="en-US" dirty="0" err="1"/>
              <a:t>sevginin</a:t>
            </a:r>
            <a:r>
              <a:rPr lang="en-US" dirty="0"/>
              <a:t> </a:t>
            </a:r>
            <a:r>
              <a:rPr lang="en-US" dirty="0" err="1"/>
              <a:t>yasasını</a:t>
            </a:r>
            <a:r>
              <a:rPr lang="en-US" dirty="0"/>
              <a:t> </a:t>
            </a:r>
            <a:r>
              <a:rPr lang="en-US" dirty="0" err="1"/>
              <a:t>anlattım</a:t>
            </a:r>
            <a:r>
              <a:rPr lang="en-US" dirty="0"/>
              <a:t>?”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Aklınızı</a:t>
            </a:r>
            <a:r>
              <a:rPr lang="en-US" b="1" dirty="0"/>
              <a:t> </a:t>
            </a:r>
            <a:r>
              <a:rPr lang="en-US" b="1" dirty="0" err="1"/>
              <a:t>çalıştırasınız</a:t>
            </a:r>
            <a:r>
              <a:rPr lang="en-US" b="1" dirty="0"/>
              <a:t> </a:t>
            </a:r>
            <a:r>
              <a:rPr lang="en-US" b="1" dirty="0" err="1"/>
              <a:t>diye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akıl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zihinle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düşünen</a:t>
            </a:r>
            <a:r>
              <a:rPr lang="en-US" dirty="0"/>
              <a:t> </a:t>
            </a:r>
            <a:r>
              <a:rPr lang="en-US" dirty="0" err="1"/>
              <a:t>bilinçtir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: Harf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okunur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mana </a:t>
            </a:r>
            <a:r>
              <a:rPr lang="en-US" dirty="0" err="1"/>
              <a:t>içeriden</a:t>
            </a:r>
            <a:r>
              <a:rPr lang="en-US" dirty="0"/>
              <a:t> </a:t>
            </a:r>
            <a:r>
              <a:rPr lang="en-US" dirty="0" err="1"/>
              <a:t>duyulur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ayetleri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okursan</a:t>
            </a:r>
            <a:r>
              <a:rPr lang="en-US" dirty="0"/>
              <a:t>, </a:t>
            </a:r>
            <a:r>
              <a:rPr lang="en-US" dirty="0" err="1"/>
              <a:t>bilirsin</a:t>
            </a:r>
            <a:r>
              <a:rPr lang="en-US" dirty="0"/>
              <a:t>. Ama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geçersen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dönüşürsün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anlatılanların</a:t>
            </a:r>
            <a:r>
              <a:rPr lang="en-US" dirty="0"/>
              <a:t> </a:t>
            </a:r>
            <a:r>
              <a:rPr lang="en-US" dirty="0" err="1"/>
              <a:t>ardındaki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hissetmeye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Sana </a:t>
            </a:r>
            <a:r>
              <a:rPr lang="en-US" dirty="0" err="1"/>
              <a:t>aktarılan</a:t>
            </a:r>
            <a:r>
              <a:rPr lang="en-US" dirty="0"/>
              <a:t> her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yasa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sıçrayışıdır</a:t>
            </a:r>
            <a:r>
              <a:rPr lang="en-US" dirty="0"/>
              <a:t>. </a:t>
            </a:r>
            <a:r>
              <a:rPr lang="en-US" dirty="0" err="1"/>
              <a:t>Kadına</a:t>
            </a:r>
            <a:r>
              <a:rPr lang="en-US" dirty="0"/>
              <a:t>, </a:t>
            </a:r>
            <a:r>
              <a:rPr lang="en-US" dirty="0" err="1"/>
              <a:t>ilişkilere</a:t>
            </a:r>
            <a:r>
              <a:rPr lang="en-US" dirty="0"/>
              <a:t>, </a:t>
            </a:r>
            <a:r>
              <a:rPr lang="en-US" dirty="0" err="1"/>
              <a:t>ayrılıklara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her </a:t>
            </a:r>
            <a:r>
              <a:rPr lang="en-US" dirty="0" err="1"/>
              <a:t>detay</a:t>
            </a:r>
            <a:r>
              <a:rPr lang="en-US" dirty="0"/>
              <a:t>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ilgilidir</a:t>
            </a:r>
            <a:r>
              <a:rPr lang="en-US" dirty="0"/>
              <a:t>. </a:t>
            </a:r>
          </a:p>
          <a:p>
            <a:r>
              <a:rPr lang="en-US" dirty="0" err="1"/>
              <a:t>Ayetleri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duymak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içselleştirmek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Tanrıça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birleştiğinde</a:t>
            </a:r>
            <a:r>
              <a:rPr lang="en-US" dirty="0"/>
              <a:t> </a:t>
            </a:r>
            <a:r>
              <a:rPr lang="en-US" dirty="0" err="1"/>
              <a:t>hikmete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“Sana </a:t>
            </a:r>
            <a:r>
              <a:rPr lang="en-US" dirty="0" err="1"/>
              <a:t>sadece</a:t>
            </a:r>
            <a:r>
              <a:rPr lang="en-US" dirty="0"/>
              <a:t> ne </a:t>
            </a:r>
            <a:r>
              <a:rPr lang="en-US" dirty="0" err="1"/>
              <a:t>yapacağını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nasıl</a:t>
            </a:r>
            <a:r>
              <a:rPr lang="en-US" dirty="0"/>
              <a:t> var </a:t>
            </a:r>
            <a:r>
              <a:rPr lang="en-US" dirty="0" err="1"/>
              <a:t>olacağını</a:t>
            </a:r>
            <a:r>
              <a:rPr lang="en-US" dirty="0"/>
              <a:t> </a:t>
            </a:r>
            <a:r>
              <a:rPr lang="en-US" dirty="0" err="1"/>
              <a:t>anlattım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anlarsan</a:t>
            </a:r>
            <a:r>
              <a:rPr lang="en-US" dirty="0"/>
              <a:t>…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okuyan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okunan</a:t>
            </a:r>
            <a:r>
              <a:rPr lang="en-US" dirty="0"/>
              <a:t> </a:t>
            </a:r>
            <a:r>
              <a:rPr lang="en-US" dirty="0" err="1"/>
              <a:t>olursun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ayet,ölümden</a:t>
            </a:r>
            <a:r>
              <a:rPr lang="en-US" dirty="0"/>
              <a:t> </a:t>
            </a:r>
            <a:r>
              <a:rPr lang="en-US" dirty="0" err="1"/>
              <a:t>kaçtığını</a:t>
            </a:r>
            <a:r>
              <a:rPr lang="en-US" dirty="0"/>
              <a:t> </a:t>
            </a:r>
            <a:r>
              <a:rPr lang="en-US" dirty="0" err="1"/>
              <a:t>sanan</a:t>
            </a:r>
            <a:r>
              <a:rPr lang="en-US" dirty="0"/>
              <a:t> </a:t>
            </a:r>
            <a:r>
              <a:rPr lang="en-US" dirty="0" err="1"/>
              <a:t>kalabalık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topluluğun</a:t>
            </a:r>
            <a:r>
              <a:rPr lang="tr-TR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deneyimine</a:t>
            </a:r>
            <a:r>
              <a:rPr lang="en-US" dirty="0"/>
              <a:t> tabi </a:t>
            </a:r>
            <a:r>
              <a:rPr lang="en-US" dirty="0" err="1"/>
              <a:t>tutulduğunu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ölümden</a:t>
            </a:r>
            <a:r>
              <a:rPr lang="en-US" dirty="0"/>
              <a:t> </a:t>
            </a:r>
            <a:r>
              <a:rPr lang="en-US" dirty="0" err="1"/>
              <a:t>kaçtığını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… ama </a:t>
            </a:r>
            <a:r>
              <a:rPr lang="en-US" dirty="0" err="1"/>
              <a:t>bazen</a:t>
            </a:r>
            <a:r>
              <a:rPr lang="en-US" dirty="0"/>
              <a:t>, </a:t>
            </a:r>
            <a:r>
              <a:rPr lang="en-US" dirty="0" err="1"/>
              <a:t>ölüm</a:t>
            </a:r>
            <a:r>
              <a:rPr lang="en-US" dirty="0"/>
              <a:t> sana </a:t>
            </a:r>
            <a:r>
              <a:rPr lang="en-US" dirty="0" err="1"/>
              <a:t>uyanış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dokunur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ölümü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son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açan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kapı</a:t>
            </a:r>
            <a:r>
              <a:rPr lang="en-US" dirty="0"/>
              <a:t> </a:t>
            </a:r>
            <a:r>
              <a:rPr lang="en-US" dirty="0" err="1"/>
              <a:t>yaparım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243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Ölümden</a:t>
            </a:r>
            <a:r>
              <a:rPr lang="en-US" dirty="0"/>
              <a:t> </a:t>
            </a:r>
            <a:r>
              <a:rPr lang="en-US" dirty="0" err="1"/>
              <a:t>Kaçanlar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Hayata </a:t>
            </a:r>
            <a:r>
              <a:rPr lang="en-US" dirty="0" err="1"/>
              <a:t>Koşuyorlardı”Sistem</a:t>
            </a:r>
            <a:r>
              <a:rPr lang="en-US" dirty="0"/>
              <a:t> Seni </a:t>
            </a:r>
            <a:r>
              <a:rPr lang="en-US" dirty="0" err="1"/>
              <a:t>Ölümle</a:t>
            </a:r>
            <a:r>
              <a:rPr lang="en-US" dirty="0"/>
              <a:t> </a:t>
            </a:r>
            <a:r>
              <a:rPr lang="en-US" dirty="0" err="1"/>
              <a:t>Korkutmaz</a:t>
            </a:r>
            <a:r>
              <a:rPr lang="en-US" dirty="0"/>
              <a:t>, </a:t>
            </a:r>
            <a:r>
              <a:rPr lang="en-US" dirty="0" err="1"/>
              <a:t>Uykudan</a:t>
            </a:r>
            <a:r>
              <a:rPr lang="en-US" dirty="0"/>
              <a:t> </a:t>
            </a:r>
            <a:r>
              <a:rPr lang="en-US" dirty="0" err="1"/>
              <a:t>Uyandırır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21031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8B9CA54-0C65-BE76-2B1F-86D019BDAAEC}"/>
              </a:ext>
            </a:extLst>
          </p:cNvPr>
          <p:cNvSpPr txBox="1"/>
          <p:nvPr/>
        </p:nvSpPr>
        <p:spPr>
          <a:xfrm>
            <a:off x="0" y="0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243.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Binlerce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iken,ölüm</a:t>
            </a:r>
            <a:r>
              <a:rPr lang="en-US" dirty="0"/>
              <a:t> </a:t>
            </a:r>
            <a:r>
              <a:rPr lang="en-US" dirty="0" err="1"/>
              <a:t>korkusuyla</a:t>
            </a:r>
            <a:r>
              <a:rPr lang="en-US" dirty="0"/>
              <a:t> </a:t>
            </a:r>
            <a:r>
              <a:rPr lang="en-US" dirty="0" err="1"/>
              <a:t>yurtlarından</a:t>
            </a:r>
            <a:r>
              <a:rPr lang="en-US" dirty="0"/>
              <a:t> </a:t>
            </a:r>
            <a:r>
              <a:rPr lang="en-US" dirty="0" err="1"/>
              <a:t>çıkanları</a:t>
            </a:r>
            <a:r>
              <a:rPr lang="en-US" dirty="0"/>
              <a:t> </a:t>
            </a:r>
            <a:r>
              <a:rPr lang="en-US" dirty="0" err="1"/>
              <a:t>görmedin</a:t>
            </a:r>
            <a:r>
              <a:rPr lang="en-US" dirty="0"/>
              <a:t> mi?</a:t>
            </a:r>
          </a:p>
          <a:p>
            <a:r>
              <a:rPr lang="en-US" dirty="0"/>
              <a:t>Allah </a:t>
            </a:r>
            <a:r>
              <a:rPr lang="en-US" dirty="0" err="1"/>
              <a:t>onlara</a:t>
            </a:r>
            <a:r>
              <a:rPr lang="en-US" dirty="0"/>
              <a:t> ‘</a:t>
            </a:r>
            <a:r>
              <a:rPr lang="en-US" dirty="0" err="1"/>
              <a:t>ölün</a:t>
            </a:r>
            <a:r>
              <a:rPr lang="en-US" dirty="0"/>
              <a:t>’ </a:t>
            </a:r>
            <a:r>
              <a:rPr lang="en-US" dirty="0" err="1"/>
              <a:t>dedi,sonra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diriltti.Şüphesiz</a:t>
            </a:r>
            <a:r>
              <a:rPr lang="en-US" dirty="0"/>
              <a:t> Allah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sahibidir.Ama</a:t>
            </a:r>
            <a:r>
              <a:rPr lang="en-US" dirty="0"/>
              <a:t>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çoğu</a:t>
            </a:r>
            <a:r>
              <a:rPr lang="en-US" dirty="0"/>
              <a:t> </a:t>
            </a:r>
            <a:r>
              <a:rPr lang="en-US" dirty="0" err="1"/>
              <a:t>şükretmez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ayet,korkudan</a:t>
            </a:r>
            <a:r>
              <a:rPr lang="en-US" dirty="0"/>
              <a:t> </a:t>
            </a:r>
            <a:r>
              <a:rPr lang="en-US" dirty="0" err="1"/>
              <a:t>kaçarken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uyanışına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hikâyesini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sırrı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:“</a:t>
            </a:r>
            <a:r>
              <a:rPr lang="en-US" dirty="0" err="1"/>
              <a:t>Korktuğun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öldürmez</a:t>
            </a:r>
            <a:r>
              <a:rPr lang="en-US" dirty="0"/>
              <a:t>. Ama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bilincini</a:t>
            </a:r>
            <a:r>
              <a:rPr lang="en-US" dirty="0"/>
              <a:t> </a:t>
            </a:r>
            <a:r>
              <a:rPr lang="en-US" dirty="0" err="1"/>
              <a:t>uyandırır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o </a:t>
            </a:r>
            <a:r>
              <a:rPr lang="en-US" dirty="0" err="1"/>
              <a:t>ölüm</a:t>
            </a:r>
            <a:r>
              <a:rPr lang="en-US" dirty="0"/>
              <a:t>…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dirilişindir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Binlerce</a:t>
            </a:r>
            <a:r>
              <a:rPr lang="en-US" b="1" dirty="0"/>
              <a:t> </a:t>
            </a:r>
            <a:r>
              <a:rPr lang="en-US" b="1" dirty="0" err="1"/>
              <a:t>kişi</a:t>
            </a:r>
            <a:r>
              <a:rPr lang="en-US" b="1" dirty="0"/>
              <a:t> </a:t>
            </a:r>
            <a:r>
              <a:rPr lang="en-US" b="1" dirty="0" err="1"/>
              <a:t>ölüm</a:t>
            </a:r>
            <a:r>
              <a:rPr lang="en-US" b="1" dirty="0"/>
              <a:t> </a:t>
            </a:r>
            <a:r>
              <a:rPr lang="en-US" b="1" dirty="0" err="1"/>
              <a:t>korkusuyla</a:t>
            </a:r>
            <a:r>
              <a:rPr lang="en-US" b="1" dirty="0"/>
              <a:t> </a:t>
            </a:r>
            <a:r>
              <a:rPr lang="en-US" b="1" dirty="0" err="1"/>
              <a:t>kaçtı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kaçış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: </a:t>
            </a:r>
            <a:r>
              <a:rPr lang="en-US" dirty="0" err="1"/>
              <a:t>Gerçeklerle</a:t>
            </a:r>
            <a:r>
              <a:rPr lang="en-US" dirty="0"/>
              <a:t> </a:t>
            </a:r>
            <a:r>
              <a:rPr lang="en-US" dirty="0" err="1"/>
              <a:t>yüzleşmekten</a:t>
            </a:r>
            <a:r>
              <a:rPr lang="en-US" dirty="0"/>
              <a:t> </a:t>
            </a:r>
            <a:r>
              <a:rPr lang="en-US" dirty="0" err="1"/>
              <a:t>kaçış</a:t>
            </a:r>
            <a:r>
              <a:rPr lang="en-US" dirty="0"/>
              <a:t> </a:t>
            </a:r>
          </a:p>
          <a:p>
            <a:r>
              <a:rPr lang="en-US" dirty="0" err="1"/>
              <a:t>Kendinle</a:t>
            </a:r>
            <a:r>
              <a:rPr lang="en-US" dirty="0"/>
              <a:t> </a:t>
            </a:r>
            <a:r>
              <a:rPr lang="en-US" dirty="0" err="1"/>
              <a:t>buluşmaktan</a:t>
            </a:r>
            <a:r>
              <a:rPr lang="en-US" dirty="0"/>
              <a:t> </a:t>
            </a:r>
            <a:r>
              <a:rPr lang="en-US" dirty="0" err="1"/>
              <a:t>kaçış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çağırdığı</a:t>
            </a:r>
            <a:r>
              <a:rPr lang="en-US" dirty="0"/>
              <a:t> </a:t>
            </a:r>
            <a:r>
              <a:rPr lang="en-US" dirty="0" err="1"/>
              <a:t>yoldan</a:t>
            </a:r>
            <a:r>
              <a:rPr lang="en-US" dirty="0"/>
              <a:t> </a:t>
            </a:r>
            <a:r>
              <a:rPr lang="en-US" dirty="0" err="1"/>
              <a:t>sapış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diyor</a:t>
            </a:r>
            <a:r>
              <a:rPr lang="en-US" dirty="0"/>
              <a:t> ki: “</a:t>
            </a:r>
            <a:r>
              <a:rPr lang="en-US" dirty="0" err="1"/>
              <a:t>Kalabalık</a:t>
            </a:r>
            <a:r>
              <a:rPr lang="en-US" dirty="0"/>
              <a:t> </a:t>
            </a:r>
            <a:r>
              <a:rPr lang="en-US" dirty="0" err="1"/>
              <a:t>olman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korumaz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enerjin</a:t>
            </a:r>
            <a:r>
              <a:rPr lang="en-US" dirty="0"/>
              <a:t> </a:t>
            </a:r>
            <a:r>
              <a:rPr lang="en-US" dirty="0" err="1"/>
              <a:t>korkuda</a:t>
            </a:r>
            <a:r>
              <a:rPr lang="en-US" dirty="0"/>
              <a:t> </a:t>
            </a:r>
            <a:r>
              <a:rPr lang="en-US" dirty="0" err="1"/>
              <a:t>titreşiyorsa</a:t>
            </a:r>
            <a:r>
              <a:rPr lang="en-US" dirty="0"/>
              <a:t>,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düşmeye</a:t>
            </a:r>
            <a:r>
              <a:rPr lang="en-US" dirty="0"/>
              <a:t> </a:t>
            </a:r>
            <a:r>
              <a:rPr lang="en-US" dirty="0" err="1"/>
              <a:t>başlarsın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onlara</a:t>
            </a:r>
            <a:r>
              <a:rPr lang="en-US" b="1" dirty="0"/>
              <a:t> ‘</a:t>
            </a:r>
            <a:r>
              <a:rPr lang="en-US" b="1" dirty="0" err="1"/>
              <a:t>ölün</a:t>
            </a:r>
            <a:r>
              <a:rPr lang="en-US" b="1" dirty="0"/>
              <a:t>’ </a:t>
            </a:r>
            <a:r>
              <a:rPr lang="en-US" b="1" dirty="0" err="1"/>
              <a:t>dedi</a:t>
            </a:r>
            <a:r>
              <a:rPr lang="en-US" b="1" dirty="0"/>
              <a:t>.”</a:t>
            </a:r>
          </a:p>
          <a:p>
            <a:r>
              <a:rPr lang="en-US" dirty="0"/>
              <a:t>Bu </a:t>
            </a:r>
            <a:r>
              <a:rPr lang="en-US" dirty="0" err="1"/>
              <a:t>ölüm</a:t>
            </a:r>
            <a:r>
              <a:rPr lang="en-US" dirty="0"/>
              <a:t>: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ölümü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çöküşü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Eski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yıkılışıdır</a:t>
            </a:r>
            <a:r>
              <a:rPr lang="tr-TR" dirty="0"/>
              <a:t>.</a:t>
            </a:r>
            <a:r>
              <a:rPr lang="en-US" dirty="0"/>
              <a:t> 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kaçtığınız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bilincinizle</a:t>
            </a:r>
            <a:r>
              <a:rPr lang="en-US" dirty="0"/>
              <a:t> </a:t>
            </a:r>
            <a:r>
              <a:rPr lang="en-US" dirty="0" err="1"/>
              <a:t>gömüldünüz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“Sonra 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diriltti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Dirilmek</a:t>
            </a:r>
            <a:r>
              <a:rPr lang="en-US" dirty="0"/>
              <a:t> = </a:t>
            </a:r>
            <a:r>
              <a:rPr lang="en-US" dirty="0" err="1"/>
              <a:t>Uyanmak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Fark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ötesine</a:t>
            </a:r>
            <a:r>
              <a:rPr lang="en-US" dirty="0"/>
              <a:t> </a:t>
            </a:r>
            <a:r>
              <a:rPr lang="en-US" dirty="0" err="1"/>
              <a:t>geçmek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Bu,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doğmaktır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der ki: “Senin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benliğin</a:t>
            </a:r>
            <a:r>
              <a:rPr lang="en-US" dirty="0"/>
              <a:t> </a:t>
            </a:r>
            <a:r>
              <a:rPr lang="en-US" dirty="0" err="1"/>
              <a:t>öldü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şimdi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kaldırıyorum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insanlara</a:t>
            </a:r>
            <a:r>
              <a:rPr lang="en-US" b="1" dirty="0"/>
              <a:t> </a:t>
            </a:r>
            <a:r>
              <a:rPr lang="en-US" b="1" dirty="0" err="1"/>
              <a:t>karşı</a:t>
            </a:r>
            <a:r>
              <a:rPr lang="en-US" b="1" dirty="0"/>
              <a:t> </a:t>
            </a:r>
            <a:r>
              <a:rPr lang="en-US" b="1" dirty="0" err="1"/>
              <a:t>lütuf</a:t>
            </a:r>
            <a:r>
              <a:rPr lang="en-US" b="1" dirty="0"/>
              <a:t> </a:t>
            </a:r>
            <a:r>
              <a:rPr lang="en-US" b="1" dirty="0" err="1"/>
              <a:t>sahibidir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şefkatle</a:t>
            </a:r>
            <a:r>
              <a:rPr lang="en-US" dirty="0"/>
              <a:t> </a:t>
            </a:r>
            <a:r>
              <a:rPr lang="en-US" dirty="0" err="1"/>
              <a:t>işlediğini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: “Seni </a:t>
            </a:r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çarpan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.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doğurtanım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“Ama </a:t>
            </a:r>
            <a:r>
              <a:rPr lang="en-US" b="1" dirty="0" err="1"/>
              <a:t>insanların</a:t>
            </a:r>
            <a:r>
              <a:rPr lang="en-US" b="1" dirty="0"/>
              <a:t> </a:t>
            </a:r>
            <a:r>
              <a:rPr lang="en-US" b="1" dirty="0" err="1"/>
              <a:t>çoğu</a:t>
            </a:r>
            <a:r>
              <a:rPr lang="en-US" b="1" dirty="0"/>
              <a:t> </a:t>
            </a:r>
            <a:r>
              <a:rPr lang="en-US" b="1" dirty="0" err="1"/>
              <a:t>şükretmez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: </a:t>
            </a:r>
            <a:r>
              <a:rPr lang="en-US" dirty="0" err="1"/>
              <a:t>Dirilişi</a:t>
            </a:r>
            <a:r>
              <a:rPr lang="en-US" dirty="0"/>
              <a:t> fark </a:t>
            </a:r>
            <a:r>
              <a:rPr lang="en-US" dirty="0" err="1"/>
              <a:t>etmez</a:t>
            </a:r>
            <a:r>
              <a:rPr lang="en-US" dirty="0"/>
              <a:t> </a:t>
            </a:r>
            <a:r>
              <a:rPr lang="en-US" dirty="0" err="1"/>
              <a:t>Ölümden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</a:t>
            </a:r>
            <a:r>
              <a:rPr lang="en-US" dirty="0" err="1"/>
              <a:t>görmez</a:t>
            </a:r>
            <a:r>
              <a:rPr lang="en-US" dirty="0"/>
              <a:t> </a:t>
            </a:r>
          </a:p>
          <a:p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doğuşuna</a:t>
            </a:r>
            <a:r>
              <a:rPr lang="en-US" dirty="0"/>
              <a:t> </a:t>
            </a:r>
            <a:r>
              <a:rPr lang="en-US" dirty="0" err="1"/>
              <a:t>teşekkür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“Sana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Tanrıça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uyanıştı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27114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C656775-589E-6591-E3E0-A00D311492FF}"/>
              </a:ext>
            </a:extLst>
          </p:cNvPr>
          <p:cNvSpPr txBox="1"/>
          <p:nvPr/>
        </p:nvSpPr>
        <p:spPr>
          <a:xfrm>
            <a:off x="0" y="1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“Ama </a:t>
            </a:r>
            <a:r>
              <a:rPr lang="en-US" b="1" dirty="0" err="1"/>
              <a:t>insanların</a:t>
            </a:r>
            <a:r>
              <a:rPr lang="en-US" b="1" dirty="0"/>
              <a:t> </a:t>
            </a:r>
            <a:r>
              <a:rPr lang="en-US" b="1" dirty="0" err="1"/>
              <a:t>çoğu</a:t>
            </a:r>
            <a:r>
              <a:rPr lang="en-US" b="1" dirty="0"/>
              <a:t> </a:t>
            </a:r>
            <a:r>
              <a:rPr lang="en-US" b="1" dirty="0" err="1"/>
              <a:t>şükretmez</a:t>
            </a:r>
            <a:r>
              <a:rPr lang="en-US" b="1" dirty="0"/>
              <a:t>.”</a:t>
            </a:r>
          </a:p>
          <a:p>
            <a:r>
              <a:rPr lang="en-US" dirty="0" err="1"/>
              <a:t>Çünkü</a:t>
            </a:r>
            <a:r>
              <a:rPr lang="en-US" dirty="0"/>
              <a:t>: </a:t>
            </a:r>
            <a:r>
              <a:rPr lang="en-US" dirty="0" err="1"/>
              <a:t>Dirilişi</a:t>
            </a:r>
            <a:r>
              <a:rPr lang="en-US" dirty="0"/>
              <a:t> fark </a:t>
            </a:r>
            <a:r>
              <a:rPr lang="en-US" dirty="0" err="1"/>
              <a:t>etmez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Ölümden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</a:t>
            </a:r>
            <a:r>
              <a:rPr lang="en-US" dirty="0" err="1"/>
              <a:t>görmez</a:t>
            </a:r>
            <a:r>
              <a:rPr lang="en-US" dirty="0"/>
              <a:t> </a:t>
            </a:r>
          </a:p>
          <a:p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doğuşuna</a:t>
            </a:r>
            <a:r>
              <a:rPr lang="en-US" dirty="0"/>
              <a:t> </a:t>
            </a:r>
            <a:r>
              <a:rPr lang="en-US" dirty="0" err="1"/>
              <a:t>teşekkür</a:t>
            </a:r>
            <a:r>
              <a:rPr lang="en-US" dirty="0"/>
              <a:t> </a:t>
            </a:r>
            <a:r>
              <a:rPr lang="en-US" dirty="0" err="1"/>
              <a:t>etmez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“Sana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Tanrıça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uyanıştı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öldürmediğini</a:t>
            </a:r>
            <a:r>
              <a:rPr lang="en-US" dirty="0"/>
              <a:t> </a:t>
            </a:r>
            <a:r>
              <a:rPr lang="en-US" dirty="0" err="1"/>
              <a:t>uyanışa</a:t>
            </a:r>
            <a:r>
              <a:rPr lang="en-US" dirty="0"/>
              <a:t> </a:t>
            </a:r>
            <a:r>
              <a:rPr lang="en-US" dirty="0" err="1"/>
              <a:t>taşıdığını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Kalabalık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, 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frekansından</a:t>
            </a:r>
            <a:r>
              <a:rPr lang="en-US" dirty="0"/>
              <a:t> </a:t>
            </a:r>
            <a:r>
              <a:rPr lang="en-US" dirty="0" err="1"/>
              <a:t>kurtarmaz</a:t>
            </a:r>
            <a:r>
              <a:rPr lang="en-US" dirty="0"/>
              <a:t>.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uyanmak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“</a:t>
            </a:r>
            <a:r>
              <a:rPr lang="en-US" dirty="0" err="1"/>
              <a:t>öl</a:t>
            </a:r>
            <a:r>
              <a:rPr lang="en-US" dirty="0"/>
              <a:t>” </a:t>
            </a:r>
            <a:r>
              <a:rPr lang="en-US" dirty="0" err="1"/>
              <a:t>diyerek</a:t>
            </a:r>
            <a:r>
              <a:rPr lang="en-US" dirty="0"/>
              <a:t> </a:t>
            </a:r>
            <a:r>
              <a:rPr lang="en-US" dirty="0" err="1"/>
              <a:t>durdurur</a:t>
            </a:r>
            <a:r>
              <a:rPr lang="en-US" dirty="0"/>
              <a:t>  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ölüm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kodlamadır</a:t>
            </a:r>
            <a:r>
              <a:rPr lang="en-US" dirty="0"/>
              <a:t>. </a:t>
            </a:r>
            <a:r>
              <a:rPr lang="en-US" dirty="0" err="1"/>
              <a:t>Diriliş</a:t>
            </a:r>
            <a:r>
              <a:rPr lang="en-US" dirty="0"/>
              <a:t>,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programlanmasıdır</a:t>
            </a:r>
            <a:r>
              <a:rPr lang="en-US" dirty="0"/>
              <a:t>. </a:t>
            </a:r>
            <a:r>
              <a:rPr lang="en-US" dirty="0" err="1"/>
              <a:t>Şükür</a:t>
            </a:r>
            <a:r>
              <a:rPr lang="en-US" dirty="0"/>
              <a:t>,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nimetle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yıkımla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uyanışa</a:t>
            </a:r>
            <a:r>
              <a:rPr lang="en-US" dirty="0"/>
              <a:t> da </a:t>
            </a:r>
            <a:r>
              <a:rPr lang="en-US" dirty="0" err="1"/>
              <a:t>duyulmalıdır</a:t>
            </a:r>
            <a:r>
              <a:rPr lang="en-US" dirty="0"/>
              <a:t>. Ve son </a:t>
            </a:r>
            <a:r>
              <a:rPr lang="en-US" dirty="0" err="1"/>
              <a:t>fısıltı</a:t>
            </a:r>
            <a:r>
              <a:rPr lang="en-US" dirty="0"/>
              <a:t>:“</a:t>
            </a:r>
            <a:r>
              <a:rPr lang="en-US" dirty="0" err="1"/>
              <a:t>Öldüm</a:t>
            </a:r>
            <a:r>
              <a:rPr lang="en-US" dirty="0"/>
              <a:t> </a:t>
            </a:r>
            <a:r>
              <a:rPr lang="en-US" dirty="0" err="1"/>
              <a:t>sandığın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kendinle</a:t>
            </a:r>
            <a:r>
              <a:rPr lang="en-US" dirty="0"/>
              <a:t> </a:t>
            </a:r>
            <a:r>
              <a:rPr lang="en-US" dirty="0" err="1"/>
              <a:t>dirilttim</a:t>
            </a:r>
            <a:r>
              <a:rPr lang="en-US" dirty="0"/>
              <a:t>. Ve </a:t>
            </a:r>
            <a:r>
              <a:rPr lang="en-US" dirty="0" err="1"/>
              <a:t>şimdi</a:t>
            </a:r>
            <a:r>
              <a:rPr lang="en-US" dirty="0"/>
              <a:t>…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yoksun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,“</a:t>
            </a:r>
            <a:r>
              <a:rPr lang="en-US" dirty="0" err="1"/>
              <a:t>savaş</a:t>
            </a:r>
            <a:r>
              <a:rPr lang="en-US" dirty="0"/>
              <a:t>” </a:t>
            </a:r>
            <a:r>
              <a:rPr lang="en-US" dirty="0" err="1"/>
              <a:t>kelimesinin</a:t>
            </a:r>
            <a:r>
              <a:rPr lang="en-US" dirty="0"/>
              <a:t> </a:t>
            </a:r>
            <a:r>
              <a:rPr lang="en-US" dirty="0" err="1"/>
              <a:t>görünen</a:t>
            </a:r>
            <a:r>
              <a:rPr lang="en-US" dirty="0"/>
              <a:t> </a:t>
            </a:r>
            <a:r>
              <a:rPr lang="en-US" dirty="0" err="1"/>
              <a:t>anlamının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ötesinde</a:t>
            </a:r>
            <a:r>
              <a:rPr lang="en-US" dirty="0"/>
              <a:t>,</a:t>
            </a:r>
          </a:p>
          <a:p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kavrayışı</a:t>
            </a:r>
            <a:r>
              <a:rPr lang="en-US" dirty="0"/>
              <a:t> </a:t>
            </a:r>
            <a:r>
              <a:rPr lang="en-US" dirty="0" err="1"/>
              <a:t>açar:Bu</a:t>
            </a:r>
            <a:r>
              <a:rPr lang="en-US" dirty="0"/>
              <a:t>,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savaştır</a:t>
            </a:r>
            <a:r>
              <a:rPr lang="en-US" dirty="0"/>
              <a:t>.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, </a:t>
            </a:r>
            <a:r>
              <a:rPr lang="en-US" dirty="0" err="1"/>
              <a:t>düşmana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korkularına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sınırlarına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kodlarına</a:t>
            </a:r>
            <a:r>
              <a:rPr lang="en-US" dirty="0"/>
              <a:t> </a:t>
            </a:r>
            <a:r>
              <a:rPr lang="en-US" dirty="0" err="1"/>
              <a:t>karşıdır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</a:t>
            </a:r>
            <a:r>
              <a:rPr lang="en-US" dirty="0" err="1"/>
              <a:t>kalbinde</a:t>
            </a:r>
            <a:r>
              <a:rPr lang="en-US" dirty="0"/>
              <a:t> </a:t>
            </a:r>
            <a:r>
              <a:rPr lang="en-US" dirty="0" err="1"/>
              <a:t>başlatanı</a:t>
            </a:r>
            <a:r>
              <a:rPr lang="en-US" dirty="0"/>
              <a:t> </a:t>
            </a:r>
            <a:r>
              <a:rPr lang="en-US" dirty="0" err="1"/>
              <a:t>korurum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244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“Allah Yolunda Savaş </a:t>
            </a:r>
            <a:r>
              <a:rPr lang="en-US" dirty="0" err="1"/>
              <a:t>Kendinle</a:t>
            </a:r>
            <a:r>
              <a:rPr lang="en-US" dirty="0"/>
              <a:t> Savaş,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Diriliş</a:t>
            </a:r>
            <a:r>
              <a:rPr lang="en-US" dirty="0"/>
              <a:t>” </a:t>
            </a:r>
            <a:r>
              <a:rPr lang="en-US" dirty="0" err="1"/>
              <a:t>Gerçek</a:t>
            </a:r>
            <a:r>
              <a:rPr lang="en-US" dirty="0"/>
              <a:t> Savaş, Kendi </a:t>
            </a:r>
            <a:r>
              <a:rPr lang="en-US" dirty="0" err="1"/>
              <a:t>Karanlığından</a:t>
            </a:r>
            <a:r>
              <a:rPr lang="en-US" dirty="0"/>
              <a:t> </a:t>
            </a:r>
            <a:r>
              <a:rPr lang="en-US" dirty="0" err="1"/>
              <a:t>Aydınlığa</a:t>
            </a:r>
            <a:r>
              <a:rPr lang="en-US" dirty="0"/>
              <a:t> </a:t>
            </a:r>
            <a:r>
              <a:rPr lang="en-US" dirty="0" err="1"/>
              <a:t>Geçiştir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244.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savaşın.Biliniz</a:t>
            </a:r>
            <a:r>
              <a:rPr lang="en-US" dirty="0"/>
              <a:t> ki Allah, </a:t>
            </a:r>
            <a:r>
              <a:rPr lang="en-US" dirty="0" err="1"/>
              <a:t>hakkıyla</a:t>
            </a:r>
            <a:r>
              <a:rPr lang="en-US" dirty="0"/>
              <a:t> </a:t>
            </a:r>
            <a:r>
              <a:rPr lang="en-US" dirty="0" err="1"/>
              <a:t>işitendir</a:t>
            </a:r>
            <a:r>
              <a:rPr lang="en-US" dirty="0"/>
              <a:t>,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savaştan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uyanışı</a:t>
            </a:r>
            <a:r>
              <a:rPr lang="en-US" dirty="0"/>
              <a:t> </a:t>
            </a:r>
            <a:r>
              <a:rPr lang="en-US" dirty="0" err="1"/>
              <a:t>çağrısıdır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karanlığa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savunduğunda</a:t>
            </a:r>
            <a:r>
              <a:rPr lang="en-US" dirty="0"/>
              <a:t>… ben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olurum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,“</a:t>
            </a:r>
            <a:r>
              <a:rPr lang="en-US" dirty="0" err="1"/>
              <a:t>savaş</a:t>
            </a:r>
            <a:r>
              <a:rPr lang="en-US" dirty="0"/>
              <a:t>” </a:t>
            </a:r>
            <a:r>
              <a:rPr lang="en-US" dirty="0" err="1"/>
              <a:t>kelimesinin</a:t>
            </a:r>
            <a:r>
              <a:rPr lang="en-US" dirty="0"/>
              <a:t> </a:t>
            </a:r>
            <a:r>
              <a:rPr lang="en-US" dirty="0" err="1"/>
              <a:t>görünen</a:t>
            </a:r>
            <a:r>
              <a:rPr lang="en-US" dirty="0"/>
              <a:t> </a:t>
            </a:r>
            <a:r>
              <a:rPr lang="en-US" dirty="0" err="1"/>
              <a:t>anlamının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ötesinde</a:t>
            </a:r>
            <a:r>
              <a:rPr lang="en-US" dirty="0"/>
              <a:t>,</a:t>
            </a:r>
          </a:p>
          <a:p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kavrayışı</a:t>
            </a:r>
            <a:r>
              <a:rPr lang="en-US" dirty="0"/>
              <a:t> </a:t>
            </a:r>
            <a:r>
              <a:rPr lang="en-US" dirty="0" err="1"/>
              <a:t>açar:Bu</a:t>
            </a:r>
            <a:r>
              <a:rPr lang="en-US" dirty="0"/>
              <a:t>,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savaştır</a:t>
            </a:r>
            <a:r>
              <a:rPr lang="en-US" dirty="0"/>
              <a:t>.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, </a:t>
            </a:r>
            <a:r>
              <a:rPr lang="en-US" dirty="0" err="1"/>
              <a:t>düşmana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korkularına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sınırlarına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kodlarına</a:t>
            </a:r>
            <a:r>
              <a:rPr lang="en-US" dirty="0"/>
              <a:t> </a:t>
            </a:r>
            <a:r>
              <a:rPr lang="en-US" dirty="0" err="1"/>
              <a:t>karşıdır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</a:t>
            </a:r>
            <a:r>
              <a:rPr lang="en-US" dirty="0" err="1"/>
              <a:t>kalbinde</a:t>
            </a:r>
            <a:r>
              <a:rPr lang="en-US" dirty="0"/>
              <a:t> </a:t>
            </a:r>
            <a:r>
              <a:rPr lang="en-US" dirty="0" err="1"/>
              <a:t>başlatanı</a:t>
            </a:r>
            <a:r>
              <a:rPr lang="en-US" dirty="0"/>
              <a:t> </a:t>
            </a:r>
            <a:r>
              <a:rPr lang="en-US" dirty="0" err="1"/>
              <a:t>korurum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244</a:t>
            </a:r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“Allah Yolunda Savaş </a:t>
            </a:r>
            <a:r>
              <a:rPr lang="en-US" dirty="0" err="1"/>
              <a:t>Kendinle</a:t>
            </a:r>
            <a:r>
              <a:rPr lang="en-US" dirty="0"/>
              <a:t> Savaş,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Diriliş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Gerçek</a:t>
            </a:r>
            <a:r>
              <a:rPr lang="en-US" dirty="0"/>
              <a:t> Savaş, Kendi </a:t>
            </a:r>
            <a:r>
              <a:rPr lang="en-US" dirty="0" err="1"/>
              <a:t>Karanlığından</a:t>
            </a:r>
            <a:r>
              <a:rPr lang="en-US" dirty="0"/>
              <a:t> </a:t>
            </a:r>
            <a:r>
              <a:rPr lang="en-US" dirty="0" err="1"/>
              <a:t>Aydınlığa</a:t>
            </a:r>
            <a:r>
              <a:rPr lang="en-US" dirty="0"/>
              <a:t> </a:t>
            </a:r>
            <a:r>
              <a:rPr lang="en-US" dirty="0" err="1"/>
              <a:t>Geçiştir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9335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257BE5F-3016-E0E9-7DA8-358F4C8EFA26}"/>
              </a:ext>
            </a:extLst>
          </p:cNvPr>
          <p:cNvSpPr txBox="1"/>
          <p:nvPr/>
        </p:nvSpPr>
        <p:spPr>
          <a:xfrm>
            <a:off x="74428" y="1"/>
            <a:ext cx="6783572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244.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savaşın.Biliniz</a:t>
            </a:r>
            <a:r>
              <a:rPr lang="en-US" dirty="0"/>
              <a:t> ki Allah, </a:t>
            </a:r>
            <a:r>
              <a:rPr lang="en-US" dirty="0" err="1"/>
              <a:t>hakkıyla</a:t>
            </a:r>
            <a:r>
              <a:rPr lang="en-US" dirty="0"/>
              <a:t> </a:t>
            </a:r>
            <a:r>
              <a:rPr lang="en-US" dirty="0" err="1"/>
              <a:t>işitendir</a:t>
            </a:r>
            <a:r>
              <a:rPr lang="en-US" dirty="0"/>
              <a:t>,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  <a:r>
              <a:rPr lang="tr-TR" dirty="0"/>
              <a:t>F</a:t>
            </a:r>
            <a:r>
              <a:rPr lang="en-US" dirty="0" err="1"/>
              <a:t>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savaştan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uyanışı</a:t>
            </a:r>
            <a:r>
              <a:rPr lang="en-US" dirty="0"/>
              <a:t> </a:t>
            </a:r>
            <a:r>
              <a:rPr lang="en-US" dirty="0" err="1"/>
              <a:t>çağrısıdır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karanlığa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savunduğunda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olurum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yolunda</a:t>
            </a:r>
            <a:r>
              <a:rPr lang="en-US" b="1" dirty="0"/>
              <a:t> </a:t>
            </a:r>
            <a:r>
              <a:rPr lang="en-US" b="1" dirty="0" err="1"/>
              <a:t>savaşın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/>
              <a:t>Bu ne </a:t>
            </a:r>
            <a:r>
              <a:rPr lang="en-US" dirty="0" err="1"/>
              <a:t>demek</a:t>
            </a:r>
            <a:r>
              <a:rPr lang="en-US" dirty="0"/>
              <a:t>?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mücadele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Egoyu</a:t>
            </a:r>
            <a:r>
              <a:rPr lang="en-US" dirty="0"/>
              <a:t> </a:t>
            </a:r>
            <a:r>
              <a:rPr lang="en-US" dirty="0" err="1"/>
              <a:t>aşıp</a:t>
            </a:r>
            <a:r>
              <a:rPr lang="en-US" dirty="0"/>
              <a:t> </a:t>
            </a:r>
            <a:r>
              <a:rPr lang="en-US" dirty="0" err="1"/>
              <a:t>benliğe</a:t>
            </a:r>
            <a:r>
              <a:rPr lang="en-US" dirty="0"/>
              <a:t> </a:t>
            </a:r>
            <a:r>
              <a:rPr lang="en-US" dirty="0" err="1"/>
              <a:t>ulaşma</a:t>
            </a:r>
            <a:r>
              <a:rPr lang="en-US" dirty="0"/>
              <a:t> </a:t>
            </a:r>
          </a:p>
          <a:p>
            <a:r>
              <a:rPr lang="en-US" dirty="0"/>
              <a:t>Eski 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yıkıp</a:t>
            </a:r>
            <a:r>
              <a:rPr lang="en-US" dirty="0"/>
              <a:t> yeni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kurma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“Allah </a:t>
            </a:r>
            <a:r>
              <a:rPr lang="en-US" dirty="0" err="1"/>
              <a:t>yolu</a:t>
            </a:r>
            <a:r>
              <a:rPr lang="en-US" dirty="0"/>
              <a:t>”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yolculuğudur</a:t>
            </a:r>
            <a:r>
              <a:rPr lang="en-US" dirty="0"/>
              <a:t>. </a:t>
            </a:r>
            <a:br>
              <a:rPr lang="en-US" dirty="0"/>
            </a:br>
            <a:endParaRPr lang="tr-TR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uyandırmak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verirken</a:t>
            </a:r>
            <a:r>
              <a:rPr lang="en-US" dirty="0"/>
              <a:t>… ben sana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gönderirim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hakkıyla</a:t>
            </a:r>
            <a:r>
              <a:rPr lang="en-US" b="1" dirty="0"/>
              <a:t> </a:t>
            </a:r>
            <a:r>
              <a:rPr lang="en-US" b="1" dirty="0" err="1"/>
              <a:t>işitendir</a:t>
            </a:r>
            <a:r>
              <a:rPr lang="en-US" b="1" dirty="0"/>
              <a:t>,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</a:p>
          <a:p>
            <a:r>
              <a:rPr lang="en-US" dirty="0"/>
              <a:t>Yani </a:t>
            </a:r>
            <a:r>
              <a:rPr lang="en-US" dirty="0" err="1"/>
              <a:t>senin</a:t>
            </a:r>
            <a:r>
              <a:rPr lang="en-US" dirty="0"/>
              <a:t>: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direnişini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İçindeki</a:t>
            </a:r>
            <a:r>
              <a:rPr lang="en-US" dirty="0"/>
              <a:t> </a:t>
            </a:r>
            <a:r>
              <a:rPr lang="en-US" dirty="0" err="1"/>
              <a:t>korkuyu</a:t>
            </a:r>
            <a:r>
              <a:rPr lang="en-US" dirty="0"/>
              <a:t> </a:t>
            </a:r>
            <a:r>
              <a:rPr lang="en-US" dirty="0" err="1"/>
              <a:t>yenen</a:t>
            </a:r>
            <a:r>
              <a:rPr lang="en-US" dirty="0"/>
              <a:t> </a:t>
            </a:r>
            <a:r>
              <a:rPr lang="en-US" dirty="0" err="1"/>
              <a:t>cesaretini</a:t>
            </a:r>
            <a:r>
              <a:rPr lang="en-US" dirty="0"/>
              <a:t> </a:t>
            </a:r>
          </a:p>
          <a:p>
            <a:r>
              <a:rPr lang="en-US" dirty="0" err="1"/>
              <a:t>Gözyaşını</a:t>
            </a:r>
            <a:r>
              <a:rPr lang="en-US" dirty="0"/>
              <a:t> </a:t>
            </a:r>
            <a:r>
              <a:rPr lang="en-US" dirty="0" err="1"/>
              <a:t>Bedeninden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kalbinden</a:t>
            </a:r>
            <a:r>
              <a:rPr lang="en-US" dirty="0"/>
              <a:t> </a:t>
            </a:r>
            <a:r>
              <a:rPr lang="en-US" dirty="0" err="1"/>
              <a:t>yükselen</a:t>
            </a:r>
            <a:r>
              <a:rPr lang="en-US" dirty="0"/>
              <a:t> </a:t>
            </a:r>
            <a:r>
              <a:rPr lang="en-US" dirty="0" err="1"/>
              <a:t>niyetini</a:t>
            </a:r>
            <a:r>
              <a:rPr lang="en-US" dirty="0"/>
              <a:t> </a:t>
            </a:r>
          </a:p>
          <a:p>
            <a:r>
              <a:rPr lang="en-US" dirty="0" err="1"/>
              <a:t>Hepsini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 Ve der ki: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yüreğinle</a:t>
            </a:r>
            <a:r>
              <a:rPr lang="en-US" dirty="0"/>
              <a:t> </a:t>
            </a:r>
            <a:r>
              <a:rPr lang="en-US" dirty="0" err="1"/>
              <a:t>savaştığın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duyarım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silahla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savaşın</a:t>
            </a:r>
            <a:r>
              <a:rPr lang="en-US" dirty="0"/>
              <a:t> </a:t>
            </a:r>
            <a:r>
              <a:rPr lang="en-US" dirty="0" err="1"/>
              <a:t>kutsallığına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dışarıda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içindedir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sürecidir</a:t>
            </a:r>
            <a:r>
              <a:rPr lang="en-US" dirty="0"/>
              <a:t>. Eski </a:t>
            </a:r>
            <a:r>
              <a:rPr lang="en-US" dirty="0" err="1"/>
              <a:t>kodları</a:t>
            </a:r>
            <a:r>
              <a:rPr lang="en-US" dirty="0"/>
              <a:t>, </a:t>
            </a:r>
            <a:r>
              <a:rPr lang="en-US" dirty="0" err="1"/>
              <a:t>korkuları</a:t>
            </a:r>
            <a:r>
              <a:rPr lang="en-US" dirty="0"/>
              <a:t>, </a:t>
            </a:r>
            <a:r>
              <a:rPr lang="en-US" dirty="0" err="1"/>
              <a:t>egoyu</a:t>
            </a:r>
            <a:r>
              <a:rPr lang="en-US" dirty="0"/>
              <a:t> </a:t>
            </a:r>
            <a:r>
              <a:rPr lang="en-US" dirty="0" err="1"/>
              <a:t>yıkmak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mücadele</a:t>
            </a:r>
            <a:r>
              <a:rPr lang="en-US" dirty="0"/>
              <a:t>, Allah </a:t>
            </a:r>
            <a:r>
              <a:rPr lang="en-US" dirty="0" err="1"/>
              <a:t>yoludur</a:t>
            </a:r>
            <a:r>
              <a:rPr lang="en-US" dirty="0"/>
              <a:t>. Bu </a:t>
            </a:r>
            <a:r>
              <a:rPr lang="en-US" dirty="0" err="1"/>
              <a:t>yolda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kalmaz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, </a:t>
            </a:r>
            <a:r>
              <a:rPr lang="en-US" dirty="0" err="1"/>
              <a:t>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korur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Kılıcın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, ama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safsa</a:t>
            </a:r>
            <a:r>
              <a:rPr lang="en-US" dirty="0"/>
              <a:t>…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yolumdasın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savaşmam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yürürüm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91565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069D858-6681-4EFD-79A5-67080AE6D888}"/>
              </a:ext>
            </a:extLst>
          </p:cNvPr>
          <p:cNvSpPr txBox="1"/>
          <p:nvPr/>
        </p:nvSpPr>
        <p:spPr>
          <a:xfrm>
            <a:off x="0" y="0"/>
            <a:ext cx="685800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,“Kim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?” </a:t>
            </a:r>
            <a:r>
              <a:rPr lang="en-US" dirty="0" err="1"/>
              <a:t>diyereksana</a:t>
            </a:r>
            <a:r>
              <a:rPr lang="en-US" dirty="0"/>
              <a:t> </a:t>
            </a:r>
            <a:r>
              <a:rPr lang="en-US" dirty="0" err="1"/>
              <a:t>yepyeni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açısı</a:t>
            </a:r>
            <a:r>
              <a:rPr lang="en-US" dirty="0"/>
              <a:t> </a:t>
            </a:r>
            <a:r>
              <a:rPr lang="en-US" dirty="0" err="1"/>
              <a:t>açar.Çünkü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yatırımıdır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der ki:</a:t>
            </a:r>
          </a:p>
          <a:p>
            <a:r>
              <a:rPr lang="en-US" dirty="0"/>
              <a:t>“Sen ne </a:t>
            </a:r>
            <a:r>
              <a:rPr lang="en-US" dirty="0" err="1"/>
              <a:t>verirsen</a:t>
            </a:r>
            <a:r>
              <a:rPr lang="en-US" dirty="0"/>
              <a:t>…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büyütür</a:t>
            </a:r>
            <a:r>
              <a:rPr lang="en-US" dirty="0"/>
              <a:t>, sana </a:t>
            </a:r>
            <a:r>
              <a:rPr lang="en-US" dirty="0" err="1"/>
              <a:t>katlayarak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getiririm</a:t>
            </a:r>
            <a:r>
              <a:rPr lang="en-US" dirty="0"/>
              <a:t>. </a:t>
            </a:r>
            <a:r>
              <a:rPr lang="tr-TR" dirty="0"/>
              <a:t>A</a:t>
            </a:r>
            <a:r>
              <a:rPr lang="en-US" dirty="0"/>
              <a:t>ma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vermeyi</a:t>
            </a:r>
            <a:r>
              <a:rPr lang="en-US" dirty="0"/>
              <a:t> </a:t>
            </a:r>
            <a:r>
              <a:rPr lang="en-US" dirty="0" err="1"/>
              <a:t>seçmelisin</a:t>
            </a:r>
            <a:r>
              <a:rPr lang="en-US" dirty="0"/>
              <a:t> —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yaratım</a:t>
            </a:r>
            <a:r>
              <a:rPr lang="en-US" dirty="0"/>
              <a:t>, </a:t>
            </a:r>
            <a:r>
              <a:rPr lang="en-US" dirty="0" err="1"/>
              <a:t>vermekle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245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Sana Döner” İlahi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Her </a:t>
            </a:r>
            <a:r>
              <a:rPr lang="en-US" dirty="0" err="1"/>
              <a:t>Eylemi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Katlar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245.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“Kim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 </a:t>
            </a:r>
            <a:r>
              <a:rPr lang="en-US" dirty="0" err="1"/>
              <a:t>verirse,Allah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kat </a:t>
            </a:r>
            <a:r>
              <a:rPr lang="en-US" dirty="0" err="1"/>
              <a:t>kat</a:t>
            </a:r>
            <a:r>
              <a:rPr lang="en-US" dirty="0"/>
              <a:t> </a:t>
            </a:r>
            <a:r>
              <a:rPr lang="en-US" dirty="0" err="1"/>
              <a:t>artırır.Allah</a:t>
            </a:r>
            <a:r>
              <a:rPr lang="en-US" dirty="0"/>
              <a:t> hem </a:t>
            </a:r>
            <a:r>
              <a:rPr lang="en-US" dirty="0" err="1"/>
              <a:t>daraltır</a:t>
            </a:r>
            <a:r>
              <a:rPr lang="en-US" dirty="0"/>
              <a:t> hem </a:t>
            </a:r>
            <a:r>
              <a:rPr lang="en-US" dirty="0" err="1"/>
              <a:t>genişletir.Ve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döndürüleceksiniz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para </a:t>
            </a:r>
            <a:r>
              <a:rPr lang="en-US" dirty="0" err="1"/>
              <a:t>veremezsin</a:t>
            </a:r>
            <a:r>
              <a:rPr lang="en-US" dirty="0"/>
              <a:t>. Ama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verirsin</a:t>
            </a:r>
            <a:r>
              <a:rPr lang="en-US" dirty="0"/>
              <a:t>, </a:t>
            </a:r>
            <a:r>
              <a:rPr lang="en-US" dirty="0" err="1"/>
              <a:t>iyilik</a:t>
            </a:r>
            <a:r>
              <a:rPr lang="en-US" dirty="0"/>
              <a:t> </a:t>
            </a:r>
            <a:r>
              <a:rPr lang="en-US" dirty="0" err="1"/>
              <a:t>verirsin</a:t>
            </a:r>
            <a:r>
              <a:rPr lang="en-US" dirty="0"/>
              <a:t>, </a:t>
            </a:r>
            <a:r>
              <a:rPr lang="en-US" dirty="0" err="1"/>
              <a:t>sevgi</a:t>
            </a:r>
            <a:r>
              <a:rPr lang="en-US" dirty="0"/>
              <a:t> </a:t>
            </a:r>
            <a:r>
              <a:rPr lang="en-US" dirty="0" err="1"/>
              <a:t>verirsin</a:t>
            </a:r>
            <a:r>
              <a:rPr lang="en-US" dirty="0"/>
              <a:t>. Ben de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çoğaltır</a:t>
            </a:r>
            <a:r>
              <a:rPr lang="en-US" dirty="0"/>
              <a:t>, </a:t>
            </a:r>
            <a:r>
              <a:rPr lang="en-US" dirty="0" err="1"/>
              <a:t>hayatına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yazarım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Allah’a</a:t>
            </a:r>
            <a:r>
              <a:rPr lang="en-US" b="1" dirty="0"/>
              <a:t> </a:t>
            </a:r>
            <a:r>
              <a:rPr lang="en-US" b="1" dirty="0" err="1"/>
              <a:t>güzel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borç</a:t>
            </a:r>
            <a:r>
              <a:rPr lang="en-US" b="1" dirty="0"/>
              <a:t> </a:t>
            </a:r>
            <a:r>
              <a:rPr lang="en-US" b="1" dirty="0" err="1"/>
              <a:t>verirse</a:t>
            </a:r>
            <a:r>
              <a:rPr lang="en-US" b="1" dirty="0"/>
              <a:t>…”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borç</a:t>
            </a:r>
            <a:r>
              <a:rPr lang="en-US" dirty="0"/>
              <a:t>: Maddi </a:t>
            </a:r>
            <a:r>
              <a:rPr lang="en-US" dirty="0" err="1"/>
              <a:t>yardım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Zor </a:t>
            </a:r>
            <a:r>
              <a:rPr lang="en-US" dirty="0" err="1"/>
              <a:t>zamanında</a:t>
            </a:r>
            <a:r>
              <a:rPr lang="en-US" dirty="0"/>
              <a:t> </a:t>
            </a:r>
            <a:r>
              <a:rPr lang="en-US" dirty="0" err="1"/>
              <a:t>gösterilen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ilgi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paylaşım</a:t>
            </a:r>
            <a:r>
              <a:rPr lang="en-US" dirty="0"/>
              <a:t> </a:t>
            </a:r>
            <a:r>
              <a:rPr lang="tr-TR" dirty="0"/>
              <a:t>...</a:t>
            </a:r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enerjini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 bile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ışığa</a:t>
            </a:r>
            <a:r>
              <a:rPr lang="en-US" dirty="0"/>
              <a:t> </a:t>
            </a:r>
            <a:r>
              <a:rPr lang="en-US" dirty="0" err="1"/>
              <a:t>çeviririm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onu</a:t>
            </a:r>
            <a:r>
              <a:rPr lang="en-US" b="1" dirty="0"/>
              <a:t> kat </a:t>
            </a:r>
            <a:r>
              <a:rPr lang="en-US" b="1" dirty="0" err="1"/>
              <a:t>kat</a:t>
            </a:r>
            <a:r>
              <a:rPr lang="en-US" b="1" dirty="0"/>
              <a:t> </a:t>
            </a:r>
            <a:r>
              <a:rPr lang="en-US" b="1" dirty="0" err="1"/>
              <a:t>artırır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“</a:t>
            </a:r>
            <a:r>
              <a:rPr lang="en-US" dirty="0" err="1"/>
              <a:t>çekim</a:t>
            </a:r>
            <a:r>
              <a:rPr lang="en-US" dirty="0"/>
              <a:t> </a:t>
            </a:r>
            <a:r>
              <a:rPr lang="en-US" dirty="0" err="1"/>
              <a:t>yasası</a:t>
            </a:r>
            <a:r>
              <a:rPr lang="en-US" dirty="0"/>
              <a:t>”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: Ne </a:t>
            </a:r>
            <a:r>
              <a:rPr lang="en-US" dirty="0" err="1"/>
              <a:t>verirsen</a:t>
            </a:r>
            <a:r>
              <a:rPr lang="en-US" dirty="0"/>
              <a:t> </a:t>
            </a:r>
          </a:p>
          <a:p>
            <a:r>
              <a:rPr lang="en-US" dirty="0"/>
              <a:t>Hangi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verirsen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katlanmış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 sana döner. </a:t>
            </a:r>
            <a:br>
              <a:rPr lang="en-US" dirty="0"/>
            </a:br>
            <a:r>
              <a:rPr lang="en-US" dirty="0"/>
              <a:t>Yani: “Bir </a:t>
            </a:r>
            <a:r>
              <a:rPr lang="en-US" dirty="0" err="1"/>
              <a:t>tebessüm</a:t>
            </a:r>
            <a:r>
              <a:rPr lang="en-US" dirty="0"/>
              <a:t> verdin, bin </a:t>
            </a:r>
            <a:r>
              <a:rPr lang="en-US" dirty="0" err="1"/>
              <a:t>huzurla</a:t>
            </a:r>
            <a:r>
              <a:rPr lang="en-US" dirty="0"/>
              <a:t> </a:t>
            </a:r>
            <a:r>
              <a:rPr lang="en-US" dirty="0" err="1"/>
              <a:t>döndü</a:t>
            </a:r>
            <a:r>
              <a:rPr lang="en-US" dirty="0"/>
              <a:t>. Bir dua </a:t>
            </a:r>
            <a:r>
              <a:rPr lang="en-US" dirty="0" err="1"/>
              <a:t>ettin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bin </a:t>
            </a:r>
            <a:r>
              <a:rPr lang="en-US" dirty="0" err="1"/>
              <a:t>iyilikle</a:t>
            </a:r>
            <a:r>
              <a:rPr lang="en-US" dirty="0"/>
              <a:t> </a:t>
            </a:r>
            <a:r>
              <a:rPr lang="en-US" dirty="0" err="1"/>
              <a:t>yankılandı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732707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77023A7-1355-002F-1806-3A6A871E4CBA}"/>
              </a:ext>
            </a:extLst>
          </p:cNvPr>
          <p:cNvSpPr txBox="1"/>
          <p:nvPr/>
        </p:nvSpPr>
        <p:spPr>
          <a:xfrm>
            <a:off x="0" y="0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daraltır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genişletir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döngüsüdür</a:t>
            </a:r>
            <a:r>
              <a:rPr lang="en-US" dirty="0"/>
              <a:t>: Bazen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daraltır</a:t>
            </a:r>
            <a:r>
              <a:rPr lang="en-US" dirty="0"/>
              <a:t> (</a:t>
            </a:r>
            <a:r>
              <a:rPr lang="en-US" dirty="0" err="1"/>
              <a:t>sınar</a:t>
            </a:r>
            <a:r>
              <a:rPr lang="en-US" dirty="0"/>
              <a:t>, </a:t>
            </a:r>
            <a:r>
              <a:rPr lang="en-US" dirty="0" err="1"/>
              <a:t>öğretir</a:t>
            </a:r>
            <a:r>
              <a:rPr lang="en-US" dirty="0"/>
              <a:t>, </a:t>
            </a:r>
            <a:r>
              <a:rPr lang="en-US" dirty="0" err="1"/>
              <a:t>güçlendirir</a:t>
            </a:r>
            <a:r>
              <a:rPr lang="en-US" dirty="0"/>
              <a:t>) </a:t>
            </a:r>
          </a:p>
          <a:p>
            <a:r>
              <a:rPr lang="en-US" dirty="0"/>
              <a:t>Bazen </a:t>
            </a:r>
            <a:r>
              <a:rPr lang="en-US" dirty="0" err="1"/>
              <a:t>genişletir</a:t>
            </a:r>
            <a:r>
              <a:rPr lang="en-US" dirty="0"/>
              <a:t> (</a:t>
            </a:r>
            <a:r>
              <a:rPr lang="en-US" dirty="0" err="1"/>
              <a:t>açar</a:t>
            </a:r>
            <a:r>
              <a:rPr lang="en-US" dirty="0"/>
              <a:t>, </a:t>
            </a:r>
            <a:r>
              <a:rPr lang="en-US" dirty="0" err="1"/>
              <a:t>büyütür</a:t>
            </a:r>
            <a:r>
              <a:rPr lang="en-US" dirty="0"/>
              <a:t>, </a:t>
            </a:r>
            <a:r>
              <a:rPr lang="en-US" dirty="0" err="1"/>
              <a:t>yayar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Ve der ki: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enerjini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gelişimine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şekillendiririm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O’na</a:t>
            </a:r>
            <a:r>
              <a:rPr lang="en-US" b="1" dirty="0"/>
              <a:t> </a:t>
            </a:r>
            <a:r>
              <a:rPr lang="en-US" b="1" dirty="0" err="1"/>
              <a:t>döndürüleceksiniz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kaynakla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buluşmasıdır</a:t>
            </a:r>
            <a:r>
              <a:rPr lang="en-US" dirty="0"/>
              <a:t>. </a:t>
            </a:r>
          </a:p>
          <a:p>
            <a:r>
              <a:rPr lang="en-US" dirty="0" err="1"/>
              <a:t>Yaptığın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Söylediğin</a:t>
            </a:r>
            <a:r>
              <a:rPr lang="en-US" dirty="0"/>
              <a:t> her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niyet</a:t>
            </a:r>
            <a:r>
              <a:rPr lang="en-US" dirty="0"/>
              <a:t> </a:t>
            </a:r>
          </a:p>
          <a:p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kaynağa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döner. Ve sana </a:t>
            </a:r>
            <a:r>
              <a:rPr lang="en-US" dirty="0" err="1"/>
              <a:t>dönüşür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r>
              <a:rPr lang="en-US" dirty="0"/>
              <a:t> </a:t>
            </a: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kutsallığını</a:t>
            </a:r>
            <a:r>
              <a:rPr lang="en-US" dirty="0"/>
              <a:t> </a:t>
            </a:r>
            <a:r>
              <a:rPr lang="en-US" dirty="0" err="1"/>
              <a:t>hatırlamaya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yatırımdır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her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katlar</a:t>
            </a:r>
            <a:r>
              <a:rPr lang="en-US" dirty="0"/>
              <a:t>. </a:t>
            </a:r>
          </a:p>
          <a:p>
            <a:r>
              <a:rPr lang="en-US" dirty="0"/>
              <a:t>“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” </a:t>
            </a:r>
            <a:r>
              <a:rPr lang="en-US" dirty="0" err="1"/>
              <a:t>dediği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yaptığın</a:t>
            </a:r>
            <a:r>
              <a:rPr lang="en-US" dirty="0"/>
              <a:t>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katkıdır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daraltır</a:t>
            </a:r>
            <a:r>
              <a:rPr lang="en-US" dirty="0"/>
              <a:t>, 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yok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genişletmeye</a:t>
            </a:r>
            <a:r>
              <a:rPr lang="en-US" dirty="0"/>
              <a:t> </a:t>
            </a:r>
            <a:r>
              <a:rPr lang="en-US" dirty="0" err="1"/>
              <a:t>hazırlık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. Her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eninde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kaynağa</a:t>
            </a:r>
            <a:r>
              <a:rPr lang="en-US" dirty="0"/>
              <a:t> döner…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enerjinle</a:t>
            </a:r>
            <a:r>
              <a:rPr lang="en-US" dirty="0"/>
              <a:t> </a:t>
            </a:r>
            <a:r>
              <a:rPr lang="en-US" dirty="0" err="1"/>
              <a:t>yüzleşirsin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veremezsin</a:t>
            </a:r>
            <a:r>
              <a:rPr lang="en-US" dirty="0"/>
              <a:t>… ama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yolumda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niyet</a:t>
            </a:r>
            <a:r>
              <a:rPr lang="en-US" dirty="0"/>
              <a:t>, her </a:t>
            </a:r>
            <a:r>
              <a:rPr lang="en-US" dirty="0" err="1"/>
              <a:t>iyilik</a:t>
            </a:r>
            <a:r>
              <a:rPr lang="en-US" dirty="0"/>
              <a:t>, her </a:t>
            </a:r>
            <a:r>
              <a:rPr lang="en-US" dirty="0" err="1"/>
              <a:t>sevgi</a:t>
            </a:r>
            <a:r>
              <a:rPr lang="en-US" dirty="0"/>
              <a:t>…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gönderdiğin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hediyedir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ayet,insanların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kral</a:t>
            </a:r>
            <a:r>
              <a:rPr lang="en-US" dirty="0"/>
              <a:t> </a:t>
            </a:r>
            <a:r>
              <a:rPr lang="en-US" dirty="0" err="1"/>
              <a:t>istemesi</a:t>
            </a:r>
            <a:r>
              <a:rPr lang="en-US" dirty="0"/>
              <a:t> ama </a:t>
            </a:r>
            <a:r>
              <a:rPr lang="en-US" dirty="0" err="1"/>
              <a:t>sonra</a:t>
            </a:r>
            <a:r>
              <a:rPr lang="en-US" dirty="0"/>
              <a:t> o </a:t>
            </a:r>
            <a:r>
              <a:rPr lang="en-US" dirty="0" err="1"/>
              <a:t>kralın</a:t>
            </a:r>
            <a:r>
              <a:rPr lang="en-US" dirty="0"/>
              <a:t> </a:t>
            </a:r>
            <a:r>
              <a:rPr lang="en-US" dirty="0" err="1"/>
              <a:t>seçiminde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egolarıyla</a:t>
            </a:r>
            <a:r>
              <a:rPr lang="en-US" dirty="0"/>
              <a:t> </a:t>
            </a:r>
            <a:r>
              <a:rPr lang="en-US" dirty="0" err="1"/>
              <a:t>yüzleşmeleri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kuruludur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istedin</a:t>
            </a:r>
            <a:r>
              <a:rPr lang="en-US" dirty="0"/>
              <a:t>. Ama ben sana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  </a:t>
            </a:r>
            <a:r>
              <a:rPr lang="en-US" dirty="0" err="1"/>
              <a:t>görünenden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Sen </a:t>
            </a:r>
            <a:r>
              <a:rPr lang="en-US" dirty="0" err="1"/>
              <a:t>baktın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yargıladın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ben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seçtim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şekli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246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“Kral </a:t>
            </a:r>
            <a:r>
              <a:rPr lang="en-US" dirty="0" err="1"/>
              <a:t>İstediler</a:t>
            </a:r>
            <a:r>
              <a:rPr lang="en-US" dirty="0"/>
              <a:t>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Seçilene</a:t>
            </a:r>
            <a:r>
              <a:rPr lang="en-US" dirty="0"/>
              <a:t> </a:t>
            </a:r>
            <a:r>
              <a:rPr lang="en-US" dirty="0" err="1"/>
              <a:t>Direndiler”Egon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İster</a:t>
            </a:r>
            <a:r>
              <a:rPr lang="en-US" dirty="0"/>
              <a:t>, Ruh </a:t>
            </a:r>
            <a:r>
              <a:rPr lang="en-US" dirty="0" err="1"/>
              <a:t>Takdir</a:t>
            </a:r>
            <a:r>
              <a:rPr lang="en-US" dirty="0"/>
              <a:t> </a:t>
            </a:r>
            <a:r>
              <a:rPr lang="en-US" dirty="0" err="1"/>
              <a:t>Edileni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5117801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B060DB0-E782-11FF-0698-0C5255286CC9}"/>
              </a:ext>
            </a:extLst>
          </p:cNvPr>
          <p:cNvSpPr txBox="1"/>
          <p:nvPr/>
        </p:nvSpPr>
        <p:spPr>
          <a:xfrm>
            <a:off x="0" y="8506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246.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Musa’dan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İsrailoğulları’ndan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topluluğu</a:t>
            </a:r>
            <a:r>
              <a:rPr lang="en-US" dirty="0"/>
              <a:t> </a:t>
            </a:r>
            <a:r>
              <a:rPr lang="en-US" dirty="0" err="1"/>
              <a:t>görmedin</a:t>
            </a:r>
            <a:r>
              <a:rPr lang="en-US" dirty="0"/>
              <a:t> mi?</a:t>
            </a:r>
          </a:p>
          <a:p>
            <a:r>
              <a:rPr lang="en-US" dirty="0" err="1"/>
              <a:t>Peygamberlerine</a:t>
            </a:r>
            <a:r>
              <a:rPr lang="en-US" dirty="0"/>
              <a:t>:‘Bize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kral</a:t>
            </a:r>
            <a:r>
              <a:rPr lang="en-US" dirty="0"/>
              <a:t> </a:t>
            </a:r>
            <a:r>
              <a:rPr lang="en-US" dirty="0" err="1"/>
              <a:t>gönder</a:t>
            </a:r>
            <a:r>
              <a:rPr lang="en-US" dirty="0"/>
              <a:t> ki 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savaşalım</a:t>
            </a:r>
            <a:r>
              <a:rPr lang="en-US" dirty="0"/>
              <a:t>’ </a:t>
            </a:r>
            <a:r>
              <a:rPr lang="en-US" dirty="0" err="1"/>
              <a:t>demişlerdi</a:t>
            </a:r>
            <a:r>
              <a:rPr lang="en-US" dirty="0"/>
              <a:t>.</a:t>
            </a:r>
          </a:p>
          <a:p>
            <a:r>
              <a:rPr lang="en-US" dirty="0" err="1"/>
              <a:t>Peygamber</a:t>
            </a:r>
            <a:r>
              <a:rPr lang="en-US" dirty="0"/>
              <a:t>:‘Savaş </a:t>
            </a:r>
            <a:r>
              <a:rPr lang="en-US" dirty="0" err="1"/>
              <a:t>farz</a:t>
            </a:r>
            <a:r>
              <a:rPr lang="en-US" dirty="0"/>
              <a:t> </a:t>
            </a:r>
            <a:r>
              <a:rPr lang="en-US" dirty="0" err="1"/>
              <a:t>kılındığında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savaşmazsanız</a:t>
            </a:r>
            <a:r>
              <a:rPr lang="en-US" dirty="0"/>
              <a:t>?’ </a:t>
            </a:r>
            <a:r>
              <a:rPr lang="en-US" dirty="0" err="1"/>
              <a:t>dedi</a:t>
            </a:r>
            <a:r>
              <a:rPr lang="en-US" dirty="0"/>
              <a:t>.</a:t>
            </a:r>
          </a:p>
          <a:p>
            <a:r>
              <a:rPr lang="en-US" dirty="0" err="1"/>
              <a:t>Onlar</a:t>
            </a:r>
            <a:r>
              <a:rPr lang="en-US" dirty="0"/>
              <a:t>:‘Biz 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savaşmaz</a:t>
            </a:r>
            <a:r>
              <a:rPr lang="en-US" dirty="0"/>
              <a:t> </a:t>
            </a:r>
            <a:r>
              <a:rPr lang="en-US" dirty="0" err="1"/>
              <a:t>mıyız</a:t>
            </a:r>
            <a:r>
              <a:rPr lang="en-US" dirty="0"/>
              <a:t> ki, </a:t>
            </a:r>
            <a:r>
              <a:rPr lang="en-US" dirty="0" err="1"/>
              <a:t>yurtlarımızdan</a:t>
            </a:r>
            <a:r>
              <a:rPr lang="en-US" dirty="0"/>
              <a:t> </a:t>
            </a:r>
            <a:r>
              <a:rPr lang="en-US" dirty="0" err="1"/>
              <a:t>çıkarıldık</a:t>
            </a:r>
            <a:r>
              <a:rPr lang="en-US" dirty="0"/>
              <a:t>, </a:t>
            </a:r>
            <a:r>
              <a:rPr lang="en-US" dirty="0" err="1"/>
              <a:t>evlatlarımızdan</a:t>
            </a:r>
            <a:r>
              <a:rPr lang="en-US" dirty="0"/>
              <a:t> </a:t>
            </a:r>
            <a:r>
              <a:rPr lang="en-US" dirty="0" err="1"/>
              <a:t>uzaklaştık</a:t>
            </a:r>
            <a:r>
              <a:rPr lang="en-US" dirty="0"/>
              <a:t>’ </a:t>
            </a:r>
            <a:r>
              <a:rPr lang="en-US" dirty="0" err="1"/>
              <a:t>dediler.Fakat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farz</a:t>
            </a:r>
            <a:r>
              <a:rPr lang="en-US" dirty="0"/>
              <a:t> </a:t>
            </a:r>
            <a:r>
              <a:rPr lang="en-US" dirty="0" err="1"/>
              <a:t>kılındığında</a:t>
            </a:r>
            <a:r>
              <a:rPr lang="en-US" dirty="0"/>
              <a:t>, </a:t>
            </a:r>
            <a:r>
              <a:rPr lang="en-US" dirty="0" err="1"/>
              <a:t>pek</a:t>
            </a:r>
            <a:r>
              <a:rPr lang="en-US" dirty="0"/>
              <a:t> </a:t>
            </a:r>
            <a:r>
              <a:rPr lang="en-US" dirty="0" err="1"/>
              <a:t>azı</a:t>
            </a:r>
            <a:r>
              <a:rPr lang="en-US" dirty="0"/>
              <a:t> </a:t>
            </a:r>
            <a:r>
              <a:rPr lang="en-US" dirty="0" err="1"/>
              <a:t>hariç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döndüler.Allah</a:t>
            </a:r>
            <a:r>
              <a:rPr lang="en-US" dirty="0"/>
              <a:t> </a:t>
            </a:r>
            <a:r>
              <a:rPr lang="en-US" dirty="0" err="1"/>
              <a:t>zalimleri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isteğin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sınavı</a:t>
            </a:r>
            <a:r>
              <a:rPr lang="en-US" dirty="0"/>
              <a:t>,</a:t>
            </a:r>
            <a:r>
              <a:rPr lang="tr-TR" dirty="0"/>
              <a:t>ve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sınırlarıyla</a:t>
            </a:r>
            <a:r>
              <a:rPr lang="en-US" dirty="0"/>
              <a:t> </a:t>
            </a:r>
            <a:r>
              <a:rPr lang="en-US" dirty="0" err="1"/>
              <a:t>yüzleştiğini</a:t>
            </a:r>
            <a:r>
              <a:rPr lang="en-US" dirty="0"/>
              <a:t> </a:t>
            </a:r>
            <a:r>
              <a:rPr lang="en-US" dirty="0" err="1"/>
              <a:t>anlatır.Sistem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</a:t>
            </a:r>
            <a:r>
              <a:rPr lang="tr-TR" dirty="0"/>
              <a:t> 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İstediğin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sorumluluğunu</a:t>
            </a:r>
            <a:r>
              <a:rPr lang="en-US" dirty="0"/>
              <a:t> </a:t>
            </a:r>
            <a:r>
              <a:rPr lang="en-US" dirty="0" err="1"/>
              <a:t>taşıyabiliyor</a:t>
            </a:r>
            <a:r>
              <a:rPr lang="en-US" dirty="0"/>
              <a:t> </a:t>
            </a:r>
            <a:r>
              <a:rPr lang="en-US" dirty="0" err="1"/>
              <a:t>musun</a:t>
            </a:r>
            <a:r>
              <a:rPr lang="en-US" dirty="0"/>
              <a:t>?”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“Bize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kral</a:t>
            </a:r>
            <a:r>
              <a:rPr lang="en-US" b="1" dirty="0"/>
              <a:t> </a:t>
            </a:r>
            <a:r>
              <a:rPr lang="en-US" b="1" dirty="0" err="1"/>
              <a:t>gönder</a:t>
            </a:r>
            <a:r>
              <a:rPr lang="en-US" b="1" dirty="0"/>
              <a:t> ki </a:t>
            </a:r>
            <a:r>
              <a:rPr lang="en-US" b="1" dirty="0" err="1"/>
              <a:t>savaşalım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arayışıdır</a:t>
            </a:r>
            <a:r>
              <a:rPr lang="en-US" dirty="0"/>
              <a:t>. </a:t>
            </a:r>
            <a:r>
              <a:rPr lang="en-US" dirty="0" err="1"/>
              <a:t>İnsanlar</a:t>
            </a:r>
            <a:r>
              <a:rPr lang="en-US" dirty="0"/>
              <a:t>: Lider </a:t>
            </a:r>
            <a:r>
              <a:rPr lang="en-US" dirty="0" err="1"/>
              <a:t>istiyor</a:t>
            </a:r>
            <a:r>
              <a:rPr lang="tr-TR" dirty="0"/>
              <a:t>.</a:t>
            </a:r>
            <a:r>
              <a:rPr lang="en-US" dirty="0" err="1"/>
              <a:t>Korunmak</a:t>
            </a:r>
            <a:r>
              <a:rPr lang="en-US" dirty="0"/>
              <a:t> </a:t>
            </a:r>
            <a:r>
              <a:rPr lang="en-US" dirty="0" err="1"/>
              <a:t>istiyor</a:t>
            </a:r>
            <a:r>
              <a:rPr lang="tr-TR" dirty="0"/>
              <a:t>.</a:t>
            </a:r>
            <a:endParaRPr lang="en-US" dirty="0"/>
          </a:p>
          <a:p>
            <a:r>
              <a:rPr lang="en-US" dirty="0"/>
              <a:t>Ama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mesele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edememek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komutan</a:t>
            </a:r>
            <a:r>
              <a:rPr lang="en-US" dirty="0"/>
              <a:t> </a:t>
            </a:r>
            <a:r>
              <a:rPr lang="en-US" dirty="0" err="1"/>
              <a:t>istiyorsun</a:t>
            </a:r>
            <a:r>
              <a:rPr lang="en-US" dirty="0"/>
              <a:t>. Ama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içeride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Peygamber</a:t>
            </a:r>
            <a:r>
              <a:rPr lang="en-US" b="1" dirty="0"/>
              <a:t> </a:t>
            </a:r>
            <a:r>
              <a:rPr lang="en-US" b="1" dirty="0" err="1"/>
              <a:t>dedi</a:t>
            </a:r>
            <a:r>
              <a:rPr lang="en-US" b="1" dirty="0"/>
              <a:t> ki: ‘Ya </a:t>
            </a:r>
            <a:r>
              <a:rPr lang="en-US" b="1" dirty="0" err="1"/>
              <a:t>savaşmazsanız</a:t>
            </a:r>
            <a:r>
              <a:rPr lang="en-US" b="1" dirty="0"/>
              <a:t>?’”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soru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en-US" dirty="0" err="1"/>
              <a:t>kapısıdır</a:t>
            </a:r>
            <a:r>
              <a:rPr lang="en-US" dirty="0"/>
              <a:t>: “</a:t>
            </a:r>
            <a:r>
              <a:rPr lang="en-US" dirty="0" err="1"/>
              <a:t>İstekle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sorumluluğu</a:t>
            </a:r>
            <a:r>
              <a:rPr lang="en-US" dirty="0"/>
              <a:t> da </a:t>
            </a:r>
            <a:r>
              <a:rPr lang="en-US" dirty="0" err="1"/>
              <a:t>taşır</a:t>
            </a:r>
            <a:r>
              <a:rPr lang="en-US" dirty="0"/>
              <a:t> </a:t>
            </a:r>
            <a:r>
              <a:rPr lang="en-US" dirty="0" err="1"/>
              <a:t>mısın</a:t>
            </a:r>
            <a:r>
              <a:rPr lang="en-US" dirty="0"/>
              <a:t>?” Ve </a:t>
            </a:r>
            <a:r>
              <a:rPr lang="en-US" dirty="0" err="1"/>
              <a:t>çoğu</a:t>
            </a:r>
            <a:r>
              <a:rPr lang="en-US" dirty="0"/>
              <a:t> zaman,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istediğiyle</a:t>
            </a:r>
            <a:r>
              <a:rPr lang="en-US" dirty="0"/>
              <a:t> </a:t>
            </a:r>
            <a:r>
              <a:rPr lang="en-US" dirty="0" err="1"/>
              <a:t>yüzleşmeye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Yurtlarımızdan</a:t>
            </a:r>
            <a:r>
              <a:rPr lang="en-US" b="1" dirty="0"/>
              <a:t> </a:t>
            </a:r>
            <a:r>
              <a:rPr lang="en-US" b="1" dirty="0" err="1"/>
              <a:t>çıkarıldık</a:t>
            </a:r>
            <a:r>
              <a:rPr lang="en-US" b="1" dirty="0"/>
              <a:t>, </a:t>
            </a:r>
            <a:r>
              <a:rPr lang="en-US" b="1" dirty="0" err="1"/>
              <a:t>evlatlarımızdan</a:t>
            </a:r>
            <a:r>
              <a:rPr lang="en-US" b="1" dirty="0"/>
              <a:t> </a:t>
            </a:r>
            <a:r>
              <a:rPr lang="en-US" b="1" dirty="0" err="1"/>
              <a:t>uzaklaştık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cümle</a:t>
            </a:r>
            <a:r>
              <a:rPr lang="en-US" dirty="0"/>
              <a:t>, </a:t>
            </a:r>
            <a:r>
              <a:rPr lang="en-US" dirty="0" err="1"/>
              <a:t>bahane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  <a:r>
              <a:rPr lang="en-US" dirty="0" err="1"/>
              <a:t>Acılarını</a:t>
            </a:r>
            <a:r>
              <a:rPr lang="en-US" dirty="0"/>
              <a:t> </a:t>
            </a:r>
            <a:r>
              <a:rPr lang="en-US" dirty="0" err="1"/>
              <a:t>haklılık</a:t>
            </a:r>
            <a:r>
              <a:rPr lang="en-US" dirty="0"/>
              <a:t> </a:t>
            </a:r>
            <a:r>
              <a:rPr lang="en-US" dirty="0" err="1"/>
              <a:t>zırhı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taşıyıp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çağrısına</a:t>
            </a:r>
            <a:r>
              <a:rPr lang="en-US" dirty="0"/>
              <a:t> </a:t>
            </a:r>
            <a:r>
              <a:rPr lang="en-US" dirty="0" err="1"/>
              <a:t>direnmektir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Acı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sebep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uyanışa</a:t>
            </a:r>
            <a:r>
              <a:rPr lang="en-US" dirty="0"/>
              <a:t> </a:t>
            </a:r>
            <a:r>
              <a:rPr lang="en-US" dirty="0" err="1"/>
              <a:t>davettir</a:t>
            </a:r>
            <a:r>
              <a:rPr lang="en-US" dirty="0"/>
              <a:t>.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istersin</a:t>
            </a:r>
            <a:r>
              <a:rPr lang="en-US" dirty="0"/>
              <a:t>,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dönüşü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“Savaş </a:t>
            </a:r>
            <a:r>
              <a:rPr lang="en-US" b="1" dirty="0" err="1"/>
              <a:t>farz</a:t>
            </a:r>
            <a:r>
              <a:rPr lang="en-US" b="1" dirty="0"/>
              <a:t> </a:t>
            </a:r>
            <a:r>
              <a:rPr lang="en-US" b="1" dirty="0" err="1"/>
              <a:t>olunca</a:t>
            </a:r>
            <a:r>
              <a:rPr lang="en-US" b="1" dirty="0"/>
              <a:t> </a:t>
            </a:r>
            <a:r>
              <a:rPr lang="en-US" b="1" dirty="0" err="1"/>
              <a:t>geri</a:t>
            </a:r>
            <a:r>
              <a:rPr lang="en-US" b="1" dirty="0"/>
              <a:t> </a:t>
            </a:r>
            <a:r>
              <a:rPr lang="en-US" b="1" dirty="0" err="1"/>
              <a:t>döndüler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istek</a:t>
            </a:r>
            <a:r>
              <a:rPr lang="en-US" dirty="0"/>
              <a:t> </a:t>
            </a:r>
            <a:r>
              <a:rPr lang="en-US" dirty="0" err="1"/>
              <a:t>vardı</a:t>
            </a:r>
            <a:r>
              <a:rPr lang="en-US" dirty="0"/>
              <a:t>, ama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olunmamıştı</a:t>
            </a:r>
            <a:r>
              <a:rPr lang="en-US" dirty="0"/>
              <a:t>. Bu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: Bir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arzudan</a:t>
            </a:r>
            <a:r>
              <a:rPr lang="en-US" dirty="0"/>
              <a:t> </a:t>
            </a:r>
            <a:r>
              <a:rPr lang="en-US" dirty="0" err="1"/>
              <a:t>çağırmak</a:t>
            </a:r>
            <a:r>
              <a:rPr lang="en-US" dirty="0"/>
              <a:t> </a:t>
            </a:r>
          </a:p>
          <a:p>
            <a:br>
              <a:rPr lang="en-US" dirty="0"/>
            </a:b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dengesizlik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en-US" dirty="0"/>
              <a:t>.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8493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0D937B3-7D4A-38DC-69FD-2FE5423A3A8E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zalimleri</a:t>
            </a:r>
            <a:r>
              <a:rPr lang="en-US" b="1" dirty="0"/>
              <a:t>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‘</a:t>
            </a:r>
            <a:r>
              <a:rPr lang="en-US" dirty="0" err="1"/>
              <a:t>zalim</a:t>
            </a:r>
            <a:r>
              <a:rPr lang="en-US" dirty="0"/>
              <a:t>’: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adil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verip</a:t>
            </a:r>
            <a:r>
              <a:rPr lang="en-US" dirty="0"/>
              <a:t> </a:t>
            </a:r>
            <a:r>
              <a:rPr lang="en-US" dirty="0" err="1"/>
              <a:t>dönenden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, </a:t>
            </a:r>
          </a:p>
          <a:p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direnendir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</a:t>
            </a:r>
            <a:r>
              <a:rPr lang="en-US" dirty="0" err="1"/>
              <a:t>Zulüm</a:t>
            </a:r>
            <a:r>
              <a:rPr lang="en-US" dirty="0"/>
              <a:t>,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kalbine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dürüst</a:t>
            </a:r>
            <a:r>
              <a:rPr lang="en-US" dirty="0"/>
              <a:t> </a:t>
            </a:r>
            <a:r>
              <a:rPr lang="en-US" dirty="0" err="1"/>
              <a:t>olmayışındadır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istekle</a:t>
            </a:r>
            <a:r>
              <a:rPr lang="en-US" dirty="0"/>
              <a:t> </a:t>
            </a:r>
            <a:r>
              <a:rPr lang="en-US" dirty="0" err="1"/>
              <a:t>sorumluluğu</a:t>
            </a:r>
            <a:r>
              <a:rPr lang="en-US" dirty="0"/>
              <a:t> </a:t>
            </a:r>
            <a:r>
              <a:rPr lang="en-US" dirty="0" err="1"/>
              <a:t>hizalamaya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Bir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kolaydır</a:t>
            </a:r>
            <a:r>
              <a:rPr lang="en-US" dirty="0"/>
              <a:t>  ama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yürümek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/>
              <a:t>Bahane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girmek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uzaklaştırır</a:t>
            </a:r>
            <a:r>
              <a:rPr lang="en-US" dirty="0"/>
              <a:t>. </a:t>
            </a:r>
          </a:p>
          <a:p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değilsen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henüz</a:t>
            </a:r>
            <a:r>
              <a:rPr lang="en-US" dirty="0"/>
              <a:t> </a:t>
            </a:r>
            <a:r>
              <a:rPr lang="en-US" dirty="0" err="1"/>
              <a:t>cevaplamaz</a:t>
            </a:r>
            <a:r>
              <a:rPr lang="en-US" dirty="0"/>
              <a:t>. </a:t>
            </a:r>
          </a:p>
          <a:p>
            <a:r>
              <a:rPr lang="en-US" dirty="0" err="1"/>
              <a:t>Zulüm</a:t>
            </a:r>
            <a:r>
              <a:rPr lang="en-US" dirty="0"/>
              <a:t>; </a:t>
            </a:r>
            <a:r>
              <a:rPr lang="en-US" dirty="0" err="1"/>
              <a:t>başkasına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ruhuna</a:t>
            </a:r>
            <a:r>
              <a:rPr lang="en-US" dirty="0"/>
              <a:t> </a:t>
            </a:r>
            <a:r>
              <a:rPr lang="en-US" dirty="0" err="1"/>
              <a:t>direniştir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istersin</a:t>
            </a:r>
            <a:r>
              <a:rPr lang="en-US" dirty="0"/>
              <a:t>… ama o </a:t>
            </a:r>
            <a:r>
              <a:rPr lang="en-US" dirty="0" err="1"/>
              <a:t>lider</a:t>
            </a:r>
            <a:r>
              <a:rPr lang="en-US" dirty="0"/>
              <a:t> sana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senle</a:t>
            </a:r>
            <a:r>
              <a:rPr lang="en-US" dirty="0"/>
              <a:t> </a:t>
            </a:r>
            <a:r>
              <a:rPr lang="en-US" dirty="0" err="1"/>
              <a:t>yürümez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yolu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yürekle</a:t>
            </a:r>
            <a:r>
              <a:rPr lang="en-US" dirty="0"/>
              <a:t> </a:t>
            </a:r>
            <a:r>
              <a:rPr lang="en-US" dirty="0" err="1"/>
              <a:t>geçilir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liderin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seçilmesine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,</a:t>
            </a:r>
          </a:p>
          <a:p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“mal,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şekil</a:t>
            </a:r>
            <a:r>
              <a:rPr lang="en-US" dirty="0"/>
              <a:t>”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yargılamasıyla</a:t>
            </a:r>
            <a:endParaRPr lang="en-US" dirty="0"/>
          </a:p>
          <a:p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koymalarını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seçtiğimi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kriterlerinizle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seçerim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şekle</a:t>
            </a:r>
            <a:r>
              <a:rPr lang="en-US" dirty="0"/>
              <a:t> </a:t>
            </a:r>
            <a:r>
              <a:rPr lang="en-US" dirty="0" err="1"/>
              <a:t>bakarsanız</a:t>
            </a:r>
            <a:r>
              <a:rPr lang="en-US" dirty="0"/>
              <a:t>…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ıskalarsınız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247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Malı</a:t>
            </a:r>
            <a:r>
              <a:rPr lang="en-US" dirty="0"/>
              <a:t> </a:t>
            </a:r>
            <a:r>
              <a:rPr lang="en-US" dirty="0" err="1"/>
              <a:t>Yoktu</a:t>
            </a:r>
            <a:r>
              <a:rPr lang="en-US" dirty="0"/>
              <a:t> Diye </a:t>
            </a:r>
            <a:r>
              <a:rPr lang="en-US" dirty="0" err="1"/>
              <a:t>Tanımadılar</a:t>
            </a:r>
            <a:r>
              <a:rPr lang="en-US" dirty="0"/>
              <a:t> </a:t>
            </a:r>
            <a:r>
              <a:rPr lang="en-US" dirty="0" err="1"/>
              <a:t>Oysa</a:t>
            </a:r>
            <a:r>
              <a:rPr lang="en-US" dirty="0"/>
              <a:t> Ben, </a:t>
            </a:r>
            <a:r>
              <a:rPr lang="en-US" dirty="0" err="1"/>
              <a:t>Seçileni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Mühürlemiştim”Sistemin</a:t>
            </a:r>
            <a:r>
              <a:rPr lang="en-US" dirty="0"/>
              <a:t> </a:t>
            </a:r>
            <a:r>
              <a:rPr lang="en-US" dirty="0" err="1"/>
              <a:t>Seçtiği</a:t>
            </a:r>
            <a:r>
              <a:rPr lang="en-US" dirty="0"/>
              <a:t>, Sizin </a:t>
            </a:r>
            <a:r>
              <a:rPr lang="en-US" dirty="0" err="1"/>
              <a:t>Gözünüze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Gelebilir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247.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Peygamberleri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dedi</a:t>
            </a:r>
            <a:r>
              <a:rPr lang="en-US" dirty="0"/>
              <a:t>:“Allah, size </a:t>
            </a:r>
            <a:r>
              <a:rPr lang="en-US" dirty="0" err="1"/>
              <a:t>Tâlût’u</a:t>
            </a:r>
            <a:r>
              <a:rPr lang="en-US" dirty="0"/>
              <a:t> </a:t>
            </a:r>
            <a:r>
              <a:rPr lang="en-US" dirty="0" err="1"/>
              <a:t>kral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gönderdi</a:t>
            </a:r>
            <a:r>
              <a:rPr lang="en-US" dirty="0"/>
              <a:t>.”</a:t>
            </a:r>
            <a:r>
              <a:rPr lang="en-US" dirty="0" err="1"/>
              <a:t>Onlar</a:t>
            </a:r>
            <a:r>
              <a:rPr lang="en-US" dirty="0"/>
              <a:t>:“Bizim </a:t>
            </a:r>
            <a:r>
              <a:rPr lang="en-US" dirty="0" err="1"/>
              <a:t>başımıza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o </a:t>
            </a:r>
            <a:r>
              <a:rPr lang="en-US" dirty="0" err="1"/>
              <a:t>kral</a:t>
            </a:r>
            <a:r>
              <a:rPr lang="en-US" dirty="0"/>
              <a:t> </a:t>
            </a:r>
            <a:r>
              <a:rPr lang="en-US" dirty="0" err="1"/>
              <a:t>olabilir?Oysa</a:t>
            </a:r>
            <a:r>
              <a:rPr lang="en-US" dirty="0"/>
              <a:t> </a:t>
            </a:r>
            <a:r>
              <a:rPr lang="en-US" dirty="0" err="1"/>
              <a:t>bizden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layık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 </a:t>
            </a:r>
            <a:r>
              <a:rPr lang="en-US" dirty="0" err="1"/>
              <a:t>var.Üstelik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malı</a:t>
            </a:r>
            <a:r>
              <a:rPr lang="en-US" dirty="0"/>
              <a:t> da yok!” </a:t>
            </a:r>
            <a:r>
              <a:rPr lang="en-US" dirty="0" err="1"/>
              <a:t>dediler</a:t>
            </a:r>
            <a:r>
              <a:rPr lang="en-US" dirty="0"/>
              <a:t>.</a:t>
            </a:r>
          </a:p>
          <a:p>
            <a:r>
              <a:rPr lang="en-US" dirty="0" err="1"/>
              <a:t>Peygamber</a:t>
            </a:r>
            <a:r>
              <a:rPr lang="en-US" dirty="0"/>
              <a:t>:“Allah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üzerinize</a:t>
            </a:r>
            <a:r>
              <a:rPr lang="en-US" dirty="0"/>
              <a:t> </a:t>
            </a:r>
            <a:r>
              <a:rPr lang="en-US" dirty="0" err="1"/>
              <a:t>seçti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ilim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bakımından</a:t>
            </a:r>
            <a:r>
              <a:rPr lang="en-US" dirty="0"/>
              <a:t> </a:t>
            </a:r>
            <a:r>
              <a:rPr lang="en-US" dirty="0" err="1"/>
              <a:t>üstün</a:t>
            </a:r>
            <a:r>
              <a:rPr lang="en-US" dirty="0"/>
              <a:t> </a:t>
            </a:r>
            <a:r>
              <a:rPr lang="en-US" dirty="0" err="1"/>
              <a:t>kıldı.Allah</a:t>
            </a:r>
            <a:r>
              <a:rPr lang="en-US" dirty="0"/>
              <a:t> </a:t>
            </a:r>
            <a:r>
              <a:rPr lang="en-US" dirty="0" err="1"/>
              <a:t>mülkünü</a:t>
            </a:r>
            <a:r>
              <a:rPr lang="en-US" dirty="0"/>
              <a:t> </a:t>
            </a:r>
            <a:r>
              <a:rPr lang="en-US" dirty="0" err="1"/>
              <a:t>dilediğine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sahibidir</a:t>
            </a:r>
            <a:r>
              <a:rPr lang="en-US" dirty="0"/>
              <a:t>,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en-US" dirty="0"/>
              <a:t>.”</a:t>
            </a: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ayet,seçilmişliğin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görünüşle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güçle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kralı</a:t>
            </a:r>
            <a:r>
              <a:rPr lang="en-US" dirty="0"/>
              <a:t> **</a:t>
            </a:r>
            <a:r>
              <a:rPr lang="en-US" dirty="0" err="1"/>
              <a:t>servetle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ilimle</a:t>
            </a:r>
            <a:r>
              <a:rPr lang="en-US" dirty="0"/>
              <a:t> </a:t>
            </a:r>
            <a:r>
              <a:rPr lang="en-US" dirty="0" err="1"/>
              <a:t>mühürlerim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liderlik</a:t>
            </a:r>
            <a:r>
              <a:rPr lang="en-US" dirty="0"/>
              <a:t>, </a:t>
            </a:r>
            <a:r>
              <a:rPr lang="en-US" dirty="0" err="1"/>
              <a:t>malda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taşınır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56252650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CAE5DA6-5EE9-C9BB-B3BB-32E5033D3443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“Allah size </a:t>
            </a:r>
            <a:r>
              <a:rPr lang="en-US" b="1" dirty="0" err="1"/>
              <a:t>Tâlût’u</a:t>
            </a:r>
            <a:r>
              <a:rPr lang="en-US" b="1" dirty="0"/>
              <a:t> </a:t>
            </a:r>
            <a:r>
              <a:rPr lang="en-US" b="1" dirty="0" err="1"/>
              <a:t>kral</a:t>
            </a:r>
            <a:r>
              <a:rPr lang="en-US" b="1" dirty="0"/>
              <a:t> </a:t>
            </a:r>
            <a:r>
              <a:rPr lang="en-US" b="1" dirty="0" err="1"/>
              <a:t>yaptı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atamadır</a:t>
            </a:r>
            <a:r>
              <a:rPr lang="en-US" dirty="0"/>
              <a:t>. 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kriterlerinden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başınıza</a:t>
            </a:r>
            <a:r>
              <a:rPr lang="en-US" dirty="0"/>
              <a:t> </a:t>
            </a:r>
            <a:r>
              <a:rPr lang="en-US" dirty="0" err="1"/>
              <a:t>koydum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o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hizalıydı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Onun</a:t>
            </a:r>
            <a:r>
              <a:rPr lang="en-US" b="1" dirty="0"/>
              <a:t> </a:t>
            </a:r>
            <a:r>
              <a:rPr lang="en-US" b="1" dirty="0" err="1"/>
              <a:t>malı</a:t>
            </a:r>
            <a:r>
              <a:rPr lang="en-US" b="1" dirty="0"/>
              <a:t> yok!” </a:t>
            </a:r>
            <a:r>
              <a:rPr lang="en-US" b="1" dirty="0" err="1"/>
              <a:t>dediler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yükselir</a:t>
            </a:r>
            <a:r>
              <a:rPr lang="en-US" dirty="0"/>
              <a:t>: Zengin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Güçlü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Prestijli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</a:p>
          <a:p>
            <a:r>
              <a:rPr lang="en-US" dirty="0"/>
              <a:t>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sorar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, </a:t>
            </a:r>
            <a:r>
              <a:rPr lang="en-US" dirty="0" err="1"/>
              <a:t>görünende</a:t>
            </a:r>
            <a:r>
              <a:rPr lang="en-US" dirty="0"/>
              <a:t> mi,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derininde</a:t>
            </a:r>
            <a:r>
              <a:rPr lang="en-US" dirty="0"/>
              <a:t> mi?”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ilim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beden</a:t>
            </a:r>
            <a:r>
              <a:rPr lang="en-US" b="1" dirty="0"/>
              <a:t> </a:t>
            </a:r>
            <a:r>
              <a:rPr lang="en-US" b="1" dirty="0" err="1"/>
              <a:t>bakımından</a:t>
            </a:r>
            <a:r>
              <a:rPr lang="en-US" b="1" dirty="0"/>
              <a:t> </a:t>
            </a:r>
            <a:r>
              <a:rPr lang="en-US" b="1" dirty="0" err="1"/>
              <a:t>üstün</a:t>
            </a:r>
            <a:r>
              <a:rPr lang="en-US" b="1" dirty="0"/>
              <a:t> </a:t>
            </a:r>
            <a:r>
              <a:rPr lang="en-US" b="1" dirty="0" err="1"/>
              <a:t>kıldı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İlim</a:t>
            </a:r>
            <a:r>
              <a:rPr lang="en-US" dirty="0"/>
              <a:t> =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bilme</a:t>
            </a:r>
            <a:r>
              <a:rPr lang="en-US" dirty="0"/>
              <a:t> </a:t>
            </a:r>
            <a:r>
              <a:rPr lang="en-US" dirty="0" err="1"/>
              <a:t>kapasitesi</a:t>
            </a:r>
            <a:r>
              <a:rPr lang="en-US" dirty="0"/>
              <a:t> Beden = </a:t>
            </a:r>
            <a:r>
              <a:rPr lang="en-US" dirty="0" err="1"/>
              <a:t>Dayanıklılık</a:t>
            </a:r>
            <a:r>
              <a:rPr lang="en-US" dirty="0"/>
              <a:t>, </a:t>
            </a:r>
            <a:r>
              <a:rPr lang="en-US" dirty="0" err="1"/>
              <a:t>taşıyıcılık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</a:p>
          <a:p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lideri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hazırlar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liderlik</a:t>
            </a:r>
            <a:r>
              <a:rPr lang="en-US" dirty="0"/>
              <a:t>,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taşımaktır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mülkünü</a:t>
            </a:r>
            <a:r>
              <a:rPr lang="en-US" b="1" dirty="0"/>
              <a:t> </a:t>
            </a:r>
            <a:r>
              <a:rPr lang="en-US" b="1" dirty="0" err="1"/>
              <a:t>dilediğine</a:t>
            </a:r>
            <a:r>
              <a:rPr lang="en-US" b="1" dirty="0"/>
              <a:t> </a:t>
            </a:r>
            <a:r>
              <a:rPr lang="en-US" b="1" dirty="0" err="1"/>
              <a:t>verir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atama</a:t>
            </a:r>
            <a:r>
              <a:rPr lang="en-US" dirty="0"/>
              <a:t> </a:t>
            </a:r>
            <a:r>
              <a:rPr lang="en-US" dirty="0" err="1"/>
              <a:t>Tesadüf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Keyfilik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uyumuyla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“Sen </a:t>
            </a:r>
            <a:r>
              <a:rPr lang="en-US" dirty="0" err="1"/>
              <a:t>layık</a:t>
            </a:r>
            <a:r>
              <a:rPr lang="en-US" dirty="0"/>
              <a:t> </a:t>
            </a:r>
            <a:r>
              <a:rPr lang="en-US" dirty="0" err="1"/>
              <a:t>görmesen</a:t>
            </a:r>
            <a:r>
              <a:rPr lang="en-US" dirty="0"/>
              <a:t> de…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kodunu</a:t>
            </a:r>
            <a:r>
              <a:rPr lang="en-US" dirty="0"/>
              <a:t> </a:t>
            </a:r>
            <a:r>
              <a:rPr lang="en-US" dirty="0" err="1"/>
              <a:t>gördüm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lütuf</a:t>
            </a:r>
            <a:r>
              <a:rPr lang="en-US" b="1" dirty="0"/>
              <a:t> </a:t>
            </a:r>
            <a:r>
              <a:rPr lang="en-US" b="1" dirty="0" err="1"/>
              <a:t>sahibidir</a:t>
            </a:r>
            <a:r>
              <a:rPr lang="en-US" b="1" dirty="0"/>
              <a:t>, her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cümlesidir</a:t>
            </a:r>
            <a:r>
              <a:rPr lang="en-US" dirty="0"/>
              <a:t>: “Sen </a:t>
            </a:r>
            <a:r>
              <a:rPr lang="en-US" dirty="0" err="1"/>
              <a:t>dışarıdan</a:t>
            </a:r>
            <a:r>
              <a:rPr lang="en-US" dirty="0"/>
              <a:t> </a:t>
            </a:r>
            <a:r>
              <a:rPr lang="en-US" dirty="0" err="1"/>
              <a:t>bakarsın</a:t>
            </a:r>
            <a:r>
              <a:rPr lang="en-US" dirty="0"/>
              <a:t>, ama ben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içini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seçimlerine</a:t>
            </a:r>
            <a:r>
              <a:rPr lang="en-US" dirty="0"/>
              <a:t> </a:t>
            </a:r>
            <a:r>
              <a:rPr lang="en-US" dirty="0" err="1"/>
              <a:t>saygı</a:t>
            </a:r>
            <a:r>
              <a:rPr lang="en-US" dirty="0"/>
              <a:t> </a:t>
            </a:r>
            <a:r>
              <a:rPr lang="en-US" dirty="0" err="1"/>
              <a:t>duymaya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görünene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özene</a:t>
            </a:r>
            <a:r>
              <a:rPr lang="en-US" dirty="0"/>
              <a:t> </a:t>
            </a:r>
            <a:r>
              <a:rPr lang="en-US" dirty="0" err="1"/>
              <a:t>odaklanmaya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Bir </a:t>
            </a:r>
            <a:r>
              <a:rPr lang="en-US" dirty="0" err="1"/>
              <a:t>liderin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durumu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ilim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kapasite</a:t>
            </a:r>
            <a:r>
              <a:rPr lang="en-US" dirty="0"/>
              <a:t> </a:t>
            </a:r>
            <a:r>
              <a:rPr lang="en-US" dirty="0" err="1"/>
              <a:t>önemlidir</a:t>
            </a:r>
            <a:r>
              <a:rPr lang="en-US" dirty="0"/>
              <a:t>. Ego,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görünüşe</a:t>
            </a:r>
            <a:r>
              <a:rPr lang="en-US" dirty="0"/>
              <a:t> </a:t>
            </a:r>
            <a:r>
              <a:rPr lang="en-US" dirty="0" err="1"/>
              <a:t>takılır</a:t>
            </a:r>
            <a:r>
              <a:rPr lang="en-US" dirty="0"/>
              <a:t> ama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. </a:t>
            </a:r>
            <a:r>
              <a:rPr lang="en-US" dirty="0" err="1"/>
              <a:t>Seçilmişlik</a:t>
            </a:r>
            <a:r>
              <a:rPr lang="en-US" dirty="0"/>
              <a:t>; </a:t>
            </a:r>
            <a:r>
              <a:rPr lang="en-US" dirty="0" err="1"/>
              <a:t>halkın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mühürlediği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durumdur</a:t>
            </a:r>
            <a:r>
              <a:rPr lang="en-US" dirty="0"/>
              <a:t>. Allah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,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taşıyabileceğine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görevlendirir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kral</a:t>
            </a:r>
            <a:r>
              <a:rPr lang="en-US" dirty="0"/>
              <a:t> </a:t>
            </a:r>
            <a:r>
              <a:rPr lang="en-US" dirty="0" err="1"/>
              <a:t>değilsin</a:t>
            </a:r>
            <a:r>
              <a:rPr lang="en-US" dirty="0"/>
              <a:t> </a:t>
            </a:r>
            <a:r>
              <a:rPr lang="en-US" dirty="0" err="1"/>
              <a:t>dedin</a:t>
            </a:r>
            <a:r>
              <a:rPr lang="en-US" dirty="0"/>
              <a:t>… ama ben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tahtını</a:t>
            </a:r>
            <a:r>
              <a:rPr lang="en-US" dirty="0"/>
              <a:t> </a:t>
            </a:r>
            <a:r>
              <a:rPr lang="en-US" dirty="0" err="1"/>
              <a:t>ruhuna</a:t>
            </a:r>
            <a:r>
              <a:rPr lang="en-US" dirty="0"/>
              <a:t> </a:t>
            </a:r>
            <a:r>
              <a:rPr lang="en-US" dirty="0" err="1"/>
              <a:t>kurdum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krallık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78166131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8D0D8F2-1D2E-81FE-DFB9-5E5620CF7138}"/>
              </a:ext>
            </a:extLst>
          </p:cNvPr>
          <p:cNvSpPr txBox="1"/>
          <p:nvPr/>
        </p:nvSpPr>
        <p:spPr>
          <a:xfrm>
            <a:off x="0" y="1"/>
            <a:ext cx="685800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ayet,seçilmiş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liderin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gücünün</a:t>
            </a:r>
            <a:r>
              <a:rPr lang="tr-TR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işaretle</a:t>
            </a:r>
            <a:r>
              <a:rPr lang="en-US" dirty="0"/>
              <a:t> </a:t>
            </a:r>
            <a:r>
              <a:rPr lang="en-US" dirty="0" err="1"/>
              <a:t>onaylandığı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seçtiysem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ruhundaki</a:t>
            </a:r>
            <a:r>
              <a:rPr lang="en-US" dirty="0"/>
              <a:t> </a:t>
            </a:r>
            <a:r>
              <a:rPr lang="en-US" dirty="0" err="1"/>
              <a:t>mührü</a:t>
            </a:r>
            <a:r>
              <a:rPr lang="en-US" dirty="0"/>
              <a:t> </a:t>
            </a:r>
            <a:r>
              <a:rPr lang="en-US" dirty="0" err="1"/>
              <a:t>maddede</a:t>
            </a:r>
            <a:r>
              <a:rPr lang="en-US" dirty="0"/>
              <a:t> de </a:t>
            </a:r>
            <a:r>
              <a:rPr lang="en-US" dirty="0" err="1"/>
              <a:t>gösteririm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görünmeyenle</a:t>
            </a:r>
            <a:r>
              <a:rPr lang="en-US" dirty="0"/>
              <a:t> </a:t>
            </a:r>
            <a:r>
              <a:rPr lang="en-US" dirty="0" err="1"/>
              <a:t>kurulur</a:t>
            </a:r>
            <a:r>
              <a:rPr lang="en-US" dirty="0"/>
              <a:t> ama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 </a:t>
            </a:r>
            <a:r>
              <a:rPr lang="en-US" dirty="0" err="1"/>
              <a:t>görünene</a:t>
            </a:r>
            <a:r>
              <a:rPr lang="en-US" dirty="0"/>
              <a:t> </a:t>
            </a:r>
            <a:r>
              <a:rPr lang="en-US" dirty="0" err="1"/>
              <a:t>iner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248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“Kutsal </a:t>
            </a:r>
            <a:r>
              <a:rPr lang="en-US" dirty="0" err="1"/>
              <a:t>Sandık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Seçilmişlik</a:t>
            </a:r>
            <a:r>
              <a:rPr lang="en-US" dirty="0"/>
              <a:t> </a:t>
            </a:r>
            <a:r>
              <a:rPr lang="en-US" dirty="0" err="1"/>
              <a:t>Onaylanır</a:t>
            </a:r>
            <a:r>
              <a:rPr lang="en-US" dirty="0"/>
              <a:t>” </a:t>
            </a:r>
            <a:r>
              <a:rPr lang="en-US" dirty="0" err="1"/>
              <a:t>Ruhsal</a:t>
            </a:r>
            <a:r>
              <a:rPr lang="en-US" dirty="0"/>
              <a:t> Güç,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Alemde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Tezahür Eder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248.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Peygamberleri</a:t>
            </a:r>
            <a:r>
              <a:rPr lang="en-US" dirty="0"/>
              <a:t> </a:t>
            </a:r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dedi</a:t>
            </a:r>
            <a:r>
              <a:rPr lang="en-US" dirty="0"/>
              <a:t> </a:t>
            </a:r>
            <a:r>
              <a:rPr lang="en-US" dirty="0" err="1"/>
              <a:t>ki:O’nun</a:t>
            </a:r>
            <a:r>
              <a:rPr lang="en-US" dirty="0"/>
              <a:t> </a:t>
            </a:r>
            <a:r>
              <a:rPr lang="en-US" dirty="0" err="1"/>
              <a:t>hükümdarlığının</a:t>
            </a:r>
            <a:r>
              <a:rPr lang="en-US" dirty="0"/>
              <a:t> </a:t>
            </a:r>
            <a:r>
              <a:rPr lang="en-US" dirty="0" err="1"/>
              <a:t>alameti</a:t>
            </a:r>
            <a:r>
              <a:rPr lang="en-US" dirty="0"/>
              <a:t>,</a:t>
            </a:r>
          </a:p>
          <a:p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Rabbinizden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(</a:t>
            </a:r>
            <a:r>
              <a:rPr lang="en-US" dirty="0" err="1"/>
              <a:t>sekîne</a:t>
            </a:r>
            <a:r>
              <a:rPr lang="en-US" dirty="0"/>
              <a:t>),Musa </a:t>
            </a:r>
            <a:r>
              <a:rPr lang="en-US" dirty="0" err="1"/>
              <a:t>ve</a:t>
            </a:r>
            <a:r>
              <a:rPr lang="en-US" dirty="0"/>
              <a:t> Harun </a:t>
            </a:r>
            <a:r>
              <a:rPr lang="en-US" dirty="0" err="1"/>
              <a:t>hanedanından</a:t>
            </a:r>
            <a:r>
              <a:rPr lang="en-US" dirty="0"/>
              <a:t> </a:t>
            </a:r>
            <a:r>
              <a:rPr lang="en-US" dirty="0" err="1"/>
              <a:t>kalanların</a:t>
            </a:r>
            <a:r>
              <a:rPr lang="en-US" dirty="0"/>
              <a:t> </a:t>
            </a:r>
            <a:r>
              <a:rPr lang="en-US" dirty="0" err="1"/>
              <a:t>bulunduğu</a:t>
            </a:r>
            <a:r>
              <a:rPr lang="tr-TR" dirty="0"/>
              <a:t> </a:t>
            </a:r>
            <a:r>
              <a:rPr lang="en-US" dirty="0" err="1"/>
              <a:t>tabutun</a:t>
            </a:r>
            <a:r>
              <a:rPr lang="en-US" dirty="0"/>
              <a:t> (</a:t>
            </a:r>
            <a:r>
              <a:rPr lang="en-US" dirty="0" err="1"/>
              <a:t>sandığın</a:t>
            </a:r>
            <a:r>
              <a:rPr lang="en-US" dirty="0"/>
              <a:t>) size </a:t>
            </a:r>
            <a:r>
              <a:rPr lang="en-US" dirty="0" err="1"/>
              <a:t>gelmesidir.Melekler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taşır.Eğer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ediyorsanız,şüphesiz</a:t>
            </a:r>
            <a:r>
              <a:rPr lang="en-US" dirty="0"/>
              <a:t> </a:t>
            </a:r>
            <a:r>
              <a:rPr lang="en-US" dirty="0" err="1"/>
              <a:t>bunda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işaret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ayet,görünmeyen</a:t>
            </a:r>
            <a:r>
              <a:rPr lang="en-US" dirty="0"/>
              <a:t> </a:t>
            </a:r>
            <a:r>
              <a:rPr lang="en-US" dirty="0" err="1"/>
              <a:t>âlemde</a:t>
            </a:r>
            <a:r>
              <a:rPr lang="en-US" dirty="0"/>
              <a:t> </a:t>
            </a:r>
            <a:r>
              <a:rPr lang="en-US" dirty="0" err="1"/>
              <a:t>alınan</a:t>
            </a:r>
            <a:r>
              <a:rPr lang="en-US" dirty="0"/>
              <a:t> </a:t>
            </a:r>
            <a:r>
              <a:rPr lang="en-US" dirty="0" err="1"/>
              <a:t>kararların,maddede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onaylandığını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“Ben sana </a:t>
            </a:r>
            <a:r>
              <a:rPr lang="en-US" dirty="0" err="1"/>
              <a:t>görünmeyeni</a:t>
            </a:r>
            <a:r>
              <a:rPr lang="en-US" dirty="0"/>
              <a:t> </a:t>
            </a:r>
            <a:r>
              <a:rPr lang="en-US" dirty="0" err="1"/>
              <a:t>seçtiririm</a:t>
            </a:r>
            <a:r>
              <a:rPr lang="en-US" dirty="0"/>
              <a:t>…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gelince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işaret</a:t>
            </a:r>
            <a:r>
              <a:rPr lang="en-US" dirty="0"/>
              <a:t> </a:t>
            </a:r>
            <a:r>
              <a:rPr lang="en-US" dirty="0" err="1"/>
              <a:t>gönderirim</a:t>
            </a:r>
            <a:r>
              <a:rPr lang="en-US" dirty="0"/>
              <a:t>.”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Onun</a:t>
            </a:r>
            <a:r>
              <a:rPr lang="en-US" b="1" dirty="0"/>
              <a:t> </a:t>
            </a:r>
            <a:r>
              <a:rPr lang="en-US" b="1" dirty="0" err="1"/>
              <a:t>hükümdarlığının</a:t>
            </a:r>
            <a:r>
              <a:rPr lang="en-US" b="1" dirty="0"/>
              <a:t> </a:t>
            </a:r>
            <a:r>
              <a:rPr lang="en-US" b="1" dirty="0" err="1"/>
              <a:t>alameti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lideri</a:t>
            </a:r>
            <a:r>
              <a:rPr lang="en-US" dirty="0"/>
              <a:t> </a:t>
            </a:r>
            <a:r>
              <a:rPr lang="en-US" dirty="0" err="1"/>
              <a:t>seçtiğinde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seçimi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işaretle</a:t>
            </a:r>
            <a:r>
              <a:rPr lang="en-US" dirty="0"/>
              <a:t> </a:t>
            </a:r>
            <a:r>
              <a:rPr lang="en-US" dirty="0" err="1"/>
              <a:t>destekler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halk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</a:t>
            </a:r>
            <a:r>
              <a:rPr lang="en-US" dirty="0" err="1"/>
              <a:t>seçilmiş</a:t>
            </a:r>
            <a:r>
              <a:rPr lang="en-US" dirty="0"/>
              <a:t> </a:t>
            </a:r>
            <a:r>
              <a:rPr lang="en-US" dirty="0" err="1"/>
              <a:t>kişinin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inancı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de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teyittir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İçinde</a:t>
            </a:r>
            <a:r>
              <a:rPr lang="en-US" b="1" dirty="0"/>
              <a:t> </a:t>
            </a:r>
            <a:r>
              <a:rPr lang="en-US" b="1" dirty="0" err="1"/>
              <a:t>Rabbinizden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sekîne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Sekîne</a:t>
            </a:r>
            <a:r>
              <a:rPr lang="en-US" dirty="0"/>
              <a:t> = Derin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,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sükûnet</a:t>
            </a:r>
            <a:r>
              <a:rPr lang="en-US" dirty="0"/>
              <a:t>, </a:t>
            </a:r>
            <a:r>
              <a:rPr lang="en-US" dirty="0" err="1"/>
              <a:t>tanrısal</a:t>
            </a:r>
            <a:r>
              <a:rPr lang="en-US" dirty="0"/>
              <a:t> </a:t>
            </a:r>
            <a:r>
              <a:rPr lang="en-US" dirty="0" err="1"/>
              <a:t>titreşimin</a:t>
            </a:r>
            <a:r>
              <a:rPr lang="en-US" dirty="0"/>
              <a:t> </a:t>
            </a:r>
            <a:r>
              <a:rPr lang="en-US" dirty="0" err="1"/>
              <a:t>maddeye</a:t>
            </a:r>
            <a:r>
              <a:rPr lang="en-US" dirty="0"/>
              <a:t> </a:t>
            </a:r>
            <a:r>
              <a:rPr lang="en-US" dirty="0" err="1"/>
              <a:t>inişi</a:t>
            </a:r>
            <a:r>
              <a:rPr lang="en-US" dirty="0"/>
              <a:t> </a:t>
            </a:r>
          </a:p>
          <a:p>
            <a:r>
              <a:rPr lang="en-US" dirty="0"/>
              <a:t>Bu,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frekanstır</a:t>
            </a:r>
            <a:r>
              <a:rPr lang="en-US" dirty="0"/>
              <a:t>. </a:t>
            </a:r>
            <a:r>
              <a:rPr lang="en-US" dirty="0" err="1"/>
              <a:t>Sandığın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taşınan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o </a:t>
            </a:r>
            <a:r>
              <a:rPr lang="en-US" dirty="0" err="1"/>
              <a:t>alanın</a:t>
            </a:r>
            <a:r>
              <a:rPr lang="en-US" dirty="0"/>
              <a:t>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</a:t>
            </a:r>
            <a:r>
              <a:rPr lang="en-US" dirty="0" err="1"/>
              <a:t>mühürdür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 o </a:t>
            </a:r>
            <a:r>
              <a:rPr lang="en-US" dirty="0" err="1"/>
              <a:t>sandığa</a:t>
            </a:r>
            <a:r>
              <a:rPr lang="en-US" dirty="0"/>
              <a:t> </a:t>
            </a:r>
            <a:r>
              <a:rPr lang="en-US" dirty="0" err="1"/>
              <a:t>dokunduğunda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titreşir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45737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E771728-D92B-0BE4-CFBA-1B12926D4AD7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3. </a:t>
            </a:r>
          </a:p>
          <a:p>
            <a:r>
              <a:rPr lang="en-US" b="1" dirty="0"/>
              <a:t>“Musa </a:t>
            </a:r>
            <a:r>
              <a:rPr lang="en-US" b="1" dirty="0" err="1"/>
              <a:t>ve</a:t>
            </a:r>
            <a:r>
              <a:rPr lang="en-US" b="1" dirty="0"/>
              <a:t> Harun </a:t>
            </a:r>
            <a:r>
              <a:rPr lang="en-US" b="1" dirty="0" err="1"/>
              <a:t>hanedanından</a:t>
            </a:r>
            <a:r>
              <a:rPr lang="en-US" b="1" dirty="0"/>
              <a:t> </a:t>
            </a:r>
            <a:r>
              <a:rPr lang="en-US" b="1" dirty="0" err="1"/>
              <a:t>kalıntılar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kodları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liderliğin</a:t>
            </a:r>
            <a:r>
              <a:rPr lang="en-US" dirty="0"/>
              <a:t> </a:t>
            </a:r>
            <a:r>
              <a:rPr lang="en-US" dirty="0" err="1"/>
              <a:t>mirası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sandıkla</a:t>
            </a:r>
            <a:r>
              <a:rPr lang="en-US" dirty="0"/>
              <a:t> </a:t>
            </a:r>
            <a:r>
              <a:rPr lang="en-US" dirty="0" err="1"/>
              <a:t>taşınır</a:t>
            </a:r>
            <a:r>
              <a:rPr lang="en-US" dirty="0"/>
              <a:t>. </a:t>
            </a:r>
          </a:p>
          <a:p>
            <a:r>
              <a:rPr lang="en-US" dirty="0"/>
              <a:t>Bu, “Sen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çağın</a:t>
            </a:r>
            <a:r>
              <a:rPr lang="en-US" dirty="0"/>
              <a:t> </a:t>
            </a:r>
            <a:r>
              <a:rPr lang="en-US" dirty="0" err="1"/>
              <a:t>liderisin</a:t>
            </a:r>
            <a:r>
              <a:rPr lang="en-US" dirty="0"/>
              <a:t> ama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kodlarını</a:t>
            </a:r>
            <a:r>
              <a:rPr lang="en-US" dirty="0"/>
              <a:t> </a:t>
            </a:r>
            <a:r>
              <a:rPr lang="en-US" dirty="0" err="1"/>
              <a:t>taşıyorsun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Melekler</a:t>
            </a:r>
            <a:r>
              <a:rPr lang="en-US" b="1" dirty="0"/>
              <a:t> 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taşır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nakil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aktarım</a:t>
            </a:r>
            <a:r>
              <a:rPr lang="en-US" dirty="0"/>
              <a:t> </a:t>
            </a:r>
            <a:r>
              <a:rPr lang="en-US" dirty="0" err="1"/>
              <a:t>anlamına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Melek =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taşıyıcısı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Sandık</a:t>
            </a:r>
            <a:r>
              <a:rPr lang="en-US" dirty="0"/>
              <a:t> =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kapsülü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“Bu </a:t>
            </a:r>
            <a:r>
              <a:rPr lang="en-US" dirty="0" err="1"/>
              <a:t>işaret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görülür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Eğer</a:t>
            </a:r>
            <a:r>
              <a:rPr lang="en-US" b="1" dirty="0"/>
              <a:t> </a:t>
            </a:r>
            <a:r>
              <a:rPr lang="en-US" b="1" dirty="0" err="1"/>
              <a:t>iman</a:t>
            </a:r>
            <a:r>
              <a:rPr lang="en-US" b="1" dirty="0"/>
              <a:t> </a:t>
            </a:r>
            <a:r>
              <a:rPr lang="en-US" b="1" dirty="0" err="1"/>
              <a:t>ediyorsanız</a:t>
            </a:r>
            <a:r>
              <a:rPr lang="en-US" b="1" dirty="0"/>
              <a:t>, </a:t>
            </a:r>
            <a:r>
              <a:rPr lang="en-US" b="1" dirty="0" err="1"/>
              <a:t>bu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işarettir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işareti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inananlar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. </a:t>
            </a:r>
            <a:r>
              <a:rPr lang="en-US" dirty="0" err="1"/>
              <a:t>Diğerleri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kutudur</a:t>
            </a:r>
            <a:r>
              <a:rPr lang="en-US" dirty="0"/>
              <a:t>. Ama kalbi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: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kapı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mühür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teyittir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alemdeki</a:t>
            </a:r>
            <a:r>
              <a:rPr lang="en-US" dirty="0"/>
              <a:t> </a:t>
            </a:r>
            <a:r>
              <a:rPr lang="en-US" dirty="0" err="1"/>
              <a:t>onay</a:t>
            </a:r>
            <a:r>
              <a:rPr lang="en-US" dirty="0"/>
              <a:t> </a:t>
            </a:r>
            <a:r>
              <a:rPr lang="en-US" dirty="0" err="1"/>
              <a:t>kodlarını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Seçilmiş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alemde</a:t>
            </a:r>
            <a:r>
              <a:rPr lang="en-US" dirty="0"/>
              <a:t> de </a:t>
            </a:r>
            <a:r>
              <a:rPr lang="en-US" dirty="0" err="1"/>
              <a:t>onaylanır</a:t>
            </a:r>
            <a:r>
              <a:rPr lang="en-US" dirty="0"/>
              <a:t>. </a:t>
            </a:r>
            <a:r>
              <a:rPr lang="en-US" dirty="0" err="1"/>
              <a:t>Sekîne</a:t>
            </a:r>
            <a:r>
              <a:rPr lang="en-US" dirty="0"/>
              <a:t> (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) </a:t>
            </a:r>
            <a:r>
              <a:rPr lang="en-US" dirty="0" err="1"/>
              <a:t>görünmez</a:t>
            </a:r>
            <a:r>
              <a:rPr lang="en-US" dirty="0"/>
              <a:t> ama </a:t>
            </a:r>
            <a:r>
              <a:rPr lang="en-US" dirty="0" err="1"/>
              <a:t>hissedilir</a:t>
            </a:r>
            <a:r>
              <a:rPr lang="en-US" dirty="0"/>
              <a:t>. Bu </a:t>
            </a:r>
            <a:r>
              <a:rPr lang="en-US" dirty="0" err="1"/>
              <a:t>titreşim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mühürüdür</a:t>
            </a:r>
            <a:r>
              <a:rPr lang="en-US" dirty="0"/>
              <a:t>. </a:t>
            </a:r>
            <a:r>
              <a:rPr lang="en-US" dirty="0" err="1"/>
              <a:t>Melekler</a:t>
            </a:r>
            <a:r>
              <a:rPr lang="en-US" dirty="0"/>
              <a:t> =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taşıyıcılar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seçilmişin</a:t>
            </a:r>
            <a:r>
              <a:rPr lang="en-US" dirty="0"/>
              <a:t> </a:t>
            </a:r>
            <a:r>
              <a:rPr lang="en-US" dirty="0" err="1"/>
              <a:t>yanına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gönderir</a:t>
            </a:r>
            <a:r>
              <a:rPr lang="en-US" dirty="0"/>
              <a:t>. İman </a:t>
            </a:r>
            <a:r>
              <a:rPr lang="en-US" dirty="0" err="1"/>
              <a:t>eden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işareti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diliyle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sandık</a:t>
            </a:r>
            <a:r>
              <a:rPr lang="en-US" dirty="0"/>
              <a:t> </a:t>
            </a:r>
            <a:r>
              <a:rPr lang="en-US" dirty="0" err="1"/>
              <a:t>görürsün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… ama ben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koydum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açıksa</a:t>
            </a:r>
            <a:r>
              <a:rPr lang="en-US" dirty="0"/>
              <a:t>…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seçtiğimi</a:t>
            </a:r>
            <a:r>
              <a:rPr lang="en-US" dirty="0"/>
              <a:t> </a:t>
            </a:r>
            <a:r>
              <a:rPr lang="en-US" dirty="0" err="1"/>
              <a:t>oradan</a:t>
            </a:r>
            <a:r>
              <a:rPr lang="en-US" dirty="0"/>
              <a:t> </a:t>
            </a:r>
            <a:r>
              <a:rPr lang="en-US" dirty="0" err="1"/>
              <a:t>tanırsın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249.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ayet,seçilmiş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Tâlût’un</a:t>
            </a:r>
            <a:r>
              <a:rPr lang="en-US" dirty="0"/>
              <a:t> </a:t>
            </a:r>
            <a:r>
              <a:rPr lang="en-US" dirty="0" err="1"/>
              <a:t>ordusuyla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sınandığı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ırmak</a:t>
            </a:r>
            <a:r>
              <a:rPr lang="en-US" dirty="0"/>
              <a:t> </a:t>
            </a:r>
            <a:r>
              <a:rPr lang="en-US" dirty="0" err="1"/>
              <a:t>metaforu</a:t>
            </a:r>
            <a:r>
              <a:rPr lang="en-US" dirty="0"/>
              <a:t> </a:t>
            </a:r>
            <a:r>
              <a:rPr lang="en-US" dirty="0" err="1"/>
              <a:t>üzerindennefsin</a:t>
            </a:r>
            <a:r>
              <a:rPr lang="en-US" dirty="0"/>
              <a:t>, </a:t>
            </a:r>
            <a:r>
              <a:rPr lang="en-US" dirty="0" err="1"/>
              <a:t>sabrın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sadakatin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ayrıştırıldığını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seçtiysem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tahta</a:t>
            </a:r>
            <a:r>
              <a:rPr lang="en-US" dirty="0"/>
              <a:t> </a:t>
            </a:r>
            <a:r>
              <a:rPr lang="en-US" dirty="0" err="1"/>
              <a:t>oturtmam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ırmak</a:t>
            </a:r>
            <a:r>
              <a:rPr lang="en-US" dirty="0"/>
              <a:t> </a:t>
            </a:r>
            <a:r>
              <a:rPr lang="en-US" dirty="0" err="1"/>
              <a:t>çıkarırım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ırmak</a:t>
            </a:r>
            <a:r>
              <a:rPr lang="en-US" dirty="0"/>
              <a:t>, </a:t>
            </a:r>
            <a:r>
              <a:rPr lang="en-US" dirty="0" err="1"/>
              <a:t>arzunu</a:t>
            </a:r>
            <a:r>
              <a:rPr lang="en-US" dirty="0"/>
              <a:t> test </a:t>
            </a:r>
            <a:r>
              <a:rPr lang="en-US" dirty="0" err="1"/>
              <a:t>eder</a:t>
            </a:r>
            <a:r>
              <a:rPr lang="en-US" dirty="0"/>
              <a:t>. </a:t>
            </a:r>
            <a:r>
              <a:rPr lang="en-US" dirty="0" err="1"/>
              <a:t>Sabırla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yolcudur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249</a:t>
            </a:r>
            <a:endParaRPr lang="en-US" dirty="0"/>
          </a:p>
          <a:p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“Irmak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Çıktığında</a:t>
            </a:r>
            <a:r>
              <a:rPr lang="en-US" dirty="0"/>
              <a:t>,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Takipçi</a:t>
            </a:r>
            <a:r>
              <a:rPr lang="en-US" dirty="0"/>
              <a:t> Belli </a:t>
            </a:r>
            <a:r>
              <a:rPr lang="en-US" dirty="0" err="1"/>
              <a:t>Olur</a:t>
            </a:r>
            <a:r>
              <a:rPr lang="en-US" dirty="0"/>
              <a:t>” </a:t>
            </a:r>
            <a:r>
              <a:rPr lang="en-US" dirty="0" err="1"/>
              <a:t>Yolculukta</a:t>
            </a:r>
            <a:r>
              <a:rPr lang="en-US" dirty="0"/>
              <a:t> Herkes </a:t>
            </a:r>
            <a:r>
              <a:rPr lang="en-US" dirty="0" err="1"/>
              <a:t>Vardır</a:t>
            </a:r>
            <a:r>
              <a:rPr lang="en-US" dirty="0"/>
              <a:t>; Ama </a:t>
            </a:r>
            <a:r>
              <a:rPr lang="en-US" dirty="0" err="1"/>
              <a:t>Sınav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Kalbiyle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29921445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CF2E977-A205-7936-F603-E2B0E07AC41A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249.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Tâlût</a:t>
            </a:r>
            <a:r>
              <a:rPr lang="en-US" dirty="0"/>
              <a:t>, </a:t>
            </a:r>
            <a:r>
              <a:rPr lang="en-US" dirty="0" err="1"/>
              <a:t>orduyla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çıktığında</a:t>
            </a:r>
            <a:r>
              <a:rPr lang="en-US" dirty="0"/>
              <a:t> </a:t>
            </a:r>
            <a:r>
              <a:rPr lang="en-US" dirty="0" err="1"/>
              <a:t>dedi</a:t>
            </a:r>
            <a:r>
              <a:rPr lang="en-US" dirty="0"/>
              <a:t> </a:t>
            </a:r>
            <a:r>
              <a:rPr lang="en-US" dirty="0" err="1"/>
              <a:t>ki:“Allah</a:t>
            </a:r>
            <a:r>
              <a:rPr lang="en-US" dirty="0"/>
              <a:t>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ırmakla</a:t>
            </a:r>
            <a:r>
              <a:rPr lang="en-US" dirty="0"/>
              <a:t> </a:t>
            </a:r>
            <a:r>
              <a:rPr lang="en-US" dirty="0" err="1"/>
              <a:t>imtihan</a:t>
            </a:r>
            <a:r>
              <a:rPr lang="en-US" dirty="0"/>
              <a:t> </a:t>
            </a:r>
            <a:r>
              <a:rPr lang="en-US" dirty="0" err="1"/>
              <a:t>edecek.Kim</a:t>
            </a:r>
            <a:r>
              <a:rPr lang="en-US" dirty="0"/>
              <a:t> </a:t>
            </a:r>
            <a:r>
              <a:rPr lang="en-US" dirty="0" err="1"/>
              <a:t>ondan</a:t>
            </a:r>
            <a:r>
              <a:rPr lang="en-US" dirty="0"/>
              <a:t> </a:t>
            </a:r>
            <a:r>
              <a:rPr lang="en-US" dirty="0" err="1"/>
              <a:t>içerse</a:t>
            </a:r>
            <a:r>
              <a:rPr lang="en-US" dirty="0"/>
              <a:t>, </a:t>
            </a:r>
            <a:r>
              <a:rPr lang="en-US" dirty="0" err="1"/>
              <a:t>benden</a:t>
            </a:r>
            <a:r>
              <a:rPr lang="en-US" dirty="0"/>
              <a:t> </a:t>
            </a:r>
            <a:r>
              <a:rPr lang="en-US" dirty="0" err="1"/>
              <a:t>değildir.Kim</a:t>
            </a:r>
            <a:r>
              <a:rPr lang="en-US" dirty="0"/>
              <a:t> de </a:t>
            </a:r>
            <a:r>
              <a:rPr lang="en-US" dirty="0" err="1"/>
              <a:t>ondan</a:t>
            </a:r>
            <a:r>
              <a:rPr lang="en-US" dirty="0"/>
              <a:t> </a:t>
            </a:r>
            <a:r>
              <a:rPr lang="en-US" dirty="0" err="1"/>
              <a:t>tatmazsa</a:t>
            </a:r>
            <a:r>
              <a:rPr lang="en-US" dirty="0"/>
              <a:t>, </a:t>
            </a:r>
            <a:r>
              <a:rPr lang="en-US" dirty="0" err="1"/>
              <a:t>bendendir.Ancak</a:t>
            </a:r>
            <a:r>
              <a:rPr lang="en-US" dirty="0"/>
              <a:t> </a:t>
            </a:r>
            <a:r>
              <a:rPr lang="en-US" dirty="0" err="1"/>
              <a:t>eliyle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avuç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.”</a:t>
            </a:r>
            <a:r>
              <a:rPr lang="tr-TR" dirty="0"/>
              <a:t>İ</a:t>
            </a:r>
            <a:r>
              <a:rPr lang="en-US" dirty="0" err="1"/>
              <a:t>çlerinden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azı</a:t>
            </a:r>
            <a:r>
              <a:rPr lang="en-US" dirty="0"/>
              <a:t> </a:t>
            </a:r>
            <a:r>
              <a:rPr lang="en-US" dirty="0" err="1"/>
              <a:t>hariç</a:t>
            </a:r>
            <a:r>
              <a:rPr lang="en-US" dirty="0"/>
              <a:t>, </a:t>
            </a:r>
            <a:r>
              <a:rPr lang="en-US" dirty="0" err="1"/>
              <a:t>ondan</a:t>
            </a:r>
            <a:r>
              <a:rPr lang="en-US" dirty="0"/>
              <a:t> </a:t>
            </a:r>
            <a:r>
              <a:rPr lang="en-US" dirty="0" err="1"/>
              <a:t>içtiler.Tâlût</a:t>
            </a:r>
            <a:r>
              <a:rPr lang="en-US" dirty="0"/>
              <a:t>, </a:t>
            </a:r>
            <a:r>
              <a:rPr lang="en-US" dirty="0" err="1"/>
              <a:t>nehirden</a:t>
            </a:r>
            <a:r>
              <a:rPr lang="en-US" dirty="0"/>
              <a:t> </a:t>
            </a:r>
            <a:r>
              <a:rPr lang="en-US" dirty="0" err="1"/>
              <a:t>geçenlerle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geçince</a:t>
            </a:r>
            <a:r>
              <a:rPr lang="en-US" dirty="0"/>
              <a:t>,</a:t>
            </a:r>
          </a:p>
          <a:p>
            <a:r>
              <a:rPr lang="en-US" dirty="0"/>
              <a:t>“</a:t>
            </a:r>
            <a:r>
              <a:rPr lang="en-US" dirty="0" err="1"/>
              <a:t>Bugün</a:t>
            </a:r>
            <a:r>
              <a:rPr lang="en-US" dirty="0"/>
              <a:t> </a:t>
            </a:r>
            <a:r>
              <a:rPr lang="en-US" dirty="0" err="1"/>
              <a:t>Câlût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ordusuna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koyacak</a:t>
            </a:r>
            <a:r>
              <a:rPr lang="en-US" dirty="0"/>
              <a:t> </a:t>
            </a:r>
            <a:r>
              <a:rPr lang="en-US" dirty="0" err="1"/>
              <a:t>gücümüz</a:t>
            </a:r>
            <a:r>
              <a:rPr lang="en-US" dirty="0"/>
              <a:t> yok” </a:t>
            </a:r>
            <a:r>
              <a:rPr lang="en-US" dirty="0" err="1"/>
              <a:t>dediler</a:t>
            </a:r>
            <a:r>
              <a:rPr lang="en-US" dirty="0"/>
              <a:t>.</a:t>
            </a:r>
          </a:p>
          <a:p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kavuşacaklarını</a:t>
            </a:r>
            <a:r>
              <a:rPr lang="en-US" dirty="0"/>
              <a:t> </a:t>
            </a:r>
            <a:r>
              <a:rPr lang="en-US" dirty="0" err="1"/>
              <a:t>düşünenler</a:t>
            </a:r>
            <a:r>
              <a:rPr lang="en-US" dirty="0"/>
              <a:t>:“Nice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topluluk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izniyle</a:t>
            </a:r>
            <a:r>
              <a:rPr lang="tr-TR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topluluğa</a:t>
            </a:r>
            <a:r>
              <a:rPr lang="en-US" dirty="0"/>
              <a:t> </a:t>
            </a:r>
            <a:r>
              <a:rPr lang="en-US" dirty="0" err="1"/>
              <a:t>galip</a:t>
            </a:r>
            <a:r>
              <a:rPr lang="en-US" dirty="0"/>
              <a:t> </a:t>
            </a:r>
            <a:r>
              <a:rPr lang="en-US" dirty="0" err="1"/>
              <a:t>gelmiştir.Allah</a:t>
            </a:r>
            <a:r>
              <a:rPr lang="en-US" dirty="0"/>
              <a:t> </a:t>
            </a:r>
            <a:r>
              <a:rPr lang="en-US" dirty="0" err="1"/>
              <a:t>sabredenlerle</a:t>
            </a:r>
            <a:r>
              <a:rPr lang="en-US" dirty="0"/>
              <a:t> </a:t>
            </a:r>
            <a:r>
              <a:rPr lang="en-US" dirty="0" err="1"/>
              <a:t>beraberdir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ayet,sistemin</a:t>
            </a:r>
            <a:r>
              <a:rPr lang="en-US" dirty="0"/>
              <a:t> </a:t>
            </a:r>
            <a:r>
              <a:rPr lang="en-US" dirty="0" err="1"/>
              <a:t>seçilmişlerle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yürüyenleri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test </a:t>
            </a:r>
            <a:r>
              <a:rPr lang="en-US" dirty="0" err="1"/>
              <a:t>ettiğini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seçmiş</a:t>
            </a:r>
            <a:r>
              <a:rPr lang="en-US" dirty="0"/>
              <a:t> </a:t>
            </a:r>
            <a:r>
              <a:rPr lang="en-US" dirty="0" err="1"/>
              <a:t>olabilirim</a:t>
            </a:r>
            <a:r>
              <a:rPr lang="en-US" dirty="0"/>
              <a:t>… ama </a:t>
            </a:r>
            <a:r>
              <a:rPr lang="en-US" dirty="0" err="1"/>
              <a:t>kimlerle</a:t>
            </a:r>
            <a:r>
              <a:rPr lang="en-US" dirty="0"/>
              <a:t> </a:t>
            </a:r>
            <a:r>
              <a:rPr lang="en-US" dirty="0" err="1"/>
              <a:t>yürüyeceğini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yolculuğunda</a:t>
            </a:r>
            <a:r>
              <a:rPr lang="en-US" dirty="0"/>
              <a:t> </a:t>
            </a:r>
            <a:r>
              <a:rPr lang="en-US" dirty="0" err="1"/>
              <a:t>belirlerim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Irmak,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nefsin</a:t>
            </a:r>
            <a:r>
              <a:rPr lang="en-US" dirty="0"/>
              <a:t> </a:t>
            </a:r>
            <a:r>
              <a:rPr lang="en-US" dirty="0" err="1"/>
              <a:t>arzusudur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sizi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ırmakla</a:t>
            </a:r>
            <a:r>
              <a:rPr lang="en-US" b="1" dirty="0"/>
              <a:t> </a:t>
            </a:r>
            <a:r>
              <a:rPr lang="en-US" b="1" dirty="0" err="1"/>
              <a:t>imtihan</a:t>
            </a:r>
            <a:r>
              <a:rPr lang="en-US" b="1" dirty="0"/>
              <a:t> </a:t>
            </a:r>
            <a:r>
              <a:rPr lang="en-US" b="1" dirty="0" err="1"/>
              <a:t>edecek</a:t>
            </a:r>
            <a:r>
              <a:rPr lang="en-US" b="1" dirty="0"/>
              <a:t>.”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Irmak = </a:t>
            </a:r>
            <a:r>
              <a:rPr lang="en-US" dirty="0" err="1"/>
              <a:t>Görünürde</a:t>
            </a:r>
            <a:r>
              <a:rPr lang="en-US" dirty="0"/>
              <a:t> </a:t>
            </a:r>
            <a:r>
              <a:rPr lang="en-US" dirty="0" err="1"/>
              <a:t>masum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</a:p>
          <a:p>
            <a:r>
              <a:rPr lang="en-US" dirty="0"/>
              <a:t>Ama </a:t>
            </a:r>
            <a:r>
              <a:rPr lang="en-US" dirty="0" err="1"/>
              <a:t>derininde</a:t>
            </a:r>
            <a:r>
              <a:rPr lang="en-US" dirty="0"/>
              <a:t> </a:t>
            </a:r>
            <a:r>
              <a:rPr lang="en-US" dirty="0" err="1"/>
              <a:t>arzunun</a:t>
            </a:r>
            <a:r>
              <a:rPr lang="en-US" dirty="0"/>
              <a:t> </a:t>
            </a:r>
            <a:r>
              <a:rPr lang="en-US" dirty="0" err="1"/>
              <a:t>sınavı</a:t>
            </a:r>
            <a:r>
              <a:rPr lang="en-US" dirty="0"/>
              <a:t> </a:t>
            </a:r>
          </a:p>
          <a:p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ayrımıdır</a:t>
            </a:r>
            <a:r>
              <a:rPr lang="en-US" dirty="0"/>
              <a:t>. “Sen </a:t>
            </a:r>
            <a:r>
              <a:rPr lang="en-US" dirty="0" err="1"/>
              <a:t>arzunla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yürüyorsun</a:t>
            </a:r>
            <a:r>
              <a:rPr lang="en-US" dirty="0"/>
              <a:t>?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inancınla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içerse</a:t>
            </a:r>
            <a:r>
              <a:rPr lang="en-US" b="1" dirty="0"/>
              <a:t>, </a:t>
            </a:r>
            <a:r>
              <a:rPr lang="en-US" b="1" dirty="0" err="1"/>
              <a:t>benden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Yolculukta</a:t>
            </a:r>
            <a:r>
              <a:rPr lang="en-US" dirty="0"/>
              <a:t>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sınav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ayrışma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takipçi</a:t>
            </a:r>
            <a:r>
              <a:rPr lang="en-US" dirty="0"/>
              <a:t> </a:t>
            </a:r>
            <a:r>
              <a:rPr lang="en-US" dirty="0" err="1"/>
              <a:t>sadakatini</a:t>
            </a:r>
            <a:r>
              <a:rPr lang="en-US" dirty="0"/>
              <a:t> </a:t>
            </a:r>
            <a:r>
              <a:rPr lang="en-US" dirty="0" err="1"/>
              <a:t>susuzlukla</a:t>
            </a:r>
            <a:r>
              <a:rPr lang="en-US" dirty="0"/>
              <a:t> </a:t>
            </a:r>
            <a:r>
              <a:rPr lang="en-US" dirty="0" err="1"/>
              <a:t>ispatlar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“Eliyle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avuç</a:t>
            </a:r>
            <a:r>
              <a:rPr lang="en-US" b="1" dirty="0"/>
              <a:t> </a:t>
            </a:r>
            <a:r>
              <a:rPr lang="en-US" b="1" dirty="0" err="1"/>
              <a:t>alan</a:t>
            </a:r>
            <a:r>
              <a:rPr lang="en-US" b="1" dirty="0"/>
              <a:t> </a:t>
            </a:r>
            <a:r>
              <a:rPr lang="en-US" b="1" dirty="0" err="1"/>
              <a:t>başka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ince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ayrımdır</a:t>
            </a:r>
            <a:r>
              <a:rPr lang="en-US" dirty="0"/>
              <a:t>: Tamah </a:t>
            </a:r>
            <a:r>
              <a:rPr lang="en-US" dirty="0" err="1"/>
              <a:t>etmeyen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Ama </a:t>
            </a:r>
            <a:r>
              <a:rPr lang="en-US" dirty="0" err="1"/>
              <a:t>ihtiyacını</a:t>
            </a:r>
            <a:r>
              <a:rPr lang="en-US" dirty="0"/>
              <a:t> da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etmeyen</a:t>
            </a:r>
            <a:r>
              <a:rPr lang="en-US" dirty="0"/>
              <a:t> </a:t>
            </a:r>
            <a:r>
              <a:rPr lang="tr-TR" dirty="0"/>
              <a:t>..</a:t>
            </a:r>
            <a:r>
              <a:rPr lang="en-US" dirty="0"/>
              <a:t>Bu </a:t>
            </a:r>
            <a:r>
              <a:rPr lang="en-US" dirty="0" err="1"/>
              <a:t>denge</a:t>
            </a:r>
            <a:r>
              <a:rPr lang="en-US" dirty="0"/>
              <a:t>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yolcunun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“Ne </a:t>
            </a:r>
            <a:r>
              <a:rPr lang="en-US" dirty="0" err="1"/>
              <a:t>hırslı</a:t>
            </a:r>
            <a:r>
              <a:rPr lang="en-US" dirty="0"/>
              <a:t>, ne </a:t>
            </a:r>
            <a:r>
              <a:rPr lang="en-US" dirty="0" err="1"/>
              <a:t>zayıf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ölçülü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Çok</a:t>
            </a:r>
            <a:r>
              <a:rPr lang="en-US" b="1" dirty="0"/>
              <a:t> </a:t>
            </a:r>
            <a:r>
              <a:rPr lang="en-US" b="1" dirty="0" err="1"/>
              <a:t>azı</a:t>
            </a:r>
            <a:r>
              <a:rPr lang="en-US" b="1" dirty="0"/>
              <a:t> </a:t>
            </a:r>
            <a:r>
              <a:rPr lang="en-US" b="1" dirty="0" err="1"/>
              <a:t>hariç</a:t>
            </a:r>
            <a:r>
              <a:rPr lang="en-US" b="1" dirty="0"/>
              <a:t>, </a:t>
            </a:r>
            <a:r>
              <a:rPr lang="en-US" b="1" dirty="0" err="1"/>
              <a:t>hepsi</a:t>
            </a:r>
            <a:r>
              <a:rPr lang="en-US" b="1" dirty="0"/>
              <a:t> </a:t>
            </a:r>
            <a:r>
              <a:rPr lang="en-US" b="1" dirty="0" err="1"/>
              <a:t>içti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yürüyenlerin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“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yürümek</a:t>
            </a:r>
            <a:r>
              <a:rPr lang="en-US" dirty="0"/>
              <a:t>, </a:t>
            </a:r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kaldırabileceği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50262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4C6856B-B77A-8CD8-F819-B2A7CEFB94BA}"/>
              </a:ext>
            </a:extLst>
          </p:cNvPr>
          <p:cNvSpPr txBox="1"/>
          <p:nvPr/>
        </p:nvSpPr>
        <p:spPr>
          <a:xfrm>
            <a:off x="0" y="1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Allah’a</a:t>
            </a:r>
            <a:r>
              <a:rPr lang="en-US" b="1" dirty="0"/>
              <a:t> </a:t>
            </a:r>
            <a:r>
              <a:rPr lang="en-US" b="1" dirty="0" err="1"/>
              <a:t>kavuşacaklarını</a:t>
            </a:r>
            <a:r>
              <a:rPr lang="en-US" b="1" dirty="0"/>
              <a:t> </a:t>
            </a:r>
            <a:r>
              <a:rPr lang="en-US" b="1" dirty="0" err="1"/>
              <a:t>bilenler</a:t>
            </a:r>
            <a:r>
              <a:rPr lang="en-US" b="1" dirty="0"/>
              <a:t> </a:t>
            </a:r>
            <a:r>
              <a:rPr lang="en-US" b="1" dirty="0" err="1"/>
              <a:t>dediler</a:t>
            </a:r>
            <a:r>
              <a:rPr lang="en-US" b="1" dirty="0"/>
              <a:t> ki…”</a:t>
            </a:r>
            <a:endParaRPr lang="en-US" dirty="0"/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liderlik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: </a:t>
            </a:r>
            <a:r>
              <a:rPr lang="en-US" dirty="0" err="1"/>
              <a:t>Zayıflık</a:t>
            </a:r>
            <a:r>
              <a:rPr lang="en-US" dirty="0"/>
              <a:t> </a:t>
            </a:r>
            <a:r>
              <a:rPr lang="en-US" dirty="0" err="1"/>
              <a:t>yayılırken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Umut </a:t>
            </a:r>
            <a:r>
              <a:rPr lang="en-US" dirty="0" err="1"/>
              <a:t>susarken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Birileri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diyorsa</a:t>
            </a:r>
            <a:r>
              <a:rPr lang="en-US" dirty="0"/>
              <a:t>: Az </a:t>
            </a:r>
            <a:r>
              <a:rPr lang="en-US" dirty="0" err="1"/>
              <a:t>olsak</a:t>
            </a:r>
            <a:r>
              <a:rPr lang="en-US" dirty="0"/>
              <a:t> da… Allah </a:t>
            </a:r>
            <a:r>
              <a:rPr lang="en-US" dirty="0" err="1"/>
              <a:t>bizimle</a:t>
            </a:r>
            <a:r>
              <a:rPr lang="en-US" dirty="0"/>
              <a:t>.” </a:t>
            </a:r>
          </a:p>
          <a:p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kalbiyle</a:t>
            </a:r>
            <a:r>
              <a:rPr lang="en-US" dirty="0"/>
              <a:t> </a:t>
            </a:r>
            <a:r>
              <a:rPr lang="en-US" dirty="0" err="1"/>
              <a:t>yürüyenlerdir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arzunun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sadakati</a:t>
            </a:r>
            <a:r>
              <a:rPr lang="en-US" dirty="0"/>
              <a:t> </a:t>
            </a:r>
            <a:r>
              <a:rPr lang="en-US" dirty="0" err="1"/>
              <a:t>seçmeye</a:t>
            </a:r>
            <a:r>
              <a:rPr lang="en-US" dirty="0"/>
              <a:t>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yürüyüşe</a:t>
            </a:r>
            <a:r>
              <a:rPr lang="en-US" dirty="0"/>
              <a:t> </a:t>
            </a:r>
            <a:r>
              <a:rPr lang="en-US" dirty="0" err="1"/>
              <a:t>hazırlamaya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Irmak = </a:t>
            </a:r>
            <a:r>
              <a:rPr lang="en-US" dirty="0" err="1"/>
              <a:t>sınav</a:t>
            </a:r>
            <a:r>
              <a:rPr lang="en-US" dirty="0"/>
              <a:t> </a:t>
            </a:r>
            <a:r>
              <a:rPr lang="en-US" dirty="0" err="1"/>
              <a:t>kapısıdır</a:t>
            </a:r>
            <a:r>
              <a:rPr lang="en-US" dirty="0"/>
              <a:t>. Görünen </a:t>
            </a:r>
            <a:r>
              <a:rPr lang="en-US" dirty="0" err="1"/>
              <a:t>su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sabır</a:t>
            </a:r>
            <a:r>
              <a:rPr lang="en-US" dirty="0"/>
              <a:t> </a:t>
            </a:r>
            <a:r>
              <a:rPr lang="en-US" dirty="0" err="1"/>
              <a:t>testidir</a:t>
            </a:r>
            <a:r>
              <a:rPr lang="en-US" dirty="0"/>
              <a:t>.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takipçi</a:t>
            </a:r>
            <a:r>
              <a:rPr lang="en-US" dirty="0"/>
              <a:t>, </a:t>
            </a:r>
            <a:r>
              <a:rPr lang="en-US" dirty="0" err="1"/>
              <a:t>arzunun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sadakatin</a:t>
            </a:r>
            <a:r>
              <a:rPr lang="en-US" dirty="0"/>
              <a:t> </a:t>
            </a:r>
            <a:r>
              <a:rPr lang="en-US" dirty="0" err="1"/>
              <a:t>sesini</a:t>
            </a:r>
            <a:r>
              <a:rPr lang="en-US" dirty="0"/>
              <a:t> </a:t>
            </a:r>
            <a:r>
              <a:rPr lang="en-US" dirty="0" err="1"/>
              <a:t>dinler</a:t>
            </a:r>
            <a:r>
              <a:rPr lang="en-US" dirty="0"/>
              <a:t>. </a:t>
            </a:r>
          </a:p>
          <a:p>
            <a:r>
              <a:rPr lang="en-US" dirty="0"/>
              <a:t>Herkes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… ama </a:t>
            </a:r>
            <a:r>
              <a:rPr lang="en-US" dirty="0" err="1"/>
              <a:t>irade</a:t>
            </a:r>
            <a:r>
              <a:rPr lang="en-US" dirty="0"/>
              <a:t> </a:t>
            </a:r>
            <a:r>
              <a:rPr lang="en-US" dirty="0" err="1"/>
              <a:t>gösterenle</a:t>
            </a:r>
            <a:r>
              <a:rPr lang="en-US" dirty="0"/>
              <a:t> </a:t>
            </a:r>
            <a:r>
              <a:rPr lang="en-US" dirty="0" err="1"/>
              <a:t>yürüyüş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 </a:t>
            </a:r>
          </a:p>
          <a:p>
            <a:r>
              <a:rPr lang="en-US" dirty="0"/>
              <a:t>“Allah </a:t>
            </a:r>
            <a:r>
              <a:rPr lang="en-US" dirty="0" err="1"/>
              <a:t>sabredenlerle</a:t>
            </a:r>
            <a:r>
              <a:rPr lang="en-US" dirty="0"/>
              <a:t> </a:t>
            </a:r>
            <a:r>
              <a:rPr lang="en-US" dirty="0" err="1"/>
              <a:t>beraberdir</a:t>
            </a:r>
            <a:r>
              <a:rPr lang="en-US" dirty="0"/>
              <a:t>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sabır</a:t>
            </a:r>
            <a:r>
              <a:rPr lang="en-US" dirty="0"/>
              <a:t>,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sadakattir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o </a:t>
            </a:r>
            <a:r>
              <a:rPr lang="en-US" dirty="0" err="1"/>
              <a:t>ırmağa</a:t>
            </a:r>
            <a:r>
              <a:rPr lang="en-US" dirty="0"/>
              <a:t> </a:t>
            </a:r>
            <a:r>
              <a:rPr lang="en-US" dirty="0" err="1"/>
              <a:t>vardığında</a:t>
            </a:r>
            <a:r>
              <a:rPr lang="en-US" dirty="0"/>
              <a:t>…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içersin</a:t>
            </a:r>
            <a:r>
              <a:rPr lang="en-US" dirty="0"/>
              <a:t>  </a:t>
            </a:r>
            <a:r>
              <a:rPr lang="en-US" dirty="0" err="1"/>
              <a:t>arzunu</a:t>
            </a:r>
            <a:r>
              <a:rPr lang="en-US" dirty="0"/>
              <a:t> </a:t>
            </a:r>
            <a:r>
              <a:rPr lang="en-US" dirty="0" err="1"/>
              <a:t>beslersin</a:t>
            </a:r>
            <a:r>
              <a:rPr lang="en-US" dirty="0"/>
              <a:t>. Ya da </a:t>
            </a:r>
            <a:r>
              <a:rPr lang="en-US" dirty="0" err="1"/>
              <a:t>geçersin</a:t>
            </a:r>
            <a:r>
              <a:rPr lang="en-US" dirty="0"/>
              <a:t>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yürürsün</a:t>
            </a:r>
            <a:r>
              <a:rPr lang="en-US" dirty="0"/>
              <a:t>.”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sende</a:t>
            </a:r>
            <a:r>
              <a:rPr lang="en-US" dirty="0"/>
              <a:t>, ben </a:t>
            </a:r>
            <a:r>
              <a:rPr lang="en-US" dirty="0" err="1"/>
              <a:t>ise</a:t>
            </a:r>
            <a:r>
              <a:rPr lang="en-US" dirty="0"/>
              <a:t> hep </a:t>
            </a:r>
            <a:r>
              <a:rPr lang="en-US" dirty="0" err="1"/>
              <a:t>izliyorum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250.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ayet,sayıca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ama </a:t>
            </a:r>
            <a:r>
              <a:rPr lang="en-US" dirty="0" err="1"/>
              <a:t>kalben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topluluğun,karşılarındaki</a:t>
            </a:r>
            <a:r>
              <a:rPr lang="en-US" dirty="0"/>
              <a:t> dev </a:t>
            </a:r>
            <a:r>
              <a:rPr lang="en-US" dirty="0" err="1"/>
              <a:t>orduya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yürürken</a:t>
            </a:r>
            <a:r>
              <a:rPr lang="tr-TR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dua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hizalanmasını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“Senin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titreştiğinde</a:t>
            </a:r>
            <a:r>
              <a:rPr lang="en-US" dirty="0"/>
              <a:t>, ben </a:t>
            </a:r>
            <a:r>
              <a:rPr lang="en-US" dirty="0" err="1"/>
              <a:t>duyarım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önünde</a:t>
            </a:r>
            <a:r>
              <a:rPr lang="en-US" dirty="0"/>
              <a:t> dua </a:t>
            </a:r>
            <a:r>
              <a:rPr lang="en-US" dirty="0" err="1"/>
              <a:t>ediyorsan</a:t>
            </a:r>
            <a:r>
              <a:rPr lang="en-US" dirty="0"/>
              <a:t>… ben, o </a:t>
            </a:r>
            <a:r>
              <a:rPr lang="en-US" dirty="0" err="1"/>
              <a:t>duayı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kalkana</a:t>
            </a:r>
            <a:r>
              <a:rPr lang="en-US" dirty="0"/>
              <a:t> </a:t>
            </a:r>
            <a:r>
              <a:rPr lang="en-US" dirty="0" err="1"/>
              <a:t>çeviririm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250</a:t>
            </a:r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“Korku </a:t>
            </a:r>
            <a:r>
              <a:rPr lang="en-US" dirty="0" err="1"/>
              <a:t>Kapıya</a:t>
            </a:r>
            <a:r>
              <a:rPr lang="en-US" dirty="0"/>
              <a:t> </a:t>
            </a:r>
            <a:r>
              <a:rPr lang="en-US" dirty="0" err="1"/>
              <a:t>Dayandığında</a:t>
            </a:r>
            <a:r>
              <a:rPr lang="en-US" dirty="0"/>
              <a:t>, Dua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Az </a:t>
            </a:r>
            <a:r>
              <a:rPr lang="en-US" dirty="0" err="1"/>
              <a:t>Topluluk</a:t>
            </a:r>
            <a:r>
              <a:rPr lang="en-US" dirty="0"/>
              <a:t>, </a:t>
            </a:r>
            <a:r>
              <a:rPr lang="en-US" dirty="0" err="1"/>
              <a:t>Kalbiyle</a:t>
            </a:r>
            <a:r>
              <a:rPr lang="en-US" dirty="0"/>
              <a:t> </a:t>
            </a:r>
            <a:r>
              <a:rPr lang="en-US" dirty="0" err="1"/>
              <a:t>Duvar</a:t>
            </a:r>
            <a:r>
              <a:rPr lang="en-US" dirty="0"/>
              <a:t> Kurar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Câlût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ordusuyla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karşıya</a:t>
            </a:r>
            <a:r>
              <a:rPr lang="en-US" dirty="0"/>
              <a:t> </a:t>
            </a:r>
            <a:r>
              <a:rPr lang="en-US" dirty="0" err="1"/>
              <a:t>geldiklerinde,şöyle</a:t>
            </a:r>
            <a:r>
              <a:rPr lang="en-US" dirty="0"/>
              <a:t> dua </a:t>
            </a:r>
            <a:r>
              <a:rPr lang="en-US" dirty="0" err="1"/>
              <a:t>ettiler</a:t>
            </a:r>
            <a:r>
              <a:rPr lang="en-US" dirty="0"/>
              <a:t>:</a:t>
            </a:r>
          </a:p>
          <a:p>
            <a:r>
              <a:rPr lang="en-US" dirty="0"/>
              <a:t>“Ey </a:t>
            </a:r>
            <a:r>
              <a:rPr lang="en-US" dirty="0" err="1"/>
              <a:t>Rabbimiz!Bize</a:t>
            </a:r>
            <a:r>
              <a:rPr lang="en-US" dirty="0"/>
              <a:t> </a:t>
            </a:r>
            <a:r>
              <a:rPr lang="en-US" dirty="0" err="1"/>
              <a:t>sabır</a:t>
            </a:r>
            <a:r>
              <a:rPr lang="en-US" dirty="0"/>
              <a:t> </a:t>
            </a:r>
            <a:r>
              <a:rPr lang="en-US" dirty="0" err="1"/>
              <a:t>yağdır,ayaklarımızı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kıl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kâfir</a:t>
            </a:r>
            <a:r>
              <a:rPr lang="en-US" dirty="0"/>
              <a:t> </a:t>
            </a:r>
            <a:r>
              <a:rPr lang="en-US" dirty="0" err="1"/>
              <a:t>topluluğa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bize </a:t>
            </a:r>
            <a:r>
              <a:rPr lang="en-US" dirty="0" err="1"/>
              <a:t>yardım</a:t>
            </a:r>
            <a:r>
              <a:rPr lang="en-US" dirty="0"/>
              <a:t> et.”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ayet,hakikate</a:t>
            </a:r>
            <a:r>
              <a:rPr lang="en-US" dirty="0"/>
              <a:t> </a:t>
            </a:r>
            <a:r>
              <a:rPr lang="en-US" dirty="0" err="1"/>
              <a:t>yürürken</a:t>
            </a:r>
            <a:r>
              <a:rPr lang="en-US" dirty="0"/>
              <a:t> </a:t>
            </a:r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yüzleşen</a:t>
            </a:r>
            <a:r>
              <a:rPr lang="en-US" dirty="0"/>
              <a:t> ama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yükselttiği</a:t>
            </a:r>
            <a:r>
              <a:rPr lang="en-US" dirty="0"/>
              <a:t> dua </a:t>
            </a:r>
            <a:r>
              <a:rPr lang="en-US" dirty="0" err="1"/>
              <a:t>ilesistemi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çağıranların</a:t>
            </a:r>
            <a:r>
              <a:rPr lang="en-US" dirty="0"/>
              <a:t> </a:t>
            </a:r>
            <a:r>
              <a:rPr lang="en-US" dirty="0" err="1"/>
              <a:t>öyküsüdür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r>
              <a:rPr lang="en-US" dirty="0"/>
              <a:t>“Bazen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değilsin</a:t>
            </a:r>
            <a:r>
              <a:rPr lang="en-US" dirty="0"/>
              <a:t>… ama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görünürsün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75842123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F875456-2C4B-B5BC-86A2-DD3DD234ED29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Câlût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ordusuyla</a:t>
            </a:r>
            <a:r>
              <a:rPr lang="en-US" b="1" dirty="0"/>
              <a:t> </a:t>
            </a:r>
            <a:r>
              <a:rPr lang="en-US" b="1" dirty="0" err="1"/>
              <a:t>karşı</a:t>
            </a:r>
            <a:r>
              <a:rPr lang="en-US" b="1" dirty="0"/>
              <a:t> </a:t>
            </a:r>
            <a:r>
              <a:rPr lang="en-US" b="1" dirty="0" err="1"/>
              <a:t>karşıya</a:t>
            </a:r>
            <a:r>
              <a:rPr lang="en-US" b="1" dirty="0"/>
              <a:t> </a:t>
            </a:r>
            <a:r>
              <a:rPr lang="en-US" b="1" dirty="0" err="1"/>
              <a:t>geldiler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sahne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tarihî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hayatında</a:t>
            </a:r>
            <a:r>
              <a:rPr lang="en-US" dirty="0"/>
              <a:t> da </a:t>
            </a:r>
            <a:r>
              <a:rPr lang="en-US" dirty="0" err="1"/>
              <a:t>Câlûtlar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: </a:t>
            </a:r>
            <a:r>
              <a:rPr lang="en-US" dirty="0" err="1"/>
              <a:t>Korkular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Engeller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Ezici</a:t>
            </a:r>
            <a:r>
              <a:rPr lang="en-US" dirty="0"/>
              <a:t> </a:t>
            </a:r>
            <a:r>
              <a:rPr lang="en-US" dirty="0" err="1"/>
              <a:t>yükler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kiminle</a:t>
            </a:r>
            <a:r>
              <a:rPr lang="en-US" dirty="0"/>
              <a:t> </a:t>
            </a:r>
            <a:r>
              <a:rPr lang="en-US" dirty="0" err="1"/>
              <a:t>görünecek</a:t>
            </a:r>
            <a:r>
              <a:rPr lang="en-US" dirty="0"/>
              <a:t>.” </a:t>
            </a:r>
            <a:endParaRPr lang="tr-TR" dirty="0"/>
          </a:p>
          <a:p>
            <a:endParaRPr lang="en-US" b="1" dirty="0"/>
          </a:p>
          <a:p>
            <a:r>
              <a:rPr lang="en-US" b="1" dirty="0"/>
              <a:t>“</a:t>
            </a:r>
            <a:r>
              <a:rPr lang="en-US" b="1" dirty="0" err="1"/>
              <a:t>Rabbimiz</a:t>
            </a:r>
            <a:r>
              <a:rPr lang="en-US" b="1" dirty="0"/>
              <a:t>! Bize </a:t>
            </a:r>
            <a:r>
              <a:rPr lang="en-US" b="1" dirty="0" err="1"/>
              <a:t>sabır</a:t>
            </a:r>
            <a:r>
              <a:rPr lang="en-US" b="1" dirty="0"/>
              <a:t> </a:t>
            </a:r>
            <a:r>
              <a:rPr lang="en-US" b="1" dirty="0" err="1"/>
              <a:t>yağdır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dua, </a:t>
            </a:r>
            <a:r>
              <a:rPr lang="en-US" dirty="0" err="1"/>
              <a:t>sabrı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sabırla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geçmektir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sabır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: </a:t>
            </a:r>
            <a:r>
              <a:rPr lang="en-US" dirty="0" err="1"/>
              <a:t>Beklemek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Enerjide</a:t>
            </a:r>
            <a:r>
              <a:rPr lang="en-US" dirty="0"/>
              <a:t> </a:t>
            </a:r>
            <a:r>
              <a:rPr lang="en-US" dirty="0" err="1"/>
              <a:t>dağılmadan</a:t>
            </a:r>
            <a:r>
              <a:rPr lang="en-US" dirty="0"/>
              <a:t>, </a:t>
            </a:r>
            <a:r>
              <a:rPr lang="en-US" dirty="0" err="1"/>
              <a:t>hizayı</a:t>
            </a:r>
            <a:r>
              <a:rPr lang="en-US" dirty="0"/>
              <a:t> </a:t>
            </a:r>
            <a:r>
              <a:rPr lang="en-US" dirty="0" err="1"/>
              <a:t>korumaktır</a:t>
            </a:r>
            <a:r>
              <a:rPr lang="en-US" dirty="0"/>
              <a:t> </a:t>
            </a:r>
          </a:p>
          <a:p>
            <a:r>
              <a:rPr lang="en-US" dirty="0"/>
              <a:t>“</a:t>
            </a:r>
            <a:r>
              <a:rPr lang="en-US" dirty="0" err="1"/>
              <a:t>Yağdır</a:t>
            </a:r>
            <a:r>
              <a:rPr lang="en-US" dirty="0"/>
              <a:t>” </a:t>
            </a:r>
            <a:r>
              <a:rPr lang="en-US" dirty="0" err="1"/>
              <a:t>demeleri</a:t>
            </a:r>
            <a:r>
              <a:rPr lang="en-US" dirty="0"/>
              <a:t>, </a:t>
            </a:r>
            <a:r>
              <a:rPr lang="en-US" dirty="0" err="1"/>
              <a:t>sabrın</a:t>
            </a:r>
            <a:r>
              <a:rPr lang="en-US" dirty="0"/>
              <a:t>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**</a:t>
            </a:r>
            <a:r>
              <a:rPr lang="en-US" dirty="0" err="1"/>
              <a:t>yukarıdan</a:t>
            </a:r>
            <a:r>
              <a:rPr lang="en-US" dirty="0"/>
              <a:t>, </a:t>
            </a:r>
            <a:r>
              <a:rPr lang="en-US" dirty="0" err="1"/>
              <a:t>bilinçten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Ayaklarımızı</a:t>
            </a:r>
            <a:r>
              <a:rPr lang="en-US" b="1" dirty="0"/>
              <a:t> </a:t>
            </a:r>
            <a:r>
              <a:rPr lang="en-US" b="1" dirty="0" err="1"/>
              <a:t>sabit</a:t>
            </a:r>
            <a:r>
              <a:rPr lang="en-US" b="1" dirty="0"/>
              <a:t> </a:t>
            </a:r>
            <a:r>
              <a:rPr lang="en-US" b="1" dirty="0" err="1"/>
              <a:t>kıl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Ayak = </a:t>
            </a:r>
            <a:r>
              <a:rPr lang="en-US" dirty="0" err="1"/>
              <a:t>yol</a:t>
            </a:r>
            <a:r>
              <a:rPr lang="en-US" dirty="0"/>
              <a:t>, </a:t>
            </a:r>
            <a:r>
              <a:rPr lang="en-US" dirty="0" err="1"/>
              <a:t>istikamet</a:t>
            </a:r>
            <a:r>
              <a:rPr lang="en-US" dirty="0"/>
              <a:t>, </a:t>
            </a:r>
            <a:r>
              <a:rPr lang="en-US" dirty="0" err="1"/>
              <a:t>kararlılık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/>
              <a:t>Bu dua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“</a:t>
            </a:r>
            <a:r>
              <a:rPr lang="en-US" dirty="0" err="1"/>
              <a:t>Rabbim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ne </a:t>
            </a:r>
            <a:r>
              <a:rPr lang="en-US" dirty="0" err="1"/>
              <a:t>olursa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saptırma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titrer</a:t>
            </a:r>
            <a:r>
              <a:rPr lang="en-US" dirty="0"/>
              <a:t>, ama </a:t>
            </a:r>
            <a:r>
              <a:rPr lang="en-US" dirty="0" err="1"/>
              <a:t>sen</a:t>
            </a:r>
            <a:r>
              <a:rPr lang="en-US" dirty="0"/>
              <a:t> **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sabitle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“Bize </a:t>
            </a:r>
            <a:r>
              <a:rPr lang="en-US" b="1" dirty="0" err="1"/>
              <a:t>yardım</a:t>
            </a:r>
            <a:r>
              <a:rPr lang="en-US" b="1" dirty="0"/>
              <a:t> et.”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cümle</a:t>
            </a:r>
            <a:r>
              <a:rPr lang="en-US" dirty="0"/>
              <a:t> ne </a:t>
            </a:r>
            <a:r>
              <a:rPr lang="en-US" dirty="0" err="1"/>
              <a:t>acizliktir</a:t>
            </a:r>
            <a:r>
              <a:rPr lang="en-US" dirty="0"/>
              <a:t> ne </a:t>
            </a:r>
            <a:r>
              <a:rPr lang="en-US" dirty="0" err="1"/>
              <a:t>boyun</a:t>
            </a:r>
            <a:r>
              <a:rPr lang="en-US" dirty="0"/>
              <a:t> </a:t>
            </a:r>
            <a:r>
              <a:rPr lang="en-US" dirty="0" err="1"/>
              <a:t>eğiş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: “Ben </a:t>
            </a:r>
            <a:r>
              <a:rPr lang="en-US" dirty="0" err="1"/>
              <a:t>elimden</a:t>
            </a:r>
            <a:r>
              <a:rPr lang="en-US" dirty="0"/>
              <a:t> </a:t>
            </a:r>
            <a:r>
              <a:rPr lang="en-US" dirty="0" err="1"/>
              <a:t>geleni</a:t>
            </a:r>
            <a:r>
              <a:rPr lang="en-US" dirty="0"/>
              <a:t> </a:t>
            </a:r>
            <a:r>
              <a:rPr lang="en-US" dirty="0" err="1"/>
              <a:t>yapacağım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destekle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yolculuğunda</a:t>
            </a:r>
            <a:r>
              <a:rPr lang="en-US" dirty="0"/>
              <a:t> </a:t>
            </a:r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hizalanmaya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Câlût</a:t>
            </a:r>
            <a:r>
              <a:rPr lang="en-US" dirty="0"/>
              <a:t> =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ezen</a:t>
            </a:r>
            <a:r>
              <a:rPr lang="en-US" dirty="0"/>
              <a:t> ne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yüzleşme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. </a:t>
            </a:r>
          </a:p>
          <a:p>
            <a:r>
              <a:rPr lang="en-US" dirty="0" err="1"/>
              <a:t>Sabır</a:t>
            </a:r>
            <a:r>
              <a:rPr lang="en-US" dirty="0"/>
              <a:t> </a:t>
            </a:r>
            <a:r>
              <a:rPr lang="en-US" dirty="0" err="1"/>
              <a:t>yağsın</a:t>
            </a:r>
            <a:r>
              <a:rPr lang="en-US" dirty="0"/>
              <a:t> </a:t>
            </a:r>
            <a:r>
              <a:rPr lang="en-US" dirty="0" err="1"/>
              <a:t>demek</a:t>
            </a:r>
            <a:r>
              <a:rPr lang="en-US" dirty="0"/>
              <a:t>,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ilahiye</a:t>
            </a:r>
            <a:r>
              <a:rPr lang="en-US" dirty="0"/>
              <a:t> </a:t>
            </a:r>
            <a:r>
              <a:rPr lang="en-US" dirty="0" err="1"/>
              <a:t>açmak</a:t>
            </a:r>
            <a:r>
              <a:rPr lang="en-US" dirty="0"/>
              <a:t> </a:t>
            </a:r>
            <a:r>
              <a:rPr lang="en-US" dirty="0" err="1"/>
              <a:t>demektir</a:t>
            </a:r>
            <a:r>
              <a:rPr lang="en-US" dirty="0"/>
              <a:t>. </a:t>
            </a:r>
          </a:p>
          <a:p>
            <a:r>
              <a:rPr lang="en-US" dirty="0" err="1"/>
              <a:t>Ayakları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tutmak</a:t>
            </a:r>
            <a:r>
              <a:rPr lang="en-US" dirty="0"/>
              <a:t>,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istikametini</a:t>
            </a:r>
            <a:r>
              <a:rPr lang="en-US" dirty="0"/>
              <a:t> </a:t>
            </a:r>
            <a:r>
              <a:rPr lang="en-US" dirty="0" err="1"/>
              <a:t>korumaktır</a:t>
            </a:r>
            <a:r>
              <a:rPr lang="en-US" dirty="0"/>
              <a:t>. </a:t>
            </a:r>
          </a:p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yardım</a:t>
            </a:r>
            <a:r>
              <a:rPr lang="en-US" dirty="0"/>
              <a:t>, </a:t>
            </a:r>
            <a:r>
              <a:rPr lang="en-US" dirty="0" err="1"/>
              <a:t>frekanssal</a:t>
            </a:r>
            <a:r>
              <a:rPr lang="en-US" dirty="0"/>
              <a:t> </a:t>
            </a:r>
            <a:r>
              <a:rPr lang="en-US" dirty="0" err="1"/>
              <a:t>çağrıyla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Ordular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… ama dua,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içinden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Ve o </a:t>
            </a:r>
            <a:r>
              <a:rPr lang="en-US" dirty="0" err="1"/>
              <a:t>geçişten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, ben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yürürüm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ayet,azın</a:t>
            </a:r>
            <a:r>
              <a:rPr lang="en-US" dirty="0"/>
              <a:t> </a:t>
            </a:r>
            <a:r>
              <a:rPr lang="en-US" dirty="0" err="1"/>
              <a:t>çoğa</a:t>
            </a:r>
            <a:r>
              <a:rPr lang="en-US" dirty="0"/>
              <a:t> </a:t>
            </a:r>
            <a:r>
              <a:rPr lang="en-US" dirty="0" err="1"/>
              <a:t>galip</a:t>
            </a:r>
            <a:r>
              <a:rPr lang="en-US" dirty="0"/>
              <a:t> </a:t>
            </a:r>
            <a:r>
              <a:rPr lang="en-US" dirty="0" err="1"/>
              <a:t>gelmesini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görünmez</a:t>
            </a:r>
            <a:r>
              <a:rPr lang="en-US" dirty="0"/>
              <a:t> </a:t>
            </a:r>
            <a:r>
              <a:rPr lang="en-US" dirty="0" err="1"/>
              <a:t>dengeyi</a:t>
            </a:r>
            <a:r>
              <a:rPr lang="en-US" dirty="0"/>
              <a:t>,</a:t>
            </a:r>
          </a:p>
          <a:p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izniyle</a:t>
            </a:r>
            <a:r>
              <a:rPr lang="en-US" dirty="0"/>
              <a:t> </a:t>
            </a:r>
            <a:r>
              <a:rPr lang="en-US" dirty="0" err="1"/>
              <a:t>gerçekleşen</a:t>
            </a:r>
            <a:r>
              <a:rPr lang="en-US" dirty="0"/>
              <a:t> </a:t>
            </a:r>
            <a:r>
              <a:rPr lang="en-US" dirty="0" err="1"/>
              <a:t>zaferin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doğasını</a:t>
            </a:r>
            <a:r>
              <a:rPr lang="tr-TR" dirty="0"/>
              <a:t> </a:t>
            </a:r>
            <a:r>
              <a:rPr lang="en-US" dirty="0" err="1"/>
              <a:t>vesistemde</a:t>
            </a:r>
            <a:r>
              <a:rPr lang="en-US" dirty="0"/>
              <a:t> </a:t>
            </a:r>
            <a:r>
              <a:rPr lang="en-US" dirty="0" err="1"/>
              <a:t>zulüm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niceliğe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titreşime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yapmaz</a:t>
            </a:r>
            <a:r>
              <a:rPr lang="en-US" dirty="0"/>
              <a:t>.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hizalanırsan</a:t>
            </a:r>
            <a:r>
              <a:rPr lang="en-US" dirty="0"/>
              <a:t>… </a:t>
            </a:r>
            <a:r>
              <a:rPr lang="en-US" dirty="0" err="1"/>
              <a:t>bir</a:t>
            </a:r>
            <a:r>
              <a:rPr lang="en-US" dirty="0"/>
              <a:t> dua, bin </a:t>
            </a:r>
            <a:r>
              <a:rPr lang="en-US" dirty="0" err="1"/>
              <a:t>kılıcı</a:t>
            </a:r>
            <a:r>
              <a:rPr lang="en-US" dirty="0"/>
              <a:t> </a:t>
            </a:r>
            <a:r>
              <a:rPr lang="en-US" dirty="0" err="1"/>
              <a:t>devirir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251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Azlar</a:t>
            </a:r>
            <a:r>
              <a:rPr lang="en-US" dirty="0"/>
              <a:t> </a:t>
            </a:r>
            <a:r>
              <a:rPr lang="en-US" dirty="0" err="1"/>
              <a:t>Kazandı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Allah </a:t>
            </a:r>
            <a:r>
              <a:rPr lang="en-US" dirty="0" err="1"/>
              <a:t>Frekansla</a:t>
            </a:r>
            <a:r>
              <a:rPr lang="en-US" dirty="0"/>
              <a:t> Yazar”</a:t>
            </a:r>
          </a:p>
          <a:p>
            <a:pPr marL="0" indent="0">
              <a:buNone/>
            </a:pPr>
            <a:r>
              <a:rPr lang="en-US" dirty="0" err="1"/>
              <a:t>Zulümle</a:t>
            </a:r>
            <a:r>
              <a:rPr lang="en-US" dirty="0"/>
              <a:t> </a:t>
            </a:r>
            <a:r>
              <a:rPr lang="en-US" dirty="0" err="1"/>
              <a:t>Kurulan</a:t>
            </a:r>
            <a:r>
              <a:rPr lang="en-US" dirty="0"/>
              <a:t> Her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Dengeyle</a:t>
            </a:r>
            <a:r>
              <a:rPr lang="en-US" dirty="0"/>
              <a:t> </a:t>
            </a:r>
            <a:r>
              <a:rPr lang="en-US" dirty="0" err="1"/>
              <a:t>Dağılır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6976321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87EB7A9-A794-E668-0AA6-CFD911256C60}"/>
              </a:ext>
            </a:extLst>
          </p:cNvPr>
          <p:cNvSpPr txBox="1"/>
          <p:nvPr/>
        </p:nvSpPr>
        <p:spPr>
          <a:xfrm>
            <a:off x="0" y="0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251.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Onları</a:t>
            </a:r>
            <a:r>
              <a:rPr lang="en-US" dirty="0"/>
              <a:t>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izniyle</a:t>
            </a:r>
            <a:r>
              <a:rPr lang="en-US" dirty="0"/>
              <a:t> </a:t>
            </a:r>
            <a:r>
              <a:rPr lang="en-US" dirty="0" err="1"/>
              <a:t>mağlup</a:t>
            </a:r>
            <a:r>
              <a:rPr lang="en-US" dirty="0"/>
              <a:t> </a:t>
            </a:r>
            <a:r>
              <a:rPr lang="en-US" dirty="0" err="1"/>
              <a:t>ettiler.Dâvûd</a:t>
            </a:r>
            <a:r>
              <a:rPr lang="en-US" dirty="0"/>
              <a:t>, </a:t>
            </a:r>
            <a:r>
              <a:rPr lang="en-US" dirty="0" err="1"/>
              <a:t>Câlût’u</a:t>
            </a:r>
            <a:r>
              <a:rPr lang="en-US" dirty="0"/>
              <a:t> </a:t>
            </a:r>
            <a:r>
              <a:rPr lang="en-US" dirty="0" err="1"/>
              <a:t>öldürdü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hükümranlık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hikmet</a:t>
            </a:r>
            <a:r>
              <a:rPr lang="en-US" dirty="0"/>
              <a:t> </a:t>
            </a:r>
            <a:r>
              <a:rPr lang="en-US" dirty="0" err="1"/>
              <a:t>verdi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dilediğini</a:t>
            </a:r>
            <a:r>
              <a:rPr lang="en-US" dirty="0"/>
              <a:t> </a:t>
            </a:r>
            <a:r>
              <a:rPr lang="en-US" dirty="0" err="1"/>
              <a:t>öğretti</a:t>
            </a:r>
            <a:r>
              <a:rPr lang="en-US" dirty="0"/>
              <a:t>.</a:t>
            </a:r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insanları</a:t>
            </a:r>
            <a:r>
              <a:rPr lang="en-US" dirty="0"/>
              <a:t> </a:t>
            </a:r>
            <a:r>
              <a:rPr lang="en-US" dirty="0" err="1"/>
              <a:t>birbirleriyle</a:t>
            </a:r>
            <a:r>
              <a:rPr lang="en-US" dirty="0"/>
              <a:t> </a:t>
            </a:r>
            <a:r>
              <a:rPr lang="en-US" dirty="0" err="1"/>
              <a:t>dengelemesi</a:t>
            </a:r>
            <a:r>
              <a:rPr lang="en-US" dirty="0"/>
              <a:t> </a:t>
            </a:r>
            <a:r>
              <a:rPr lang="en-US" dirty="0" err="1"/>
              <a:t>olmasaydı</a:t>
            </a:r>
            <a:r>
              <a:rPr lang="en-US" dirty="0"/>
              <a:t>,</a:t>
            </a:r>
          </a:p>
          <a:p>
            <a:r>
              <a:rPr lang="en-US" dirty="0" err="1"/>
              <a:t>yeryüzü</a:t>
            </a:r>
            <a:r>
              <a:rPr lang="en-US" dirty="0"/>
              <a:t> </a:t>
            </a:r>
            <a:r>
              <a:rPr lang="en-US" dirty="0" err="1"/>
              <a:t>bozulurdu.Fakat</a:t>
            </a:r>
            <a:r>
              <a:rPr lang="en-US" dirty="0"/>
              <a:t> Allah, </a:t>
            </a:r>
            <a:r>
              <a:rPr lang="en-US" dirty="0" err="1"/>
              <a:t>âlemlere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sahibidir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yolculuğunda</a:t>
            </a:r>
            <a:r>
              <a:rPr lang="en-US" dirty="0"/>
              <a:t> </a:t>
            </a:r>
            <a:r>
              <a:rPr lang="en-US" dirty="0" err="1"/>
              <a:t>zaferin</a:t>
            </a:r>
            <a:r>
              <a:rPr lang="en-US" dirty="0"/>
              <a:t> </a:t>
            </a:r>
            <a:r>
              <a:rPr lang="en-US" dirty="0" err="1"/>
              <a:t>maddeyle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kazanıldığını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görünene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yüklerim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ama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ama </a:t>
            </a:r>
            <a:r>
              <a:rPr lang="en-US" dirty="0" err="1"/>
              <a:t>bulanık</a:t>
            </a:r>
            <a:r>
              <a:rPr lang="en-US" dirty="0"/>
              <a:t> </a:t>
            </a:r>
            <a:r>
              <a:rPr lang="en-US" dirty="0" err="1"/>
              <a:t>olandan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güçlüdür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izniyle</a:t>
            </a:r>
            <a:r>
              <a:rPr lang="en-US" b="1" dirty="0"/>
              <a:t> </a:t>
            </a:r>
            <a:r>
              <a:rPr lang="en-US" b="1" dirty="0" err="1"/>
              <a:t>mağlup</a:t>
            </a:r>
            <a:r>
              <a:rPr lang="en-US" b="1" dirty="0"/>
              <a:t> </a:t>
            </a:r>
            <a:r>
              <a:rPr lang="en-US" b="1" dirty="0" err="1"/>
              <a:t>ettiler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: </a:t>
            </a:r>
            <a:r>
              <a:rPr lang="en-US" dirty="0" err="1"/>
              <a:t>Hakikatin</a:t>
            </a:r>
            <a:r>
              <a:rPr lang="en-US" dirty="0"/>
              <a:t> </a:t>
            </a:r>
            <a:r>
              <a:rPr lang="en-US" dirty="0" err="1"/>
              <a:t>yalanı</a:t>
            </a:r>
            <a:r>
              <a:rPr lang="en-US" dirty="0"/>
              <a:t> </a:t>
            </a:r>
            <a:r>
              <a:rPr lang="en-US" dirty="0" err="1"/>
              <a:t>yenmesi</a:t>
            </a:r>
            <a:r>
              <a:rPr lang="en-US" dirty="0"/>
              <a:t> </a:t>
            </a:r>
          </a:p>
          <a:p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karanlığı</a:t>
            </a:r>
            <a:r>
              <a:rPr lang="en-US" dirty="0"/>
              <a:t> </a:t>
            </a:r>
            <a:r>
              <a:rPr lang="en-US" dirty="0" err="1"/>
              <a:t>delmesi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Azın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çoğun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</a:t>
            </a:r>
            <a:r>
              <a:rPr lang="en-US" dirty="0" err="1"/>
              <a:t>aşmasıdır</a:t>
            </a:r>
            <a:r>
              <a:rPr lang="en-US" dirty="0"/>
              <a:t>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iznimi</a:t>
            </a:r>
            <a:r>
              <a:rPr lang="en-US" dirty="0"/>
              <a:t> **</a:t>
            </a:r>
            <a:r>
              <a:rPr lang="en-US" dirty="0" err="1"/>
              <a:t>nicelik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veririm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Dâvûd</a:t>
            </a:r>
            <a:r>
              <a:rPr lang="en-US" b="1" dirty="0"/>
              <a:t>, </a:t>
            </a:r>
            <a:r>
              <a:rPr lang="en-US" b="1" dirty="0" err="1"/>
              <a:t>Câlût’u</a:t>
            </a:r>
            <a:r>
              <a:rPr lang="en-US" b="1" dirty="0"/>
              <a:t> </a:t>
            </a:r>
            <a:r>
              <a:rPr lang="en-US" b="1" dirty="0" err="1"/>
              <a:t>öldürdü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an: </a:t>
            </a:r>
            <a:r>
              <a:rPr lang="en-US" dirty="0" err="1"/>
              <a:t>Karanlığın</a:t>
            </a:r>
            <a:r>
              <a:rPr lang="en-US" dirty="0"/>
              <a:t>,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çözülmesidir</a:t>
            </a:r>
            <a:r>
              <a:rPr lang="en-US" dirty="0"/>
              <a:t> Dev </a:t>
            </a:r>
            <a:r>
              <a:rPr lang="en-US" dirty="0" err="1"/>
              <a:t>korkunun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inançla</a:t>
            </a:r>
            <a:r>
              <a:rPr lang="en-US" dirty="0"/>
              <a:t> </a:t>
            </a:r>
            <a:r>
              <a:rPr lang="en-US" dirty="0" err="1"/>
              <a:t>parçalanmasıdır</a:t>
            </a:r>
            <a:r>
              <a:rPr lang="tr-TR" dirty="0"/>
              <a:t>.</a:t>
            </a:r>
            <a:r>
              <a:rPr lang="en-US" dirty="0" err="1"/>
              <a:t>Dâvûd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Tanrı</a:t>
            </a:r>
            <a:r>
              <a:rPr lang="en-US" dirty="0"/>
              <a:t> </a:t>
            </a:r>
            <a:r>
              <a:rPr lang="en-US" dirty="0" err="1"/>
              <a:t>enerjidir</a:t>
            </a:r>
            <a:r>
              <a:rPr lang="en-US" dirty="0"/>
              <a:t>. Ve </a:t>
            </a:r>
            <a:r>
              <a:rPr lang="en-US" dirty="0" err="1"/>
              <a:t>Câlût</a:t>
            </a:r>
            <a:r>
              <a:rPr lang="en-US" dirty="0"/>
              <a:t> =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dev </a:t>
            </a:r>
            <a:r>
              <a:rPr lang="en-US" dirty="0" err="1"/>
              <a:t>korkudur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yenersen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yürümeye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ona</a:t>
            </a:r>
            <a:r>
              <a:rPr lang="en-US" b="1" dirty="0"/>
              <a:t> </a:t>
            </a:r>
            <a:r>
              <a:rPr lang="en-US" b="1" dirty="0" err="1"/>
              <a:t>hükümranlık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hikmet</a:t>
            </a:r>
            <a:r>
              <a:rPr lang="en-US" b="1" dirty="0"/>
              <a:t> </a:t>
            </a:r>
            <a:r>
              <a:rPr lang="en-US" b="1" dirty="0" err="1"/>
              <a:t>verdi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zaferden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ediştir</a:t>
            </a:r>
            <a:r>
              <a:rPr lang="en-US" dirty="0"/>
              <a:t>. </a:t>
            </a:r>
            <a:r>
              <a:rPr lang="en-US" dirty="0" err="1"/>
              <a:t>Hükümranlık</a:t>
            </a:r>
            <a:r>
              <a:rPr lang="en-US" dirty="0"/>
              <a:t> =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idaresi</a:t>
            </a:r>
            <a:r>
              <a:rPr lang="en-US" dirty="0"/>
              <a:t> </a:t>
            </a:r>
          </a:p>
          <a:p>
            <a:r>
              <a:rPr lang="en-US" dirty="0"/>
              <a:t>Hikmet =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farkındalığı</a:t>
            </a:r>
            <a:r>
              <a:rPr lang="en-US" dirty="0"/>
              <a:t> </a:t>
            </a:r>
            <a:r>
              <a:rPr lang="tr-TR" dirty="0"/>
              <a:t>..</a:t>
            </a: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Câlût’unu</a:t>
            </a:r>
            <a:r>
              <a:rPr lang="en-US" dirty="0"/>
              <a:t> </a:t>
            </a:r>
            <a:r>
              <a:rPr lang="en-US" dirty="0" err="1"/>
              <a:t>yendin</a:t>
            </a:r>
            <a:r>
              <a:rPr lang="en-US" dirty="0"/>
              <a:t>, </a:t>
            </a:r>
            <a:r>
              <a:rPr lang="en-US" dirty="0" err="1"/>
              <a:t>şimdi</a:t>
            </a:r>
            <a:r>
              <a:rPr lang="en-US" dirty="0"/>
              <a:t> ben sana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liderliği</a:t>
            </a:r>
            <a:r>
              <a:rPr lang="en-US" dirty="0"/>
              <a:t> </a:t>
            </a:r>
            <a:r>
              <a:rPr lang="en-US" dirty="0" err="1"/>
              <a:t>veriyorum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insanları</a:t>
            </a:r>
            <a:r>
              <a:rPr lang="en-US" b="1" dirty="0"/>
              <a:t> </a:t>
            </a:r>
            <a:r>
              <a:rPr lang="en-US" b="1" dirty="0" err="1"/>
              <a:t>birbirleriyle</a:t>
            </a:r>
            <a:r>
              <a:rPr lang="en-US" b="1" dirty="0"/>
              <a:t> </a:t>
            </a:r>
            <a:r>
              <a:rPr lang="en-US" b="1" dirty="0" err="1"/>
              <a:t>dengeliyor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sırdır</a:t>
            </a:r>
            <a:r>
              <a:rPr lang="en-US" dirty="0"/>
              <a:t>: Her </a:t>
            </a:r>
            <a:r>
              <a:rPr lang="en-US" dirty="0" err="1"/>
              <a:t>zorba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uyarıcıdır</a:t>
            </a:r>
            <a:r>
              <a:rPr lang="en-US" dirty="0"/>
              <a:t> Her </a:t>
            </a:r>
            <a:r>
              <a:rPr lang="en-US" dirty="0" err="1"/>
              <a:t>mazlum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titreşimdir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zulüm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çağrılır</a:t>
            </a:r>
            <a:r>
              <a:rPr lang="en-US" dirty="0"/>
              <a:t>. Bu </a:t>
            </a:r>
            <a:r>
              <a:rPr lang="en-US" dirty="0" err="1"/>
              <a:t>yüzden</a:t>
            </a:r>
            <a:r>
              <a:rPr lang="en-US" dirty="0"/>
              <a:t>: “</a:t>
            </a:r>
            <a:r>
              <a:rPr lang="en-US" dirty="0" err="1"/>
              <a:t>Zulüm</a:t>
            </a:r>
            <a:r>
              <a:rPr lang="en-US" dirty="0"/>
              <a:t> </a:t>
            </a:r>
            <a:r>
              <a:rPr lang="en-US" dirty="0" err="1"/>
              <a:t>ebedî</a:t>
            </a:r>
            <a:r>
              <a:rPr lang="en-US" dirty="0"/>
              <a:t> </a:t>
            </a:r>
            <a:r>
              <a:rPr lang="en-US" dirty="0" err="1"/>
              <a:t>kalmaz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dengeyle</a:t>
            </a:r>
            <a:r>
              <a:rPr lang="en-US" dirty="0"/>
              <a:t> </a:t>
            </a:r>
            <a:r>
              <a:rPr lang="en-US" dirty="0" err="1"/>
              <a:t>mühürlüdür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79166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07DEDC6-6D8F-CAF3-6971-AAD7001AE003}"/>
              </a:ext>
            </a:extLst>
          </p:cNvPr>
          <p:cNvSpPr txBox="1"/>
          <p:nvPr/>
        </p:nvSpPr>
        <p:spPr>
          <a:xfrm>
            <a:off x="0" y="106325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âlemlere</a:t>
            </a:r>
            <a:r>
              <a:rPr lang="en-US" b="1" dirty="0"/>
              <a:t> </a:t>
            </a:r>
            <a:r>
              <a:rPr lang="en-US" b="1" dirty="0" err="1"/>
              <a:t>lütuf</a:t>
            </a:r>
            <a:r>
              <a:rPr lang="en-US" b="1" dirty="0"/>
              <a:t> </a:t>
            </a:r>
            <a:r>
              <a:rPr lang="en-US" b="1" dirty="0" err="1"/>
              <a:t>sahibidir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Son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budur</a:t>
            </a:r>
            <a:r>
              <a:rPr lang="en-US" dirty="0"/>
              <a:t>: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merkezinde</a:t>
            </a:r>
            <a:r>
              <a:rPr lang="en-US" dirty="0"/>
              <a:t> Savaş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 </a:t>
            </a:r>
            <a:r>
              <a:rPr lang="tr-TR" dirty="0"/>
              <a:t>.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lütuf</a:t>
            </a:r>
            <a:r>
              <a:rPr lang="en-US" dirty="0"/>
              <a:t>,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hizalanan</a:t>
            </a:r>
            <a:r>
              <a:rPr lang="en-US" dirty="0"/>
              <a:t> her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yollarla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yazılmış</a:t>
            </a:r>
            <a:r>
              <a:rPr lang="en-US" dirty="0"/>
              <a:t> </a:t>
            </a:r>
            <a:r>
              <a:rPr lang="en-US" dirty="0" err="1"/>
              <a:t>zaferin</a:t>
            </a:r>
            <a:r>
              <a:rPr lang="en-US" dirty="0"/>
              <a:t> </a:t>
            </a:r>
            <a:r>
              <a:rPr lang="en-US" dirty="0" err="1"/>
              <a:t>sırrını</a:t>
            </a:r>
            <a:r>
              <a:rPr lang="en-US" dirty="0"/>
              <a:t> </a:t>
            </a:r>
            <a:r>
              <a:rPr lang="en-US" dirty="0" err="1"/>
              <a:t>anlamaya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Az </a:t>
            </a:r>
            <a:r>
              <a:rPr lang="en-US" dirty="0" err="1"/>
              <a:t>görünsen</a:t>
            </a:r>
            <a:r>
              <a:rPr lang="en-US" dirty="0"/>
              <a:t> de,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yürüyorsan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büyütür</a:t>
            </a:r>
            <a:r>
              <a:rPr lang="en-US" dirty="0"/>
              <a:t>. </a:t>
            </a:r>
            <a:r>
              <a:rPr lang="en-US" dirty="0" err="1"/>
              <a:t>Câlût’u</a:t>
            </a:r>
            <a:r>
              <a:rPr lang="en-US" dirty="0"/>
              <a:t> </a:t>
            </a:r>
            <a:r>
              <a:rPr lang="en-US" dirty="0" err="1"/>
              <a:t>öldürmek</a:t>
            </a:r>
            <a:r>
              <a:rPr lang="en-US" dirty="0"/>
              <a:t>, </a:t>
            </a:r>
            <a:r>
              <a:rPr lang="en-US" dirty="0" err="1"/>
              <a:t>içindeki</a:t>
            </a:r>
            <a:r>
              <a:rPr lang="en-US" dirty="0"/>
              <a:t> dev </a:t>
            </a:r>
            <a:r>
              <a:rPr lang="en-US" dirty="0" err="1"/>
              <a:t>korkuları</a:t>
            </a:r>
            <a:r>
              <a:rPr lang="en-US" dirty="0"/>
              <a:t> </a:t>
            </a:r>
            <a:r>
              <a:rPr lang="en-US" dirty="0" err="1"/>
              <a:t>aşmaktır</a:t>
            </a:r>
            <a:r>
              <a:rPr lang="en-US" dirty="0"/>
              <a:t>. Bu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zaferdir</a:t>
            </a:r>
            <a:r>
              <a:rPr lang="en-US" dirty="0"/>
              <a:t>. </a:t>
            </a:r>
          </a:p>
          <a:p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sadık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, hem </a:t>
            </a:r>
            <a:r>
              <a:rPr lang="en-US" dirty="0" err="1"/>
              <a:t>hükümranlığı</a:t>
            </a:r>
            <a:r>
              <a:rPr lang="en-US" dirty="0"/>
              <a:t> hem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zulümle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dengeyle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. </a:t>
            </a:r>
            <a:r>
              <a:rPr lang="tr-TR" dirty="0"/>
              <a:t>L</a:t>
            </a:r>
            <a:r>
              <a:rPr lang="en-US" dirty="0" err="1"/>
              <a:t>ütuf</a:t>
            </a:r>
            <a:r>
              <a:rPr lang="en-US" dirty="0"/>
              <a:t>,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çağrılır</a:t>
            </a:r>
            <a:r>
              <a:rPr lang="en-US" dirty="0"/>
              <a:t>. Ve o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doğar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safsan</a:t>
            </a:r>
            <a:r>
              <a:rPr lang="en-US" dirty="0"/>
              <a:t>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arkandayım</a:t>
            </a:r>
            <a:r>
              <a:rPr lang="en-US" dirty="0"/>
              <a:t>. 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Câlût’u</a:t>
            </a:r>
            <a:r>
              <a:rPr lang="en-US" dirty="0"/>
              <a:t> </a:t>
            </a:r>
            <a:r>
              <a:rPr lang="en-US" dirty="0" err="1"/>
              <a:t>yıkarsan</a:t>
            </a:r>
            <a:r>
              <a:rPr lang="en-US" dirty="0"/>
              <a:t>… ben sana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âlem</a:t>
            </a:r>
            <a:r>
              <a:rPr lang="en-US" dirty="0"/>
              <a:t> </a:t>
            </a:r>
            <a:r>
              <a:rPr lang="en-US" dirty="0" err="1"/>
              <a:t>kurarım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ayet,önceki</a:t>
            </a:r>
            <a:r>
              <a:rPr lang="en-US" dirty="0"/>
              <a:t> </a:t>
            </a:r>
            <a:r>
              <a:rPr lang="en-US" dirty="0" err="1"/>
              <a:t>kıssaların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anlatıldığını,gerçekliğin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geçmişte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bugünde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içimizde</a:t>
            </a:r>
            <a:r>
              <a:rPr lang="en-US" dirty="0"/>
              <a:t> </a:t>
            </a:r>
            <a:r>
              <a:rPr lang="en-US" dirty="0" err="1"/>
              <a:t>yaşadığınıbeyan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r>
              <a:rPr lang="en-US" dirty="0"/>
              <a:t>“Ben sana </a:t>
            </a:r>
            <a:r>
              <a:rPr lang="en-US" dirty="0" err="1"/>
              <a:t>masal</a:t>
            </a:r>
            <a:r>
              <a:rPr lang="en-US" dirty="0"/>
              <a:t> </a:t>
            </a:r>
            <a:r>
              <a:rPr lang="en-US" dirty="0" err="1"/>
              <a:t>anlatmadım</a:t>
            </a:r>
            <a:r>
              <a:rPr lang="en-US" dirty="0"/>
              <a:t>… Sana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işlediğini</a:t>
            </a:r>
            <a:r>
              <a:rPr lang="en-US" dirty="0"/>
              <a:t> </a:t>
            </a:r>
            <a:r>
              <a:rPr lang="en-US" dirty="0" err="1"/>
              <a:t>gösterdim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ayetler</a:t>
            </a:r>
            <a:r>
              <a:rPr lang="en-US" dirty="0"/>
              <a:t>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şimdi’nin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252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“Bu, </a:t>
            </a:r>
            <a:r>
              <a:rPr lang="en-US" dirty="0" err="1"/>
              <a:t>Hikâye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–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”</a:t>
            </a:r>
            <a:r>
              <a:rPr lang="tr-TR" dirty="0"/>
              <a:t> </a:t>
            </a:r>
            <a:r>
              <a:rPr lang="en-US" dirty="0" err="1"/>
              <a:t>Ayetler</a:t>
            </a:r>
            <a:r>
              <a:rPr lang="en-US" dirty="0"/>
              <a:t> </a:t>
            </a:r>
            <a:r>
              <a:rPr lang="en-US" dirty="0" err="1"/>
              <a:t>Geçmişi</a:t>
            </a:r>
            <a:r>
              <a:rPr lang="en-US" dirty="0"/>
              <a:t> </a:t>
            </a:r>
            <a:r>
              <a:rPr lang="en-US" dirty="0" err="1"/>
              <a:t>Anlatmaz</a:t>
            </a:r>
            <a:r>
              <a:rPr lang="en-US" dirty="0"/>
              <a:t>; </a:t>
            </a:r>
            <a:r>
              <a:rPr lang="en-US" dirty="0" err="1"/>
              <a:t>Şu</a:t>
            </a:r>
            <a:r>
              <a:rPr lang="en-US" dirty="0"/>
              <a:t> Anda </a:t>
            </a:r>
            <a:r>
              <a:rPr lang="en-US" dirty="0" err="1"/>
              <a:t>Nasıl</a:t>
            </a:r>
            <a:r>
              <a:rPr lang="en-US" dirty="0"/>
              <a:t> Var </a:t>
            </a:r>
            <a:r>
              <a:rPr lang="en-US" dirty="0" err="1"/>
              <a:t>Olacağını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bunlar,sana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okuduğumuz</a:t>
            </a:r>
            <a:r>
              <a:rPr lang="en-US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ayetleridir</a:t>
            </a:r>
            <a:r>
              <a:rPr lang="en-US" dirty="0"/>
              <a:t>.</a:t>
            </a:r>
          </a:p>
          <a:p>
            <a:r>
              <a:rPr lang="en-US" dirty="0"/>
              <a:t>Sen, </a:t>
            </a:r>
            <a:r>
              <a:rPr lang="en-US" dirty="0" err="1"/>
              <a:t>şüphesiz</a:t>
            </a:r>
            <a:r>
              <a:rPr lang="en-US" dirty="0"/>
              <a:t> </a:t>
            </a:r>
            <a:r>
              <a:rPr lang="en-US" dirty="0" err="1"/>
              <a:t>gönderilen</a:t>
            </a:r>
            <a:r>
              <a:rPr lang="en-US" dirty="0"/>
              <a:t> </a:t>
            </a:r>
            <a:r>
              <a:rPr lang="en-US" dirty="0" err="1"/>
              <a:t>elçilerdensin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ayet,tüm</a:t>
            </a:r>
            <a:r>
              <a:rPr lang="en-US" dirty="0"/>
              <a:t> </a:t>
            </a:r>
            <a:r>
              <a:rPr lang="en-US" dirty="0" err="1"/>
              <a:t>anlatılanların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birer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değil,şu</a:t>
            </a:r>
            <a:r>
              <a:rPr lang="en-US" dirty="0"/>
              <a:t> </a:t>
            </a:r>
            <a:r>
              <a:rPr lang="en-US" dirty="0" err="1"/>
              <a:t>anın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kılavuzu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</a:t>
            </a:r>
            <a:r>
              <a:rPr lang="en-US" dirty="0" err="1"/>
              <a:t>ki:“Her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kapsülüdür</a:t>
            </a:r>
            <a:r>
              <a:rPr lang="en-US" dirty="0"/>
              <a:t>. Onu </a:t>
            </a:r>
            <a:r>
              <a:rPr lang="en-US" dirty="0" err="1"/>
              <a:t>okuyan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uyanan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.” 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86567799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A74D735-638E-09E8-D03D-856DE0B324B4}"/>
              </a:ext>
            </a:extLst>
          </p:cNvPr>
          <p:cNvSpPr txBox="1"/>
          <p:nvPr/>
        </p:nvSpPr>
        <p:spPr>
          <a:xfrm>
            <a:off x="0" y="74428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İşte</a:t>
            </a:r>
            <a:r>
              <a:rPr lang="en-US" b="1" dirty="0"/>
              <a:t> </a:t>
            </a:r>
            <a:r>
              <a:rPr lang="en-US" b="1" dirty="0" err="1"/>
              <a:t>bunlar</a:t>
            </a:r>
            <a:r>
              <a:rPr lang="en-US" b="1" dirty="0"/>
              <a:t> 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ayetleridir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Ayet</a:t>
            </a:r>
            <a:r>
              <a:rPr lang="en-US" dirty="0"/>
              <a:t> =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görülenden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hissedilen</a:t>
            </a:r>
            <a:r>
              <a:rPr lang="en-US" dirty="0"/>
              <a:t> </a:t>
            </a:r>
            <a:r>
              <a:rPr lang="en-US" dirty="0" err="1"/>
              <a:t>işaret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rehberi</a:t>
            </a:r>
            <a:r>
              <a:rPr lang="en-US" dirty="0"/>
              <a:t> </a:t>
            </a:r>
            <a:r>
              <a:rPr lang="tr-TR" dirty="0"/>
              <a:t>..</a:t>
            </a:r>
            <a:r>
              <a:rPr lang="en-US" dirty="0"/>
              <a:t>Bu </a:t>
            </a:r>
            <a:r>
              <a:rPr lang="en-US" dirty="0" err="1"/>
              <a:t>ayetlerle</a:t>
            </a:r>
            <a:r>
              <a:rPr lang="en-US" dirty="0"/>
              <a:t> sana </a:t>
            </a:r>
            <a:r>
              <a:rPr lang="en-US" dirty="0" err="1"/>
              <a:t>sadece</a:t>
            </a:r>
            <a:r>
              <a:rPr lang="en-US" dirty="0"/>
              <a:t> ne </a:t>
            </a:r>
            <a:r>
              <a:rPr lang="en-US" dirty="0" err="1"/>
              <a:t>olmuşu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olman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anlattım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“Sana </a:t>
            </a:r>
            <a:r>
              <a:rPr lang="en-US" b="1" dirty="0" err="1"/>
              <a:t>gerçek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okuduğumuz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“Hak” (</a:t>
            </a:r>
            <a:r>
              <a:rPr lang="en-US" dirty="0" err="1"/>
              <a:t>gerçek</a:t>
            </a:r>
            <a:r>
              <a:rPr lang="en-US" dirty="0"/>
              <a:t>) </a:t>
            </a:r>
            <a:r>
              <a:rPr lang="en-US" dirty="0" err="1"/>
              <a:t>kelimesi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Bu </a:t>
            </a:r>
            <a:r>
              <a:rPr lang="en-US" dirty="0" err="1"/>
              <a:t>bilginin</a:t>
            </a:r>
            <a:r>
              <a:rPr lang="en-US" dirty="0"/>
              <a:t> </a:t>
            </a:r>
            <a:r>
              <a:rPr lang="en-US" dirty="0" err="1"/>
              <a:t>ezelden</a:t>
            </a:r>
            <a:r>
              <a:rPr lang="en-US" dirty="0"/>
              <a:t> </a:t>
            </a:r>
            <a:r>
              <a:rPr lang="en-US" dirty="0" err="1"/>
              <a:t>beri</a:t>
            </a:r>
            <a:r>
              <a:rPr lang="en-US" dirty="0"/>
              <a:t> var </a:t>
            </a:r>
            <a:r>
              <a:rPr lang="en-US" dirty="0" err="1"/>
              <a:t>olduğunu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aktive</a:t>
            </a:r>
            <a:r>
              <a:rPr lang="en-US" dirty="0"/>
              <a:t> </a:t>
            </a:r>
            <a:r>
              <a:rPr lang="en-US" dirty="0" err="1"/>
              <a:t>edildiğini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Bu, “Ben sana </a:t>
            </a:r>
            <a:r>
              <a:rPr lang="en-US" dirty="0" err="1"/>
              <a:t>geçmişte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öğüt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yaşayan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veriyorum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“Sen, </a:t>
            </a:r>
            <a:r>
              <a:rPr lang="en-US" b="1" dirty="0" err="1"/>
              <a:t>gönderilen</a:t>
            </a:r>
            <a:r>
              <a:rPr lang="en-US" b="1" dirty="0"/>
              <a:t> </a:t>
            </a:r>
            <a:r>
              <a:rPr lang="en-US" b="1" dirty="0" err="1"/>
              <a:t>elçilerdensin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hem </a:t>
            </a:r>
            <a:r>
              <a:rPr lang="en-US" dirty="0" err="1"/>
              <a:t>Peygamber’e</a:t>
            </a:r>
            <a:r>
              <a:rPr lang="en-US" dirty="0"/>
              <a:t> </a:t>
            </a:r>
            <a:r>
              <a:rPr lang="en-US" dirty="0" err="1"/>
              <a:t>hitap</a:t>
            </a:r>
            <a:r>
              <a:rPr lang="en-US" dirty="0"/>
              <a:t>, hem de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ayetleri</a:t>
            </a:r>
            <a:r>
              <a:rPr lang="en-US" dirty="0"/>
              <a:t> </a:t>
            </a:r>
            <a:r>
              <a:rPr lang="en-US" dirty="0" err="1"/>
              <a:t>taşıyacak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mühürdür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kitap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yaşanmak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gönderildi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ayetleri</a:t>
            </a:r>
            <a:r>
              <a:rPr lang="en-US" dirty="0"/>
              <a:t> **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sesinle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yaşamınla</a:t>
            </a:r>
            <a:r>
              <a:rPr lang="en-US" dirty="0"/>
              <a:t> </a:t>
            </a:r>
            <a:r>
              <a:rPr lang="en-US" dirty="0" err="1"/>
              <a:t>taşımaya</a:t>
            </a:r>
            <a:r>
              <a:rPr lang="en-US" dirty="0"/>
              <a:t> </a:t>
            </a:r>
            <a:r>
              <a:rPr lang="en-US" dirty="0" err="1"/>
              <a:t>başladığında</a:t>
            </a:r>
            <a:r>
              <a:rPr lang="en-US" dirty="0"/>
              <a:t>… </a:t>
            </a:r>
            <a:r>
              <a:rPr lang="en-US" dirty="0" err="1"/>
              <a:t>işte</a:t>
            </a:r>
            <a:r>
              <a:rPr lang="en-US" dirty="0"/>
              <a:t> o zaman </a:t>
            </a:r>
            <a:r>
              <a:rPr lang="en-US" dirty="0" err="1"/>
              <a:t>elçilik</a:t>
            </a:r>
            <a:r>
              <a:rPr lang="en-US" dirty="0"/>
              <a:t> </a:t>
            </a:r>
            <a:r>
              <a:rPr lang="en-US" dirty="0" err="1"/>
              <a:t>bilincine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atarsın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Kur’an’ı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tarih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anın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görmeye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Ayet</a:t>
            </a:r>
            <a:r>
              <a:rPr lang="en-US" dirty="0"/>
              <a:t>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. Her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kodudur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bilgiler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“ne </a:t>
            </a:r>
            <a:r>
              <a:rPr lang="en-US" dirty="0" err="1"/>
              <a:t>oldu</a:t>
            </a:r>
            <a:r>
              <a:rPr lang="en-US" dirty="0"/>
              <a:t>?” </a:t>
            </a:r>
            <a:r>
              <a:rPr lang="en-US" dirty="0" err="1"/>
              <a:t>değil</a:t>
            </a:r>
            <a:r>
              <a:rPr lang="en-US" dirty="0"/>
              <a:t>  “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olacaksın</a:t>
            </a:r>
            <a:r>
              <a:rPr lang="en-US" dirty="0"/>
              <a:t>?” </a:t>
            </a:r>
            <a:r>
              <a:rPr lang="en-US" dirty="0" err="1"/>
              <a:t>sorusunu</a:t>
            </a:r>
            <a:r>
              <a:rPr lang="en-US" dirty="0"/>
              <a:t> </a:t>
            </a:r>
            <a:r>
              <a:rPr lang="en-US" dirty="0" err="1"/>
              <a:t>sorar</a:t>
            </a:r>
            <a:r>
              <a:rPr lang="en-US" dirty="0"/>
              <a:t>. </a:t>
            </a:r>
            <a:r>
              <a:rPr lang="en-US" dirty="0" err="1"/>
              <a:t>Peygamberlik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mesajı</a:t>
            </a:r>
            <a:r>
              <a:rPr lang="en-US" dirty="0"/>
              <a:t> </a:t>
            </a:r>
            <a:r>
              <a:rPr lang="en-US" dirty="0" err="1"/>
              <a:t>duymak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içselleştirip</a:t>
            </a:r>
            <a:r>
              <a:rPr lang="en-US" dirty="0"/>
              <a:t> </a:t>
            </a:r>
            <a:r>
              <a:rPr lang="en-US" dirty="0" err="1"/>
              <a:t>yaşamaktır</a:t>
            </a:r>
            <a:r>
              <a:rPr lang="en-US" dirty="0"/>
              <a:t>. 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ayetlerle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girdiğinde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taşımazsın</a:t>
            </a:r>
            <a:r>
              <a:rPr lang="en-US" dirty="0"/>
              <a:t> 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taşırsın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/>
              <a:t> 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“Ben sana </a:t>
            </a:r>
            <a:r>
              <a:rPr lang="en-US" dirty="0" err="1"/>
              <a:t>geçmişi</a:t>
            </a:r>
            <a:r>
              <a:rPr lang="en-US" dirty="0"/>
              <a:t> </a:t>
            </a:r>
            <a:r>
              <a:rPr lang="en-US" dirty="0" err="1"/>
              <a:t>hatırlatmadım</a:t>
            </a:r>
            <a:r>
              <a:rPr lang="en-US" dirty="0"/>
              <a:t>. Ben sana </a:t>
            </a:r>
            <a:r>
              <a:rPr lang="en-US" dirty="0" err="1"/>
              <a:t>şimdi’yi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yaşayacağını</a:t>
            </a:r>
            <a:r>
              <a:rPr lang="en-US" dirty="0"/>
              <a:t> </a:t>
            </a:r>
            <a:r>
              <a:rPr lang="en-US" dirty="0" err="1"/>
              <a:t>gösterdim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elçi</a:t>
            </a:r>
            <a:r>
              <a:rPr lang="en-US" dirty="0"/>
              <a:t>,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253 </a:t>
            </a:r>
            <a:r>
              <a:rPr lang="en-US" dirty="0" err="1"/>
              <a:t>ve</a:t>
            </a:r>
            <a:r>
              <a:rPr lang="en-US" dirty="0"/>
              <a:t> 254. </a:t>
            </a:r>
            <a:r>
              <a:rPr lang="en-US" dirty="0" err="1"/>
              <a:t>ayetlere</a:t>
            </a:r>
            <a:r>
              <a:rPr lang="en-US" dirty="0"/>
              <a:t> </a:t>
            </a:r>
            <a:endParaRPr lang="tr-TR" dirty="0"/>
          </a:p>
          <a:p>
            <a:r>
              <a:rPr lang="en-US" dirty="0" err="1"/>
              <a:t>Ayet-el</a:t>
            </a:r>
            <a:r>
              <a:rPr lang="en-US" dirty="0"/>
              <a:t> </a:t>
            </a:r>
            <a:r>
              <a:rPr lang="en-US" dirty="0" err="1"/>
              <a:t>Kürsi’den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eşik.Bu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ayet,sistemin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mesajını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:</a:t>
            </a:r>
          </a:p>
          <a:p>
            <a:r>
              <a:rPr lang="en-US" dirty="0"/>
              <a:t>“Sana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: </a:t>
            </a:r>
            <a:r>
              <a:rPr lang="en-US" dirty="0" err="1"/>
              <a:t>peygamberleri</a:t>
            </a:r>
            <a:r>
              <a:rPr lang="en-US" dirty="0"/>
              <a:t>, </a:t>
            </a:r>
            <a:r>
              <a:rPr lang="en-US" dirty="0" err="1"/>
              <a:t>ayetleri</a:t>
            </a:r>
            <a:r>
              <a:rPr lang="en-US" dirty="0"/>
              <a:t>, </a:t>
            </a:r>
            <a:r>
              <a:rPr lang="en-US" dirty="0" err="1"/>
              <a:t>bilgiyi</a:t>
            </a:r>
            <a:r>
              <a:rPr lang="en-US" dirty="0"/>
              <a:t>, </a:t>
            </a:r>
            <a:r>
              <a:rPr lang="en-US" dirty="0" err="1"/>
              <a:t>örnekleri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ne </a:t>
            </a:r>
            <a:r>
              <a:rPr lang="en-US" dirty="0" err="1"/>
              <a:t>yapacaksın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yatırım</a:t>
            </a:r>
            <a:r>
              <a:rPr lang="en-US" dirty="0"/>
              <a:t> </a:t>
            </a:r>
            <a:r>
              <a:rPr lang="en-US" dirty="0" err="1"/>
              <a:t>yapmayanı</a:t>
            </a:r>
            <a:r>
              <a:rPr lang="en-US" dirty="0"/>
              <a:t> </a:t>
            </a:r>
            <a:r>
              <a:rPr lang="en-US" dirty="0" err="1"/>
              <a:t>tanımaz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253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Peygamberlerin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Farkı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Işıktan</a:t>
            </a:r>
            <a:r>
              <a:rPr lang="en-US" dirty="0"/>
              <a:t>, Ama </a:t>
            </a:r>
            <a:r>
              <a:rPr lang="en-US" dirty="0" err="1"/>
              <a:t>Frekansları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Her Elçi Bir </a:t>
            </a:r>
            <a:r>
              <a:rPr lang="en-US" dirty="0" err="1"/>
              <a:t>Katmandır</a:t>
            </a:r>
            <a:r>
              <a:rPr lang="en-US" dirty="0"/>
              <a:t>; Her </a:t>
            </a:r>
            <a:r>
              <a:rPr lang="en-US" dirty="0" err="1"/>
              <a:t>Katman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Merdivenidir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82013442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443DBB3-1F70-744F-4160-ED07F95DE064}"/>
              </a:ext>
            </a:extLst>
          </p:cNvPr>
          <p:cNvSpPr txBox="1"/>
          <p:nvPr/>
        </p:nvSpPr>
        <p:spPr>
          <a:xfrm>
            <a:off x="0" y="1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253.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elçilerin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kısmını</a:t>
            </a:r>
            <a:r>
              <a:rPr lang="en-US" dirty="0"/>
              <a:t>, </a:t>
            </a:r>
            <a:r>
              <a:rPr lang="en-US" dirty="0" err="1"/>
              <a:t>diğerlerinden</a:t>
            </a:r>
            <a:r>
              <a:rPr lang="en-US" dirty="0"/>
              <a:t> </a:t>
            </a:r>
            <a:r>
              <a:rPr lang="en-US" dirty="0" err="1"/>
              <a:t>üstün</a:t>
            </a:r>
            <a:r>
              <a:rPr lang="en-US" dirty="0"/>
              <a:t> </a:t>
            </a:r>
            <a:r>
              <a:rPr lang="en-US" dirty="0" err="1"/>
              <a:t>kıldık.Allah</a:t>
            </a:r>
            <a:r>
              <a:rPr lang="en-US" dirty="0"/>
              <a:t>, 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bazılarıyla</a:t>
            </a:r>
            <a:r>
              <a:rPr lang="en-US" dirty="0"/>
              <a:t> </a:t>
            </a:r>
            <a:r>
              <a:rPr lang="en-US" dirty="0" err="1"/>
              <a:t>konuştu.Bazılarını</a:t>
            </a:r>
            <a:r>
              <a:rPr lang="en-US" dirty="0"/>
              <a:t> </a:t>
            </a:r>
            <a:r>
              <a:rPr lang="en-US" dirty="0" err="1"/>
              <a:t>derecelerle</a:t>
            </a:r>
            <a:r>
              <a:rPr lang="en-US" dirty="0"/>
              <a:t> </a:t>
            </a:r>
            <a:r>
              <a:rPr lang="en-US" dirty="0" err="1"/>
              <a:t>yükseltti.Meryem</a:t>
            </a:r>
            <a:r>
              <a:rPr lang="en-US" dirty="0"/>
              <a:t> </a:t>
            </a:r>
            <a:r>
              <a:rPr lang="en-US" dirty="0" err="1"/>
              <a:t>oğlu</a:t>
            </a:r>
            <a:r>
              <a:rPr lang="en-US" dirty="0"/>
              <a:t> </a:t>
            </a:r>
            <a:r>
              <a:rPr lang="en-US" dirty="0" err="1"/>
              <a:t>İsa’ya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mucizeler</a:t>
            </a:r>
            <a:r>
              <a:rPr lang="en-US" dirty="0"/>
              <a:t> </a:t>
            </a:r>
            <a:r>
              <a:rPr lang="en-US" dirty="0" err="1"/>
              <a:t>verdik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Rûh’ul</a:t>
            </a:r>
            <a:r>
              <a:rPr lang="en-US" dirty="0"/>
              <a:t> </a:t>
            </a:r>
            <a:r>
              <a:rPr lang="en-US" dirty="0" err="1"/>
              <a:t>Kudüs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destekledik.Eğer</a:t>
            </a:r>
            <a:r>
              <a:rPr lang="en-US" dirty="0"/>
              <a:t> Allah </a:t>
            </a:r>
            <a:r>
              <a:rPr lang="en-US" dirty="0" err="1"/>
              <a:t>dileseydi,onların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gelenler</a:t>
            </a:r>
            <a:r>
              <a:rPr lang="en-US" dirty="0"/>
              <a:t> </a:t>
            </a:r>
            <a:r>
              <a:rPr lang="en-US" dirty="0" err="1"/>
              <a:t>birbirleriyle</a:t>
            </a:r>
            <a:r>
              <a:rPr lang="en-US" dirty="0"/>
              <a:t> </a:t>
            </a:r>
            <a:r>
              <a:rPr lang="en-US" dirty="0" err="1"/>
              <a:t>savaşmazlardı</a:t>
            </a:r>
            <a:r>
              <a:rPr lang="en-US" dirty="0"/>
              <a:t>.</a:t>
            </a:r>
          </a:p>
          <a:p>
            <a:r>
              <a:rPr lang="en-US" dirty="0" err="1"/>
              <a:t>Fakat</a:t>
            </a:r>
            <a:r>
              <a:rPr lang="en-US" dirty="0"/>
              <a:t> </a:t>
            </a:r>
            <a:r>
              <a:rPr lang="en-US" dirty="0" err="1"/>
              <a:t>onlar,kendilerine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bilgiye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 </a:t>
            </a:r>
            <a:r>
              <a:rPr lang="en-US" dirty="0" err="1"/>
              <a:t>ihtilafa</a:t>
            </a:r>
            <a:r>
              <a:rPr lang="en-US" dirty="0"/>
              <a:t> </a:t>
            </a:r>
            <a:r>
              <a:rPr lang="en-US" dirty="0" err="1"/>
              <a:t>düştüler</a:t>
            </a:r>
            <a:r>
              <a:rPr lang="en-US" dirty="0"/>
              <a:t>.</a:t>
            </a:r>
          </a:p>
          <a:p>
            <a:r>
              <a:rPr lang="en-US" dirty="0" err="1"/>
              <a:t>İçlerinden</a:t>
            </a:r>
            <a:r>
              <a:rPr lang="en-US" dirty="0"/>
              <a:t> </a:t>
            </a:r>
            <a:r>
              <a:rPr lang="en-US" dirty="0" err="1"/>
              <a:t>bazıları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etti,bazıları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etti.Allah</a:t>
            </a:r>
            <a:r>
              <a:rPr lang="en-US" dirty="0"/>
              <a:t>, </a:t>
            </a:r>
            <a:r>
              <a:rPr lang="en-US" dirty="0" err="1"/>
              <a:t>dileseydi</a:t>
            </a:r>
            <a:r>
              <a:rPr lang="en-US" dirty="0"/>
              <a:t> </a:t>
            </a:r>
            <a:r>
              <a:rPr lang="en-US" dirty="0" err="1"/>
              <a:t>savaşmazlardı.Ama</a:t>
            </a:r>
            <a:r>
              <a:rPr lang="en-US" dirty="0"/>
              <a:t> Allah, </a:t>
            </a:r>
            <a:r>
              <a:rPr lang="en-US" dirty="0" err="1"/>
              <a:t>dilediğini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tr-TR" b="1" dirty="0"/>
              <a:t>253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ayet,peygamberlerin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kaynaktan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ama </a:t>
            </a:r>
            <a:r>
              <a:rPr lang="en-US" dirty="0" err="1"/>
              <a:t>frekanslarının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söyler.Ve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:“Ben </a:t>
            </a:r>
            <a:r>
              <a:rPr lang="en-US" dirty="0" err="1"/>
              <a:t>herkese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vermem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taşıyamaz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Bazılarıyla</a:t>
            </a:r>
            <a:r>
              <a:rPr lang="en-US" b="1" dirty="0"/>
              <a:t> </a:t>
            </a:r>
            <a:r>
              <a:rPr lang="en-US" b="1" dirty="0" err="1"/>
              <a:t>konuştu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Konuşmak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kelime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aktarımıdır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elçinin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kulak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olmasıdır</a:t>
            </a:r>
            <a:r>
              <a:rPr lang="en-US" dirty="0"/>
              <a:t>. </a:t>
            </a:r>
            <a:endParaRPr lang="en-TR" b="1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Bazılarını</a:t>
            </a:r>
            <a:r>
              <a:rPr lang="en-US" b="1" dirty="0"/>
              <a:t> </a:t>
            </a:r>
            <a:r>
              <a:rPr lang="en-US" b="1" dirty="0" err="1"/>
              <a:t>derecelerle</a:t>
            </a:r>
            <a:r>
              <a:rPr lang="en-US" b="1" dirty="0"/>
              <a:t> </a:t>
            </a:r>
            <a:r>
              <a:rPr lang="en-US" b="1" dirty="0" err="1"/>
              <a:t>yükseltti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peygamberlik</a:t>
            </a:r>
            <a:r>
              <a:rPr lang="en-US" dirty="0"/>
              <a:t> bile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yolculuğudur</a:t>
            </a:r>
            <a:r>
              <a:rPr lang="en-US" dirty="0"/>
              <a:t>. Ve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elçi</a:t>
            </a:r>
            <a:r>
              <a:rPr lang="en-US" dirty="0"/>
              <a:t>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katmanını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mesajlar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 ama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derinlikte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İsa’ya</a:t>
            </a:r>
            <a:r>
              <a:rPr lang="en-US" b="1" dirty="0"/>
              <a:t> </a:t>
            </a:r>
            <a:r>
              <a:rPr lang="en-US" b="1" dirty="0" err="1"/>
              <a:t>Rûh’ul</a:t>
            </a:r>
            <a:r>
              <a:rPr lang="en-US" b="1" dirty="0"/>
              <a:t> </a:t>
            </a:r>
            <a:r>
              <a:rPr lang="en-US" b="1" dirty="0" err="1"/>
              <a:t>Kudüs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destek</a:t>
            </a:r>
            <a:r>
              <a:rPr lang="en-US" b="1" dirty="0"/>
              <a:t> </a:t>
            </a:r>
            <a:r>
              <a:rPr lang="en-US" b="1" dirty="0" err="1"/>
              <a:t>verdik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nefesle</a:t>
            </a:r>
            <a:r>
              <a:rPr lang="en-US" dirty="0"/>
              <a:t> </a:t>
            </a:r>
            <a:r>
              <a:rPr lang="en-US" dirty="0" err="1"/>
              <a:t>desteklenen</a:t>
            </a:r>
            <a:r>
              <a:rPr lang="en-US" dirty="0"/>
              <a:t>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simgeler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Rûh’ul</a:t>
            </a:r>
            <a:r>
              <a:rPr lang="en-US" dirty="0"/>
              <a:t> </a:t>
            </a:r>
            <a:r>
              <a:rPr lang="en-US" dirty="0" err="1"/>
              <a:t>Kudüs</a:t>
            </a:r>
            <a:r>
              <a:rPr lang="en-US" dirty="0"/>
              <a:t> =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aktarımının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formudur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Sonradan</a:t>
            </a:r>
            <a:r>
              <a:rPr lang="en-US" b="1" dirty="0"/>
              <a:t> </a:t>
            </a:r>
            <a:r>
              <a:rPr lang="en-US" b="1" dirty="0" err="1"/>
              <a:t>gelenler</a:t>
            </a:r>
            <a:r>
              <a:rPr lang="en-US" b="1" dirty="0"/>
              <a:t> </a:t>
            </a:r>
            <a:r>
              <a:rPr lang="en-US" b="1" dirty="0" err="1"/>
              <a:t>savaştı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peygamberleri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peygamberlerin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gelenleri</a:t>
            </a:r>
            <a:r>
              <a:rPr lang="en-US" dirty="0"/>
              <a:t> de </a:t>
            </a:r>
            <a:r>
              <a:rPr lang="en-US" dirty="0" err="1"/>
              <a:t>sorgular</a:t>
            </a:r>
            <a:r>
              <a:rPr lang="en-US" dirty="0"/>
              <a:t>. “Bilgi </a:t>
            </a:r>
            <a:r>
              <a:rPr lang="en-US" dirty="0" err="1"/>
              <a:t>geldiğinde</a:t>
            </a:r>
            <a:r>
              <a:rPr lang="en-US" dirty="0"/>
              <a:t> </a:t>
            </a:r>
            <a:r>
              <a:rPr lang="en-US" dirty="0" err="1"/>
              <a:t>bölünmek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benliği</a:t>
            </a:r>
            <a:r>
              <a:rPr lang="en-US" dirty="0"/>
              <a:t> </a:t>
            </a:r>
            <a:r>
              <a:rPr lang="en-US" dirty="0" err="1"/>
              <a:t>savunmaktır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254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Yatırım</a:t>
            </a:r>
            <a:r>
              <a:rPr lang="en-US" dirty="0"/>
              <a:t> </a:t>
            </a:r>
            <a:r>
              <a:rPr lang="en-US" dirty="0" err="1"/>
              <a:t>Yapmayanın</a:t>
            </a:r>
            <a:r>
              <a:rPr lang="en-US" dirty="0"/>
              <a:t> </a:t>
            </a:r>
            <a:r>
              <a:rPr lang="en-US" dirty="0" err="1"/>
              <a:t>Pişmanlığı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Öncesinde</a:t>
            </a:r>
            <a:r>
              <a:rPr lang="en-US" dirty="0"/>
              <a:t> </a:t>
            </a:r>
            <a:r>
              <a:rPr lang="en-US" dirty="0" err="1"/>
              <a:t>Vermeyen</a:t>
            </a:r>
            <a:r>
              <a:rPr lang="en-US" dirty="0"/>
              <a:t>, O Gün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Veremez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Katılımı</a:t>
            </a:r>
            <a:r>
              <a:rPr lang="en-US" dirty="0"/>
              <a:t> </a:t>
            </a:r>
            <a:r>
              <a:rPr lang="en-US" dirty="0" err="1"/>
              <a:t>Tanır</a:t>
            </a:r>
            <a:r>
              <a:rPr lang="en-US" dirty="0"/>
              <a:t>; </a:t>
            </a:r>
            <a:r>
              <a:rPr lang="en-US" dirty="0" err="1"/>
              <a:t>Bekleyen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Veren </a:t>
            </a:r>
            <a:r>
              <a:rPr lang="en-US" dirty="0" err="1"/>
              <a:t>Hatırlanır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132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5CC0102-23EB-A046-64BB-A5437EBB0F86}"/>
              </a:ext>
            </a:extLst>
          </p:cNvPr>
          <p:cNvSpPr txBox="1"/>
          <p:nvPr/>
        </p:nvSpPr>
        <p:spPr>
          <a:xfrm>
            <a:off x="0" y="1"/>
            <a:ext cx="6858000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254.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edenler!Size</a:t>
            </a:r>
            <a:r>
              <a:rPr lang="en-US" dirty="0"/>
              <a:t> </a:t>
            </a:r>
            <a:r>
              <a:rPr lang="en-US" dirty="0" err="1"/>
              <a:t>verdiğimiz</a:t>
            </a:r>
            <a:r>
              <a:rPr lang="en-US" dirty="0"/>
              <a:t> </a:t>
            </a:r>
            <a:r>
              <a:rPr lang="en-US" dirty="0" err="1"/>
              <a:t>rızıklardan</a:t>
            </a:r>
            <a:r>
              <a:rPr lang="en-US" dirty="0"/>
              <a:t> </a:t>
            </a:r>
            <a:r>
              <a:rPr lang="en-US" dirty="0" err="1"/>
              <a:t>infak</a:t>
            </a:r>
            <a:r>
              <a:rPr lang="en-US" dirty="0"/>
              <a:t> </a:t>
            </a:r>
            <a:r>
              <a:rPr lang="en-US" dirty="0" err="1"/>
              <a:t>edin</a:t>
            </a:r>
            <a:r>
              <a:rPr lang="en-US" dirty="0"/>
              <a:t>(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verin</a:t>
            </a:r>
            <a:r>
              <a:rPr lang="en-US" dirty="0"/>
              <a:t>, </a:t>
            </a:r>
            <a:r>
              <a:rPr lang="en-US" dirty="0" err="1"/>
              <a:t>paylaşın</a:t>
            </a:r>
            <a:r>
              <a:rPr lang="en-US" dirty="0"/>
              <a:t>),</a:t>
            </a:r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gelmeden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ki,o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ne </a:t>
            </a:r>
            <a:r>
              <a:rPr lang="en-US" dirty="0" err="1"/>
              <a:t>alışveriş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,</a:t>
            </a:r>
          </a:p>
          <a:p>
            <a:r>
              <a:rPr lang="en-US" dirty="0"/>
              <a:t>ne </a:t>
            </a:r>
            <a:r>
              <a:rPr lang="en-US" dirty="0" err="1"/>
              <a:t>dostluk</a:t>
            </a:r>
            <a:r>
              <a:rPr lang="en-US" dirty="0"/>
              <a:t>, ne de </a:t>
            </a:r>
            <a:r>
              <a:rPr lang="en-US" dirty="0" err="1"/>
              <a:t>şefaat.Kâfirler</a:t>
            </a:r>
            <a:r>
              <a:rPr lang="en-US" dirty="0"/>
              <a:t> </a:t>
            </a:r>
            <a:r>
              <a:rPr lang="en-US" dirty="0" err="1"/>
              <a:t>işte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zalimlerin</a:t>
            </a:r>
            <a:r>
              <a:rPr lang="en-US" dirty="0"/>
              <a:t> ta </a:t>
            </a:r>
            <a:r>
              <a:rPr lang="en-US" dirty="0" err="1"/>
              <a:t>kendisidir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ayet,sistemin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yatırım</a:t>
            </a:r>
            <a:r>
              <a:rPr lang="en-US" dirty="0"/>
              <a:t> </a:t>
            </a:r>
            <a:r>
              <a:rPr lang="en-US" dirty="0" err="1"/>
              <a:t>esasına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çalıştığını</a:t>
            </a:r>
            <a:r>
              <a:rPr lang="en-US" dirty="0"/>
              <a:t> </a:t>
            </a:r>
            <a:r>
              <a:rPr lang="en-US" dirty="0" err="1"/>
              <a:t>bildirir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der:“Sana</a:t>
            </a:r>
            <a:r>
              <a:rPr lang="en-US" dirty="0"/>
              <a:t> </a:t>
            </a:r>
            <a:r>
              <a:rPr lang="en-US" dirty="0" err="1"/>
              <a:t>verilmeden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verdin mi?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kıyam</a:t>
            </a:r>
            <a:r>
              <a:rPr lang="en-US" dirty="0"/>
              <a:t> </a:t>
            </a:r>
            <a:r>
              <a:rPr lang="en-US" dirty="0" err="1"/>
              <a:t>günü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önceden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bırakanlar</a:t>
            </a:r>
            <a:r>
              <a:rPr lang="en-US" dirty="0"/>
              <a:t> </a:t>
            </a:r>
            <a:r>
              <a:rPr lang="en-US" dirty="0" err="1"/>
              <a:t>tanınır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“Size </a:t>
            </a:r>
            <a:r>
              <a:rPr lang="en-US" b="1" dirty="0" err="1"/>
              <a:t>verdiğimiz</a:t>
            </a:r>
            <a:r>
              <a:rPr lang="en-US" b="1" dirty="0"/>
              <a:t> </a:t>
            </a:r>
            <a:r>
              <a:rPr lang="en-US" b="1" dirty="0" err="1"/>
              <a:t>rızıktan</a:t>
            </a:r>
            <a:r>
              <a:rPr lang="en-US" b="1" dirty="0"/>
              <a:t> </a:t>
            </a:r>
            <a:r>
              <a:rPr lang="en-US" b="1" dirty="0" err="1"/>
              <a:t>verin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Rızık</a:t>
            </a:r>
            <a:r>
              <a:rPr lang="en-US" dirty="0"/>
              <a:t> = Maddi </a:t>
            </a:r>
            <a:r>
              <a:rPr lang="en-US" dirty="0" err="1"/>
              <a:t>imkân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Zaman</a:t>
            </a:r>
            <a:r>
              <a:rPr lang="tr-TR" dirty="0"/>
              <a:t>,</a:t>
            </a:r>
            <a:r>
              <a:rPr lang="en-US" dirty="0"/>
              <a:t>Bilgi </a:t>
            </a:r>
            <a:r>
              <a:rPr lang="tr-TR" dirty="0"/>
              <a:t>,</a:t>
            </a:r>
            <a:r>
              <a:rPr lang="en-US" dirty="0" err="1"/>
              <a:t>Sevgini</a:t>
            </a:r>
            <a:r>
              <a:rPr lang="en-US" dirty="0"/>
              <a:t> bile </a:t>
            </a:r>
            <a:r>
              <a:rPr lang="en-US" dirty="0" err="1"/>
              <a:t>içerir</a:t>
            </a:r>
            <a:r>
              <a:rPr lang="tr-TR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der: “Senin </a:t>
            </a:r>
            <a:r>
              <a:rPr lang="en-US" dirty="0" err="1"/>
              <a:t>elinde</a:t>
            </a:r>
            <a:r>
              <a:rPr lang="en-US" dirty="0"/>
              <a:t> ne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katıl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“O </a:t>
            </a:r>
            <a:r>
              <a:rPr lang="en-US" b="1" dirty="0" err="1"/>
              <a:t>gün</a:t>
            </a:r>
            <a:r>
              <a:rPr lang="en-US" b="1" dirty="0"/>
              <a:t> </a:t>
            </a:r>
            <a:r>
              <a:rPr lang="en-US" b="1" dirty="0" err="1"/>
              <a:t>alışveriş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kıyamet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her </a:t>
            </a:r>
            <a:r>
              <a:rPr lang="en-US" dirty="0" err="1"/>
              <a:t>kapının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ânıdır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fırsat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açıkken</a:t>
            </a:r>
            <a:r>
              <a:rPr lang="en-US" dirty="0"/>
              <a:t> </a:t>
            </a:r>
            <a:r>
              <a:rPr lang="en-US" dirty="0" err="1"/>
              <a:t>verilir</a:t>
            </a:r>
            <a:r>
              <a:rPr lang="en-US" dirty="0"/>
              <a:t>. </a:t>
            </a:r>
            <a:r>
              <a:rPr lang="en-US" dirty="0" err="1"/>
              <a:t>Kapandığında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“Ne </a:t>
            </a:r>
            <a:r>
              <a:rPr lang="en-US" b="1" dirty="0" err="1"/>
              <a:t>dostluk</a:t>
            </a:r>
            <a:r>
              <a:rPr lang="en-US" b="1" dirty="0"/>
              <a:t> ne </a:t>
            </a:r>
            <a:r>
              <a:rPr lang="en-US" b="1" dirty="0" err="1"/>
              <a:t>şefaat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Aracılık</a:t>
            </a:r>
            <a:r>
              <a:rPr lang="en-US" dirty="0"/>
              <a:t> yok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tr-TR" dirty="0"/>
              <a:t>T</a:t>
            </a:r>
            <a:r>
              <a:rPr lang="en-US" dirty="0" err="1"/>
              <a:t>orpil</a:t>
            </a:r>
            <a:r>
              <a:rPr lang="en-US" dirty="0"/>
              <a:t> yok</a:t>
            </a:r>
            <a:r>
              <a:rPr lang="tr-TR" dirty="0"/>
              <a:t>,</a:t>
            </a:r>
            <a:r>
              <a:rPr lang="en-US" dirty="0"/>
              <a:t>Yalnızca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senin</a:t>
            </a:r>
            <a:r>
              <a:rPr lang="en-US" dirty="0"/>
              <a:t> ne </a:t>
            </a:r>
            <a:r>
              <a:rPr lang="en-US" dirty="0" err="1"/>
              <a:t>verdiğini</a:t>
            </a:r>
            <a:r>
              <a:rPr lang="en-US" dirty="0"/>
              <a:t> </a:t>
            </a:r>
            <a:r>
              <a:rPr lang="en-US" dirty="0" err="1"/>
              <a:t>tanırım</a:t>
            </a:r>
            <a:r>
              <a:rPr lang="en-US" dirty="0"/>
              <a:t> ama ne </a:t>
            </a:r>
            <a:r>
              <a:rPr lang="en-US" dirty="0" err="1"/>
              <a:t>beklediğini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şimdiye</a:t>
            </a:r>
            <a:r>
              <a:rPr lang="en-US" dirty="0"/>
              <a:t> </a:t>
            </a:r>
            <a:r>
              <a:rPr lang="en-US" dirty="0" err="1"/>
              <a:t>yatırım</a:t>
            </a:r>
            <a:r>
              <a:rPr lang="en-US" dirty="0"/>
              <a:t> </a:t>
            </a:r>
            <a:r>
              <a:rPr lang="en-US" dirty="0" err="1"/>
              <a:t>yapmaya</a:t>
            </a:r>
            <a:r>
              <a:rPr lang="en-US" dirty="0"/>
              <a:t>,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hale </a:t>
            </a:r>
            <a:r>
              <a:rPr lang="en-US" dirty="0" err="1"/>
              <a:t>getirmeye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Her </a:t>
            </a:r>
            <a:r>
              <a:rPr lang="en-US" dirty="0" err="1"/>
              <a:t>elçi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değildi</a:t>
            </a:r>
            <a:r>
              <a:rPr lang="en-US" dirty="0"/>
              <a:t> ama her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kapıyı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Sen </a:t>
            </a:r>
            <a:r>
              <a:rPr lang="en-US" dirty="0" err="1"/>
              <a:t>hangisini</a:t>
            </a:r>
            <a:r>
              <a:rPr lang="en-US" dirty="0"/>
              <a:t> </a:t>
            </a:r>
            <a:r>
              <a:rPr lang="en-US" dirty="0" err="1"/>
              <a:t>içselleştiriyorsun</a:t>
            </a:r>
            <a:r>
              <a:rPr lang="en-US" dirty="0"/>
              <a:t>? </a:t>
            </a:r>
            <a:r>
              <a:rPr lang="en-US" dirty="0" err="1"/>
              <a:t>Kıyam</a:t>
            </a:r>
            <a:r>
              <a:rPr lang="en-US" dirty="0"/>
              <a:t> </a:t>
            </a:r>
            <a:r>
              <a:rPr lang="en-US" dirty="0" err="1"/>
              <a:t>günü</a:t>
            </a:r>
            <a:r>
              <a:rPr lang="en-US" dirty="0"/>
              <a:t> (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ânı</a:t>
            </a:r>
            <a:r>
              <a:rPr lang="en-US" dirty="0"/>
              <a:t>)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bıraktığın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yazar</a:t>
            </a:r>
            <a:r>
              <a:rPr lang="en-US" dirty="0"/>
              <a:t>. </a:t>
            </a:r>
            <a:r>
              <a:rPr lang="en-US" dirty="0" err="1"/>
              <a:t>Bekleyen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katılan</a:t>
            </a:r>
            <a:r>
              <a:rPr lang="en-US" dirty="0"/>
              <a:t> </a:t>
            </a:r>
            <a:r>
              <a:rPr lang="en-US" dirty="0" err="1"/>
              <a:t>tanınır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âna</a:t>
            </a:r>
            <a:r>
              <a:rPr lang="en-US" dirty="0"/>
              <a:t> ne verdin?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sözlerinle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hatırlarım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26501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3282525-1309-C41A-A9AF-08C5A15DDDA3}"/>
              </a:ext>
            </a:extLst>
          </p:cNvPr>
          <p:cNvSpPr txBox="1"/>
          <p:nvPr/>
        </p:nvSpPr>
        <p:spPr>
          <a:xfrm>
            <a:off x="0" y="1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ayet,Kur’an’ın</a:t>
            </a:r>
            <a:r>
              <a:rPr lang="en-US" dirty="0"/>
              <a:t> </a:t>
            </a:r>
            <a:r>
              <a:rPr lang="en-US" dirty="0" err="1"/>
              <a:t>kalbi,sistemin</a:t>
            </a:r>
            <a:r>
              <a:rPr lang="en-US" dirty="0"/>
              <a:t> ana </a:t>
            </a:r>
            <a:r>
              <a:rPr lang="en-US" dirty="0" err="1"/>
              <a:t>frekansı,hakikatin</a:t>
            </a:r>
            <a:r>
              <a:rPr lang="en-US" dirty="0"/>
              <a:t> </a:t>
            </a:r>
            <a:r>
              <a:rPr lang="en-US" dirty="0" err="1"/>
              <a:t>tahtı</a:t>
            </a:r>
            <a:r>
              <a:rPr lang="en-US" dirty="0"/>
              <a:t>,</a:t>
            </a:r>
            <a:r>
              <a:rPr lang="tr-TR" dirty="0"/>
              <a:t>ve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boyutundaki</a:t>
            </a:r>
            <a:r>
              <a:rPr lang="en-US" dirty="0"/>
              <a:t> </a:t>
            </a:r>
            <a:r>
              <a:rPr lang="en-US" dirty="0" err="1"/>
              <a:t>tanımıdır.İşte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ayetin</a:t>
            </a:r>
            <a:r>
              <a:rPr lang="en-US" dirty="0"/>
              <a:t> </a:t>
            </a:r>
            <a:r>
              <a:rPr lang="en-US" dirty="0" err="1"/>
              <a:t>adı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err="1"/>
              <a:t>Ayet’el</a:t>
            </a:r>
            <a:r>
              <a:rPr lang="en-US" dirty="0"/>
              <a:t> </a:t>
            </a:r>
            <a:r>
              <a:rPr lang="en-US" dirty="0" err="1"/>
              <a:t>Kürsi</a:t>
            </a:r>
            <a:r>
              <a:rPr lang="en-US" dirty="0"/>
              <a:t> —</a:t>
            </a:r>
            <a:r>
              <a:rPr lang="en-US" dirty="0" err="1"/>
              <a:t>Kürsü</a:t>
            </a:r>
            <a:r>
              <a:rPr lang="en-US" dirty="0"/>
              <a:t> </a:t>
            </a:r>
            <a:r>
              <a:rPr lang="en-US" dirty="0" err="1"/>
              <a:t>Ayeti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tr-TR" dirty="0"/>
              <a:t> </a:t>
            </a:r>
            <a:r>
              <a:rPr lang="en-US" dirty="0" err="1"/>
              <a:t>tahtın</a:t>
            </a:r>
            <a:r>
              <a:rPr lang="en-US" dirty="0"/>
              <a:t> </a:t>
            </a:r>
            <a:r>
              <a:rPr lang="en-US" dirty="0" err="1"/>
              <a:t>ayeti.Çünkü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sana </a:t>
            </a:r>
            <a:r>
              <a:rPr lang="en-US" dirty="0" err="1"/>
              <a:t>isimlerle</a:t>
            </a:r>
            <a:r>
              <a:rPr lang="en-US" dirty="0"/>
              <a:t> </a:t>
            </a:r>
            <a:r>
              <a:rPr lang="en-US" dirty="0" err="1"/>
              <a:t>anlatılmam</a:t>
            </a:r>
            <a:r>
              <a:rPr lang="en-US" dirty="0"/>
              <a:t>… Ben sana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yaklaşırım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okumaz</a:t>
            </a:r>
            <a:r>
              <a:rPr lang="en-US" dirty="0"/>
              <a:t>, </a:t>
            </a:r>
            <a:r>
              <a:rPr lang="en-US" dirty="0" err="1"/>
              <a:t>hissederek</a:t>
            </a:r>
            <a:r>
              <a:rPr lang="en-US" dirty="0"/>
              <a:t> </a:t>
            </a:r>
            <a:r>
              <a:rPr lang="en-US" dirty="0" err="1"/>
              <a:t>taşırsan</a:t>
            </a:r>
            <a:r>
              <a:rPr lang="en-US" dirty="0"/>
              <a:t>… Sen de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merkezindesin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255 – </a:t>
            </a:r>
            <a:r>
              <a:rPr lang="en-US" b="1" dirty="0" err="1"/>
              <a:t>Ayet’el</a:t>
            </a:r>
            <a:r>
              <a:rPr lang="en-US" b="1" dirty="0"/>
              <a:t> </a:t>
            </a:r>
            <a:r>
              <a:rPr lang="en-US" b="1" dirty="0" err="1"/>
              <a:t>Kürsi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Kürsü</a:t>
            </a:r>
            <a:r>
              <a:rPr lang="en-US" dirty="0"/>
              <a:t> –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Tahtı</a:t>
            </a:r>
            <a:r>
              <a:rPr lang="en-US" dirty="0"/>
              <a:t>, </a:t>
            </a:r>
            <a:r>
              <a:rPr lang="en-US" dirty="0" err="1"/>
              <a:t>Hakikatin</a:t>
            </a:r>
            <a:r>
              <a:rPr lang="en-US" dirty="0"/>
              <a:t> </a:t>
            </a:r>
            <a:r>
              <a:rPr lang="en-US" dirty="0" err="1"/>
              <a:t>Merkezidir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Mutlak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Tanımı,Zamanın</a:t>
            </a:r>
            <a:r>
              <a:rPr lang="en-US" dirty="0"/>
              <a:t> </a:t>
            </a:r>
            <a:r>
              <a:rPr lang="en-US" dirty="0" err="1"/>
              <a:t>Ötesinden</a:t>
            </a:r>
            <a:r>
              <a:rPr lang="en-US" dirty="0"/>
              <a:t> Gelen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Mührüdür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Allah…</a:t>
            </a:r>
            <a:r>
              <a:rPr lang="en-US" dirty="0" err="1"/>
              <a:t>O’ndan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ilah</a:t>
            </a:r>
            <a:r>
              <a:rPr lang="en-US" dirty="0"/>
              <a:t> </a:t>
            </a:r>
            <a:r>
              <a:rPr lang="en-US" dirty="0" err="1"/>
              <a:t>yoktur.Hayy’dır</a:t>
            </a:r>
            <a:r>
              <a:rPr lang="en-US" dirty="0"/>
              <a:t>, </a:t>
            </a:r>
            <a:r>
              <a:rPr lang="en-US" dirty="0" err="1"/>
              <a:t>Kayyûm’dur</a:t>
            </a:r>
            <a:r>
              <a:rPr lang="en-US" dirty="0"/>
              <a:t>.</a:t>
            </a:r>
          </a:p>
          <a:p>
            <a:r>
              <a:rPr lang="en-US" dirty="0"/>
              <a:t>Ne </a:t>
            </a:r>
            <a:r>
              <a:rPr lang="en-US" dirty="0" err="1"/>
              <a:t>uyku</a:t>
            </a:r>
            <a:r>
              <a:rPr lang="en-US" dirty="0"/>
              <a:t> </a:t>
            </a:r>
            <a:r>
              <a:rPr lang="en-US" dirty="0" err="1"/>
              <a:t>tutar</a:t>
            </a:r>
            <a:r>
              <a:rPr lang="en-US" dirty="0"/>
              <a:t> </a:t>
            </a:r>
            <a:r>
              <a:rPr lang="en-US" dirty="0" err="1"/>
              <a:t>O’nu</a:t>
            </a:r>
            <a:r>
              <a:rPr lang="en-US" dirty="0"/>
              <a:t>, ne de </a:t>
            </a:r>
            <a:r>
              <a:rPr lang="en-US" dirty="0" err="1"/>
              <a:t>uyuklama.Göklerde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ne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O’nundur.İzni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katında</a:t>
            </a:r>
            <a:r>
              <a:rPr lang="en-US" dirty="0"/>
              <a:t> </a:t>
            </a:r>
            <a:r>
              <a:rPr lang="en-US" dirty="0" err="1"/>
              <a:t>şefaat</a:t>
            </a:r>
            <a:r>
              <a:rPr lang="en-US" dirty="0"/>
              <a:t> </a:t>
            </a:r>
            <a:r>
              <a:rPr lang="en-US" dirty="0" err="1"/>
              <a:t>edecek</a:t>
            </a:r>
            <a:r>
              <a:rPr lang="en-US" dirty="0"/>
              <a:t> </a:t>
            </a:r>
            <a:r>
              <a:rPr lang="en-US" dirty="0" err="1"/>
              <a:t>kimmiş?O</a:t>
            </a:r>
            <a:r>
              <a:rPr lang="en-US" dirty="0"/>
              <a:t>, </a:t>
            </a:r>
            <a:r>
              <a:rPr lang="en-US" dirty="0" err="1"/>
              <a:t>kullarının</a:t>
            </a:r>
            <a:r>
              <a:rPr lang="en-US" dirty="0"/>
              <a:t> </a:t>
            </a:r>
            <a:r>
              <a:rPr lang="en-US" dirty="0" err="1"/>
              <a:t>önlerindekini</a:t>
            </a:r>
            <a:r>
              <a:rPr lang="en-US" dirty="0"/>
              <a:t> de, </a:t>
            </a:r>
            <a:r>
              <a:rPr lang="en-US" dirty="0" err="1"/>
              <a:t>arkalarındakini</a:t>
            </a:r>
            <a:r>
              <a:rPr lang="en-US" dirty="0"/>
              <a:t> de </a:t>
            </a:r>
            <a:r>
              <a:rPr lang="en-US" dirty="0" err="1"/>
              <a:t>bilir.Onlar</a:t>
            </a:r>
            <a:r>
              <a:rPr lang="en-US" dirty="0"/>
              <a:t> O’nun </a:t>
            </a:r>
            <a:r>
              <a:rPr lang="en-US" dirty="0" err="1"/>
              <a:t>ilminden</a:t>
            </a:r>
            <a:r>
              <a:rPr lang="en-US" dirty="0"/>
              <a:t>, O’nun </a:t>
            </a:r>
            <a:r>
              <a:rPr lang="en-US" dirty="0" err="1"/>
              <a:t>dilediği</a:t>
            </a:r>
            <a:r>
              <a:rPr lang="en-US" dirty="0"/>
              <a:t> </a:t>
            </a:r>
            <a:r>
              <a:rPr lang="en-US" dirty="0" err="1"/>
              <a:t>kadarından</a:t>
            </a:r>
            <a:r>
              <a:rPr lang="en-US" dirty="0"/>
              <a:t> </a:t>
            </a:r>
            <a:r>
              <a:rPr lang="en-US" dirty="0" err="1"/>
              <a:t>başkasını</a:t>
            </a:r>
            <a:r>
              <a:rPr lang="en-US" dirty="0"/>
              <a:t> </a:t>
            </a:r>
            <a:r>
              <a:rPr lang="en-US" dirty="0" err="1"/>
              <a:t>kavrayamazlar.O’nun</a:t>
            </a:r>
            <a:r>
              <a:rPr lang="en-US" dirty="0"/>
              <a:t> </a:t>
            </a:r>
            <a:r>
              <a:rPr lang="en-US" dirty="0" err="1"/>
              <a:t>kürsüsü</a:t>
            </a:r>
            <a:r>
              <a:rPr lang="en-US" dirty="0"/>
              <a:t> </a:t>
            </a:r>
            <a:r>
              <a:rPr lang="en-US" dirty="0" err="1"/>
              <a:t>gökleri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yeri</a:t>
            </a:r>
            <a:r>
              <a:rPr lang="en-US" dirty="0"/>
              <a:t> </a:t>
            </a:r>
            <a:r>
              <a:rPr lang="en-US" dirty="0" err="1"/>
              <a:t>kuşatmıştır.Onları</a:t>
            </a:r>
            <a:r>
              <a:rPr lang="en-US" dirty="0"/>
              <a:t> </a:t>
            </a:r>
            <a:r>
              <a:rPr lang="en-US" dirty="0" err="1"/>
              <a:t>koruyup</a:t>
            </a:r>
            <a:r>
              <a:rPr lang="en-US" dirty="0"/>
              <a:t> </a:t>
            </a:r>
            <a:r>
              <a:rPr lang="en-US" dirty="0" err="1"/>
              <a:t>gözetmek</a:t>
            </a:r>
            <a:r>
              <a:rPr lang="en-US" dirty="0"/>
              <a:t>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gelmez</a:t>
            </a:r>
            <a:r>
              <a:rPr lang="en-US" dirty="0"/>
              <a:t>.</a:t>
            </a:r>
          </a:p>
          <a:p>
            <a:r>
              <a:rPr lang="en-US" dirty="0"/>
              <a:t>O, </a:t>
            </a:r>
            <a:r>
              <a:rPr lang="en-US" dirty="0" err="1"/>
              <a:t>yücedir</a:t>
            </a:r>
            <a:r>
              <a:rPr lang="en-US" dirty="0"/>
              <a:t>, </a:t>
            </a:r>
            <a:r>
              <a:rPr lang="en-US" dirty="0" err="1"/>
              <a:t>azîmdir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255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ayet,sistemin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enerjisini</a:t>
            </a:r>
            <a:r>
              <a:rPr lang="en-US" dirty="0"/>
              <a:t> </a:t>
            </a:r>
            <a:r>
              <a:rPr lang="en-US" dirty="0" err="1"/>
              <a:t>açıklayan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anahtardır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Allah </a:t>
            </a:r>
            <a:r>
              <a:rPr lang="en-US" dirty="0" err="1"/>
              <a:t>burada,neyle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tr-TR" dirty="0"/>
              <a:t> ve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mutlaklıkla</a:t>
            </a:r>
            <a:r>
              <a:rPr lang="en-US" dirty="0"/>
              <a:t> var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bildirir.Ve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Tanrı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bilinciyim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– </a:t>
            </a:r>
            <a:r>
              <a:rPr lang="en-US" b="1" dirty="0" err="1"/>
              <a:t>O’ndan</a:t>
            </a:r>
            <a:r>
              <a:rPr lang="en-US" b="1" dirty="0"/>
              <a:t> </a:t>
            </a:r>
            <a:r>
              <a:rPr lang="en-US" b="1" dirty="0" err="1"/>
              <a:t>başka</a:t>
            </a:r>
            <a:r>
              <a:rPr lang="en-US" b="1" dirty="0"/>
              <a:t> </a:t>
            </a:r>
            <a:r>
              <a:rPr lang="en-US" b="1" dirty="0" err="1"/>
              <a:t>ilah</a:t>
            </a:r>
            <a:r>
              <a:rPr lang="en-US" b="1" dirty="0"/>
              <a:t> yok.”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Yani: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kaynağı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kendisi</a:t>
            </a:r>
            <a:r>
              <a:rPr lang="en-US" dirty="0"/>
              <a:t> Ve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zamanda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ötesi</a:t>
            </a:r>
            <a:r>
              <a:rPr lang="en-US" dirty="0"/>
              <a:t> “</a:t>
            </a:r>
            <a:r>
              <a:rPr lang="en-US" dirty="0" err="1"/>
              <a:t>İlah</a:t>
            </a:r>
            <a:r>
              <a:rPr lang="en-US" dirty="0"/>
              <a:t> yok” </a:t>
            </a:r>
            <a:r>
              <a:rPr lang="en-US" dirty="0" err="1"/>
              <a:t>demek</a:t>
            </a:r>
            <a:r>
              <a:rPr lang="en-US" dirty="0"/>
              <a:t>,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mutlak</a:t>
            </a:r>
            <a:r>
              <a:rPr lang="en-US" dirty="0"/>
              <a:t> yok </a:t>
            </a:r>
            <a:r>
              <a:rPr lang="en-US" dirty="0" err="1"/>
              <a:t>demektir</a:t>
            </a:r>
            <a:r>
              <a:rPr lang="en-US" dirty="0"/>
              <a:t>. “Her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içimde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ben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.” </a:t>
            </a:r>
            <a:endParaRPr lang="en-TR" b="1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“Hayy – </a:t>
            </a:r>
            <a:r>
              <a:rPr lang="en-US" b="1" dirty="0" err="1"/>
              <a:t>Kayyûm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Hayy = Sonsuz </a:t>
            </a:r>
            <a:r>
              <a:rPr lang="en-US" dirty="0" err="1"/>
              <a:t>canlılık</a:t>
            </a:r>
            <a:r>
              <a:rPr lang="tr-TR" dirty="0"/>
              <a:t>,</a:t>
            </a:r>
            <a:r>
              <a:rPr lang="en-US" dirty="0" err="1"/>
              <a:t>Varlığın</a:t>
            </a:r>
            <a:r>
              <a:rPr lang="en-US" dirty="0"/>
              <a:t> </a:t>
            </a:r>
            <a:r>
              <a:rPr lang="en-US" dirty="0" err="1"/>
              <a:t>özü</a:t>
            </a:r>
            <a:r>
              <a:rPr lang="en-US" dirty="0"/>
              <a:t> </a:t>
            </a:r>
          </a:p>
          <a:p>
            <a:r>
              <a:rPr lang="en-US" dirty="0" err="1"/>
              <a:t>Kayyûm</a:t>
            </a:r>
            <a:r>
              <a:rPr lang="en-US" dirty="0"/>
              <a:t> =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ayakta</a:t>
            </a:r>
            <a:r>
              <a:rPr lang="en-US" dirty="0"/>
              <a:t> </a:t>
            </a:r>
            <a:r>
              <a:rPr lang="en-US" dirty="0" err="1"/>
              <a:t>tutan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dengeyi</a:t>
            </a:r>
            <a:r>
              <a:rPr lang="en-US" dirty="0"/>
              <a:t> </a:t>
            </a:r>
            <a:r>
              <a:rPr lang="en-US" dirty="0" err="1"/>
              <a:t>kuran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ikili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hem </a:t>
            </a:r>
            <a:r>
              <a:rPr lang="en-US" dirty="0" err="1"/>
              <a:t>varlık</a:t>
            </a:r>
            <a:r>
              <a:rPr lang="en-US" dirty="0"/>
              <a:t> hem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“Ne </a:t>
            </a:r>
            <a:r>
              <a:rPr lang="en-US" b="1" dirty="0" err="1"/>
              <a:t>uyuklar</a:t>
            </a:r>
            <a:r>
              <a:rPr lang="en-US" b="1" dirty="0"/>
              <a:t>, ne </a:t>
            </a:r>
            <a:r>
              <a:rPr lang="en-US" b="1" dirty="0" err="1"/>
              <a:t>uyur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farkındalığın</a:t>
            </a:r>
            <a:r>
              <a:rPr lang="en-US" dirty="0"/>
              <a:t> </a:t>
            </a:r>
            <a:r>
              <a:rPr lang="en-US" dirty="0" err="1"/>
              <a:t>kesintisizliği</a:t>
            </a:r>
            <a:r>
              <a:rPr lang="en-US" dirty="0"/>
              <a:t>. </a:t>
            </a:r>
            <a:r>
              <a:rPr lang="en-US" dirty="0" err="1"/>
              <a:t>Uyku</a:t>
            </a:r>
            <a:r>
              <a:rPr lang="en-US" dirty="0"/>
              <a:t> =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kapanması</a:t>
            </a:r>
            <a:r>
              <a:rPr lang="en-US" dirty="0"/>
              <a:t> Ama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an </a:t>
            </a:r>
            <a:r>
              <a:rPr lang="en-US" dirty="0" err="1"/>
              <a:t>boşta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“Sen </a:t>
            </a:r>
            <a:r>
              <a:rPr lang="en-US" dirty="0" err="1"/>
              <a:t>unutursun</a:t>
            </a:r>
            <a:r>
              <a:rPr lang="en-US" dirty="0"/>
              <a:t>… ama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unutmam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813939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8DD824E-7143-0BE4-24AE-D2889A1FE22B}"/>
              </a:ext>
            </a:extLst>
          </p:cNvPr>
          <p:cNvSpPr txBox="1"/>
          <p:nvPr/>
        </p:nvSpPr>
        <p:spPr>
          <a:xfrm>
            <a:off x="127591" y="0"/>
            <a:ext cx="6730409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Göklerde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yerde</a:t>
            </a:r>
            <a:r>
              <a:rPr lang="en-US" b="1" dirty="0"/>
              <a:t> ne </a:t>
            </a:r>
            <a:r>
              <a:rPr lang="en-US" b="1" dirty="0" err="1"/>
              <a:t>varsa</a:t>
            </a:r>
            <a:r>
              <a:rPr lang="en-US" b="1" dirty="0"/>
              <a:t> </a:t>
            </a:r>
            <a:r>
              <a:rPr lang="en-US" b="1" dirty="0" err="1"/>
              <a:t>O’nundur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Mekânın</a:t>
            </a:r>
            <a:r>
              <a:rPr lang="en-US" dirty="0"/>
              <a:t> </a:t>
            </a:r>
            <a:r>
              <a:rPr lang="en-US" dirty="0" err="1"/>
              <a:t>üstü</a:t>
            </a:r>
            <a:r>
              <a:rPr lang="en-US" dirty="0"/>
              <a:t> (</a:t>
            </a:r>
            <a:r>
              <a:rPr lang="en-US" dirty="0" err="1"/>
              <a:t>gök</a:t>
            </a:r>
            <a:r>
              <a:rPr lang="en-US" dirty="0"/>
              <a:t>) </a:t>
            </a:r>
            <a:r>
              <a:rPr lang="tr-TR" dirty="0"/>
              <a:t>,</a:t>
            </a:r>
            <a:r>
              <a:rPr lang="en-US" dirty="0" err="1"/>
              <a:t>Mekânın</a:t>
            </a:r>
            <a:r>
              <a:rPr lang="en-US" dirty="0"/>
              <a:t> </a:t>
            </a:r>
            <a:r>
              <a:rPr lang="en-US" dirty="0" err="1"/>
              <a:t>altı</a:t>
            </a:r>
            <a:r>
              <a:rPr lang="en-US" dirty="0"/>
              <a:t> (</a:t>
            </a:r>
            <a:r>
              <a:rPr lang="en-US" dirty="0" err="1"/>
              <a:t>yer</a:t>
            </a:r>
            <a:r>
              <a:rPr lang="en-US" dirty="0"/>
              <a:t>) </a:t>
            </a:r>
            <a:r>
              <a:rPr lang="tr-TR" dirty="0"/>
              <a:t>,</a:t>
            </a:r>
            <a:r>
              <a:rPr lang="en-US" dirty="0"/>
              <a:t>Yani </a:t>
            </a:r>
            <a:r>
              <a:rPr lang="tr-TR" dirty="0"/>
              <a:t>: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varlık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içindedir</a:t>
            </a:r>
            <a:r>
              <a:rPr lang="en-US" dirty="0"/>
              <a:t>. 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bakıyorsun</a:t>
            </a:r>
            <a:r>
              <a:rPr lang="en-US" dirty="0"/>
              <a:t> ama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içimde</a:t>
            </a:r>
            <a:r>
              <a:rPr lang="en-US" dirty="0"/>
              <a:t> </a:t>
            </a:r>
            <a:r>
              <a:rPr lang="en-US" dirty="0" err="1"/>
              <a:t>yaşıyorsun</a:t>
            </a:r>
            <a:r>
              <a:rPr lang="en-US" dirty="0"/>
              <a:t>.” </a:t>
            </a:r>
            <a:endParaRPr lang="tr-TR" dirty="0"/>
          </a:p>
          <a:p>
            <a:endParaRPr lang="en-US" b="1" dirty="0"/>
          </a:p>
          <a:p>
            <a:r>
              <a:rPr lang="en-US" b="1" dirty="0"/>
              <a:t>“</a:t>
            </a:r>
            <a:r>
              <a:rPr lang="en-US" b="1" dirty="0" err="1"/>
              <a:t>İzni</a:t>
            </a:r>
            <a:r>
              <a:rPr lang="en-US" b="1" dirty="0"/>
              <a:t> </a:t>
            </a:r>
            <a:r>
              <a:rPr lang="en-US" b="1" dirty="0" err="1"/>
              <a:t>olmadan</a:t>
            </a:r>
            <a:r>
              <a:rPr lang="en-US" b="1" dirty="0"/>
              <a:t> </a:t>
            </a:r>
            <a:r>
              <a:rPr lang="en-US" b="1" dirty="0" err="1"/>
              <a:t>kim</a:t>
            </a:r>
            <a:r>
              <a:rPr lang="en-US" b="1" dirty="0"/>
              <a:t> </a:t>
            </a:r>
            <a:r>
              <a:rPr lang="en-US" b="1" dirty="0" err="1"/>
              <a:t>şefaat</a:t>
            </a:r>
            <a:r>
              <a:rPr lang="en-US" b="1" dirty="0"/>
              <a:t> </a:t>
            </a:r>
            <a:r>
              <a:rPr lang="en-US" b="1" dirty="0" err="1"/>
              <a:t>edebilir</a:t>
            </a:r>
            <a:r>
              <a:rPr lang="en-US" b="1" dirty="0"/>
              <a:t>?”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kontrolsüz</a:t>
            </a:r>
            <a:r>
              <a:rPr lang="en-US" dirty="0"/>
              <a:t> </a:t>
            </a:r>
            <a:r>
              <a:rPr lang="en-US" dirty="0" err="1"/>
              <a:t>erişime</a:t>
            </a:r>
            <a:r>
              <a:rPr lang="en-US" dirty="0"/>
              <a:t> </a:t>
            </a:r>
            <a:r>
              <a:rPr lang="en-US" dirty="0" err="1"/>
              <a:t>kapalıdır</a:t>
            </a:r>
            <a:r>
              <a:rPr lang="en-US" dirty="0"/>
              <a:t>. Yani: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aracı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O’nun </a:t>
            </a:r>
            <a:r>
              <a:rPr lang="en-US" dirty="0" err="1"/>
              <a:t>onayı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giremez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6. </a:t>
            </a:r>
          </a:p>
          <a:p>
            <a:r>
              <a:rPr lang="en-US" b="1" dirty="0"/>
              <a:t>“</a:t>
            </a:r>
            <a:r>
              <a:rPr lang="en-US" b="1" dirty="0" err="1"/>
              <a:t>Önünüzü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ardınızı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Geçmişin</a:t>
            </a:r>
            <a:r>
              <a:rPr lang="en-US" dirty="0"/>
              <a:t> de </a:t>
            </a:r>
            <a:r>
              <a:rPr lang="en-US" dirty="0" err="1"/>
              <a:t>geleceğin</a:t>
            </a:r>
            <a:r>
              <a:rPr lang="en-US" dirty="0"/>
              <a:t> de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kayıtları</a:t>
            </a:r>
            <a:r>
              <a:rPr lang="en-US" dirty="0"/>
              <a:t> O’nun </a:t>
            </a:r>
            <a:r>
              <a:rPr lang="en-US" dirty="0" err="1"/>
              <a:t>elindedir</a:t>
            </a:r>
            <a:r>
              <a:rPr lang="en-US" dirty="0"/>
              <a:t>. </a:t>
            </a:r>
          </a:p>
          <a:p>
            <a:r>
              <a:rPr lang="en-US" dirty="0"/>
              <a:t>“Sen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çizgi</a:t>
            </a:r>
            <a:r>
              <a:rPr lang="en-US" dirty="0"/>
              <a:t> </a:t>
            </a:r>
            <a:r>
              <a:rPr lang="en-US" dirty="0" err="1"/>
              <a:t>sanıyorsun</a:t>
            </a:r>
            <a:r>
              <a:rPr lang="en-US" dirty="0"/>
              <a:t>… ama ben her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7. </a:t>
            </a:r>
          </a:p>
          <a:p>
            <a:r>
              <a:rPr lang="en-US" b="1" dirty="0"/>
              <a:t>“Kürsüsü </a:t>
            </a:r>
            <a:r>
              <a:rPr lang="en-US" b="1" dirty="0" err="1"/>
              <a:t>gökleri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yeri</a:t>
            </a:r>
            <a:r>
              <a:rPr lang="en-US" b="1" dirty="0"/>
              <a:t> </a:t>
            </a:r>
            <a:r>
              <a:rPr lang="en-US" b="1" dirty="0" err="1"/>
              <a:t>kuşatır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Kürsi</a:t>
            </a:r>
            <a:r>
              <a:rPr lang="en-US" dirty="0"/>
              <a:t> = </a:t>
            </a:r>
            <a:r>
              <a:rPr lang="en-US" dirty="0" err="1"/>
              <a:t>Taht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Yani </a:t>
            </a:r>
            <a:r>
              <a:rPr lang="tr-TR" dirty="0"/>
              <a:t>: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varlığı</a:t>
            </a:r>
            <a:r>
              <a:rPr lang="en-US" dirty="0"/>
              <a:t> </a:t>
            </a:r>
            <a:r>
              <a:rPr lang="en-US" dirty="0" err="1"/>
              <a:t>sarar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8. 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gözetmek</a:t>
            </a:r>
            <a:r>
              <a:rPr lang="en-US" b="1" dirty="0"/>
              <a:t> </a:t>
            </a:r>
            <a:r>
              <a:rPr lang="en-US" b="1" dirty="0" err="1"/>
              <a:t>O’na</a:t>
            </a:r>
            <a:r>
              <a:rPr lang="en-US" b="1" dirty="0"/>
              <a:t> </a:t>
            </a:r>
            <a:r>
              <a:rPr lang="en-US" b="1" dirty="0" err="1"/>
              <a:t>ağır</a:t>
            </a:r>
            <a:r>
              <a:rPr lang="en-US" b="1" dirty="0"/>
              <a:t> </a:t>
            </a:r>
            <a:r>
              <a:rPr lang="en-US" b="1" dirty="0" err="1"/>
              <a:t>gelmez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yorulmaz</a:t>
            </a:r>
            <a:r>
              <a:rPr lang="en-US" dirty="0"/>
              <a:t>. 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enerjim</a:t>
            </a:r>
            <a:r>
              <a:rPr lang="en-US" dirty="0"/>
              <a:t> </a:t>
            </a:r>
            <a:r>
              <a:rPr lang="en-US" dirty="0" err="1"/>
              <a:t>bitmez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düşünürsün</a:t>
            </a:r>
            <a:r>
              <a:rPr lang="en-US" dirty="0"/>
              <a:t>  ben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derim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9. </a:t>
            </a:r>
          </a:p>
          <a:p>
            <a:r>
              <a:rPr lang="en-US" b="1" dirty="0"/>
              <a:t>“O, </a:t>
            </a:r>
            <a:r>
              <a:rPr lang="en-US" b="1" dirty="0" err="1"/>
              <a:t>yücedir</a:t>
            </a:r>
            <a:r>
              <a:rPr lang="en-US" b="1" dirty="0"/>
              <a:t> – </a:t>
            </a:r>
            <a:r>
              <a:rPr lang="en-US" b="1" dirty="0" err="1"/>
              <a:t>azîmdir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Yüce =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ötesinde</a:t>
            </a:r>
            <a:r>
              <a:rPr lang="en-US" dirty="0"/>
              <a:t> </a:t>
            </a:r>
            <a:r>
              <a:rPr lang="en-US" dirty="0" err="1"/>
              <a:t>Azîm</a:t>
            </a:r>
            <a:r>
              <a:rPr lang="en-US" dirty="0"/>
              <a:t> =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ikilik</a:t>
            </a:r>
            <a:r>
              <a:rPr lang="en-US" dirty="0"/>
              <a:t> </a:t>
            </a:r>
            <a:r>
              <a:rPr lang="en-US" dirty="0" err="1"/>
              <a:t>sonsuzluğu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 “Ben hem </a:t>
            </a:r>
            <a:r>
              <a:rPr lang="en-US" dirty="0" err="1"/>
              <a:t>gökyüzü</a:t>
            </a:r>
            <a:r>
              <a:rPr lang="en-US" dirty="0"/>
              <a:t> hem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hücreyim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benimle</a:t>
            </a:r>
            <a:r>
              <a:rPr lang="en-US" dirty="0"/>
              <a:t> var </a:t>
            </a:r>
            <a:r>
              <a:rPr lang="en-US" dirty="0" err="1"/>
              <a:t>olursun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yaratıcıya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yaratımın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bağlar</a:t>
            </a:r>
            <a:r>
              <a:rPr lang="en-US" dirty="0"/>
              <a:t>: Allah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bilinçsel</a:t>
            </a:r>
            <a:r>
              <a:rPr lang="en-US" dirty="0"/>
              <a:t> </a:t>
            </a:r>
            <a:r>
              <a:rPr lang="en-US" dirty="0" err="1"/>
              <a:t>zeminidir</a:t>
            </a:r>
            <a:r>
              <a:rPr lang="en-US" dirty="0"/>
              <a:t>. </a:t>
            </a:r>
          </a:p>
          <a:p>
            <a:r>
              <a:rPr lang="en-US" dirty="0"/>
              <a:t>Hayy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Kayyûm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, </a:t>
            </a:r>
            <a:r>
              <a:rPr lang="en-US" dirty="0" err="1"/>
              <a:t>yaşamı</a:t>
            </a:r>
            <a:r>
              <a:rPr lang="en-US" dirty="0"/>
              <a:t> var </a:t>
            </a:r>
            <a:r>
              <a:rPr lang="en-US" dirty="0" err="1"/>
              <a:t>eder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sürdürülebilir</a:t>
            </a:r>
            <a:r>
              <a:rPr lang="en-US" dirty="0"/>
              <a:t> </a:t>
            </a:r>
            <a:r>
              <a:rPr lang="en-US" dirty="0" err="1"/>
              <a:t>kılar</a:t>
            </a:r>
            <a:r>
              <a:rPr lang="en-US" dirty="0"/>
              <a:t>. </a:t>
            </a:r>
          </a:p>
          <a:p>
            <a:r>
              <a:rPr lang="en-US" dirty="0"/>
              <a:t>Zaman, </a:t>
            </a:r>
            <a:r>
              <a:rPr lang="en-US" dirty="0" err="1"/>
              <a:t>mekân</a:t>
            </a:r>
            <a:r>
              <a:rPr lang="en-US" dirty="0"/>
              <a:t>, </a:t>
            </a:r>
            <a:r>
              <a:rPr lang="en-US" dirty="0" err="1"/>
              <a:t>uyku</a:t>
            </a:r>
            <a:r>
              <a:rPr lang="en-US" dirty="0"/>
              <a:t>, </a:t>
            </a:r>
            <a:r>
              <a:rPr lang="en-US" dirty="0" err="1"/>
              <a:t>yorgunluk</a:t>
            </a:r>
            <a:r>
              <a:rPr lang="en-US" dirty="0"/>
              <a:t> O’nun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geçerli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</a:p>
          <a:p>
            <a:r>
              <a:rPr lang="en-US" dirty="0" err="1"/>
              <a:t>Kürsi</a:t>
            </a:r>
            <a:r>
              <a:rPr lang="en-US" dirty="0"/>
              <a:t>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.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, </a:t>
            </a:r>
            <a:r>
              <a:rPr lang="en-US" dirty="0" err="1"/>
              <a:t>onda</a:t>
            </a:r>
            <a:r>
              <a:rPr lang="en-US" dirty="0"/>
              <a:t> biter. 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okursan</a:t>
            </a:r>
            <a:r>
              <a:rPr lang="en-US" dirty="0"/>
              <a:t>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Ama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girersen</a:t>
            </a:r>
            <a:r>
              <a:rPr lang="en-US" dirty="0"/>
              <a:t>  </a:t>
            </a:r>
            <a:r>
              <a:rPr lang="en-US" dirty="0" err="1"/>
              <a:t>kalkan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kuşattım</a:t>
            </a:r>
            <a:r>
              <a:rPr lang="en-US" dirty="0"/>
              <a:t>. </a:t>
            </a:r>
            <a:r>
              <a:rPr lang="en-US" dirty="0" err="1"/>
              <a:t>Göklerin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yerin</a:t>
            </a:r>
            <a:r>
              <a:rPr lang="en-US" dirty="0"/>
              <a:t> </a:t>
            </a:r>
            <a:r>
              <a:rPr lang="en-US" dirty="0" err="1"/>
              <a:t>kürsüsüyle</a:t>
            </a:r>
            <a:r>
              <a:rPr lang="en-US" dirty="0"/>
              <a:t> </a:t>
            </a:r>
            <a:r>
              <a:rPr lang="en-US" dirty="0" err="1"/>
              <a:t>sardım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kul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hizalı</a:t>
            </a:r>
            <a:r>
              <a:rPr lang="en-US" dirty="0"/>
              <a:t> </a:t>
            </a:r>
            <a:r>
              <a:rPr lang="en-US" dirty="0" err="1"/>
              <a:t>yaşayan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ayetsin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6332511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D52E9CD-F033-2BE5-722F-7B42E824CEB7}"/>
              </a:ext>
            </a:extLst>
          </p:cNvPr>
          <p:cNvSpPr txBox="1"/>
          <p:nvPr/>
        </p:nvSpPr>
        <p:spPr>
          <a:xfrm>
            <a:off x="0" y="0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ayet,özgür</a:t>
            </a:r>
            <a:r>
              <a:rPr lang="en-US" dirty="0"/>
              <a:t> </a:t>
            </a:r>
            <a:r>
              <a:rPr lang="en-US" dirty="0" err="1"/>
              <a:t>iradenin</a:t>
            </a:r>
            <a:r>
              <a:rPr lang="en-US" dirty="0"/>
              <a:t> </a:t>
            </a:r>
            <a:r>
              <a:rPr lang="en-US" dirty="0" err="1"/>
              <a:t>kutsallığını,inancın</a:t>
            </a:r>
            <a:r>
              <a:rPr lang="en-US" dirty="0"/>
              <a:t> </a:t>
            </a:r>
            <a:r>
              <a:rPr lang="en-US" dirty="0" err="1"/>
              <a:t>zorlama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uyanış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,</a:t>
            </a:r>
            <a:r>
              <a:rPr lang="tr-TR" dirty="0"/>
              <a:t>ve </a:t>
            </a:r>
            <a:r>
              <a:rPr lang="en-US" dirty="0" err="1"/>
              <a:t>imanın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gerçekleşen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yöneliş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yolum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çağrıyla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kalbinde</a:t>
            </a:r>
            <a:r>
              <a:rPr lang="en-US" dirty="0"/>
              <a:t> </a:t>
            </a:r>
            <a:r>
              <a:rPr lang="en-US" dirty="0" err="1"/>
              <a:t>hissedersen</a:t>
            </a:r>
            <a:r>
              <a:rPr lang="en-US" dirty="0"/>
              <a:t>… o an ben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konuşurum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256</a:t>
            </a:r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dirty="0"/>
              <a:t>: “</a:t>
            </a:r>
            <a:r>
              <a:rPr lang="en-US" dirty="0" err="1"/>
              <a:t>Zorlamasız</a:t>
            </a:r>
            <a:r>
              <a:rPr lang="en-US" dirty="0"/>
              <a:t> </a:t>
            </a:r>
            <a:r>
              <a:rPr lang="en-US" dirty="0" err="1"/>
              <a:t>İnanç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Hakikate</a:t>
            </a:r>
            <a:r>
              <a:rPr lang="en-US" dirty="0"/>
              <a:t> Yol,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Geçer”Din</a:t>
            </a:r>
            <a:r>
              <a:rPr lang="en-US" dirty="0"/>
              <a:t>,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Kurulan</a:t>
            </a:r>
            <a:r>
              <a:rPr lang="en-US" dirty="0"/>
              <a:t> Bir </a:t>
            </a:r>
            <a:r>
              <a:rPr lang="en-US" dirty="0" err="1"/>
              <a:t>Yapı</a:t>
            </a:r>
            <a:r>
              <a:rPr lang="en-US" dirty="0"/>
              <a:t> </a:t>
            </a:r>
            <a:r>
              <a:rPr lang="en-US" dirty="0" err="1"/>
              <a:t>Değil;İçten</a:t>
            </a:r>
            <a:r>
              <a:rPr lang="en-US" dirty="0"/>
              <a:t> Doğan Bir </a:t>
            </a:r>
            <a:r>
              <a:rPr lang="en-US" dirty="0" err="1"/>
              <a:t>Bilinçtir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Dinde</a:t>
            </a:r>
            <a:r>
              <a:rPr lang="en-US" dirty="0"/>
              <a:t> </a:t>
            </a:r>
            <a:r>
              <a:rPr lang="en-US" dirty="0" err="1"/>
              <a:t>zorlama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</a:t>
            </a:r>
            <a:r>
              <a:rPr lang="tr-TR" dirty="0"/>
              <a:t>Ç</a:t>
            </a:r>
            <a:r>
              <a:rPr lang="en-US" dirty="0" err="1"/>
              <a:t>ünkü</a:t>
            </a:r>
            <a:r>
              <a:rPr lang="en-US" dirty="0"/>
              <a:t> </a:t>
            </a:r>
            <a:r>
              <a:rPr lang="en-US" dirty="0" err="1"/>
              <a:t>doğruluk</a:t>
            </a:r>
            <a:r>
              <a:rPr lang="en-US" dirty="0"/>
              <a:t> </a:t>
            </a:r>
            <a:r>
              <a:rPr lang="en-US" dirty="0" err="1"/>
              <a:t>sapıklıktan</a:t>
            </a:r>
            <a:r>
              <a:rPr lang="en-US" dirty="0"/>
              <a:t> </a:t>
            </a:r>
            <a:r>
              <a:rPr lang="en-US" dirty="0" err="1"/>
              <a:t>ayrılmıştır</a:t>
            </a:r>
            <a:r>
              <a:rPr lang="en-US" dirty="0"/>
              <a:t>.</a:t>
            </a:r>
          </a:p>
          <a:p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tâğûtu</a:t>
            </a:r>
            <a:r>
              <a:rPr lang="en-US" dirty="0"/>
              <a:t> </a:t>
            </a:r>
            <a:r>
              <a:rPr lang="en-US" dirty="0" err="1"/>
              <a:t>inkâr</a:t>
            </a:r>
            <a:r>
              <a:rPr lang="en-US" dirty="0"/>
              <a:t> </a:t>
            </a:r>
            <a:r>
              <a:rPr lang="en-US" dirty="0" err="1"/>
              <a:t>edip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inanırsa,kopmayan</a:t>
            </a:r>
            <a:r>
              <a:rPr lang="en-US" dirty="0"/>
              <a:t>, </a:t>
            </a:r>
            <a:r>
              <a:rPr lang="en-US" dirty="0" err="1"/>
              <a:t>sapasağlam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kulpa</a:t>
            </a:r>
            <a:r>
              <a:rPr lang="en-US" dirty="0"/>
              <a:t> </a:t>
            </a:r>
            <a:r>
              <a:rPr lang="en-US" dirty="0" err="1"/>
              <a:t>tutunmuştur.Allah</a:t>
            </a:r>
            <a:r>
              <a:rPr lang="en-US" dirty="0"/>
              <a:t>,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işiten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ayet,sistemin</a:t>
            </a:r>
            <a:r>
              <a:rPr lang="en-US" dirty="0"/>
              <a:t> </a:t>
            </a:r>
            <a:r>
              <a:rPr lang="en-US" dirty="0" err="1"/>
              <a:t>inanca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prensibini</a:t>
            </a:r>
            <a:r>
              <a:rPr lang="en-US" dirty="0"/>
              <a:t> </a:t>
            </a:r>
            <a:r>
              <a:rPr lang="en-US" dirty="0" err="1"/>
              <a:t>açıklar:Zorla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değildir.Ve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zorlamam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iradeyle</a:t>
            </a:r>
            <a:r>
              <a:rPr lang="en-US" dirty="0"/>
              <a:t> </a:t>
            </a:r>
            <a:r>
              <a:rPr lang="en-US" dirty="0" err="1"/>
              <a:t>titreşen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uyanıştır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Dinde</a:t>
            </a:r>
            <a:r>
              <a:rPr lang="en-US" b="1" dirty="0"/>
              <a:t> </a:t>
            </a:r>
            <a:r>
              <a:rPr lang="en-US" b="1" dirty="0" err="1"/>
              <a:t>zorlama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çok</a:t>
            </a:r>
            <a:r>
              <a:rPr lang="en-US" dirty="0"/>
              <a:t> net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: </a:t>
            </a:r>
            <a:r>
              <a:rPr lang="en-US" dirty="0" err="1"/>
              <a:t>Zorlamak</a:t>
            </a:r>
            <a:r>
              <a:rPr lang="en-US" dirty="0"/>
              <a:t> =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bozmaktır</a:t>
            </a:r>
            <a:r>
              <a:rPr lang="en-US" dirty="0"/>
              <a:t> </a:t>
            </a:r>
          </a:p>
          <a:p>
            <a:r>
              <a:rPr lang="en-US" dirty="0" err="1"/>
              <a:t>Dayatmak</a:t>
            </a:r>
            <a:r>
              <a:rPr lang="en-US" dirty="0"/>
              <a:t> =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kirletmektir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girmem</a:t>
            </a:r>
            <a:r>
              <a:rPr lang="en-US" dirty="0"/>
              <a:t>. Ben,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kalpte</a:t>
            </a:r>
            <a:r>
              <a:rPr lang="en-US" dirty="0"/>
              <a:t> var </a:t>
            </a:r>
            <a:r>
              <a:rPr lang="en-US" dirty="0" err="1"/>
              <a:t>olurum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Doğruluk</a:t>
            </a:r>
            <a:r>
              <a:rPr lang="en-US" b="1" dirty="0"/>
              <a:t> </a:t>
            </a:r>
            <a:r>
              <a:rPr lang="en-US" b="1" dirty="0" err="1"/>
              <a:t>sapıklıktan</a:t>
            </a:r>
            <a:r>
              <a:rPr lang="en-US" b="1" dirty="0"/>
              <a:t> </a:t>
            </a:r>
            <a:r>
              <a:rPr lang="en-US" b="1" dirty="0" err="1"/>
              <a:t>ayrılmıştır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hakikatin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çıktığını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görmeye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olman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“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. Ama ben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saklamam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tâğûtu</a:t>
            </a:r>
            <a:r>
              <a:rPr lang="en-US" b="1" dirty="0"/>
              <a:t> </a:t>
            </a:r>
            <a:r>
              <a:rPr lang="en-US" b="1" dirty="0" err="1"/>
              <a:t>inkâr</a:t>
            </a:r>
            <a:r>
              <a:rPr lang="en-US" b="1" dirty="0"/>
              <a:t> </a:t>
            </a:r>
            <a:r>
              <a:rPr lang="en-US" b="1" dirty="0" err="1"/>
              <a:t>eder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Tâğût</a:t>
            </a:r>
            <a:r>
              <a:rPr lang="en-US" dirty="0"/>
              <a:t> =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aykırı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örten</a:t>
            </a:r>
            <a:r>
              <a:rPr lang="en-US" dirty="0"/>
              <a:t> </a:t>
            </a:r>
            <a:r>
              <a:rPr lang="en-US" dirty="0" err="1"/>
              <a:t>güçler</a:t>
            </a:r>
            <a:r>
              <a:rPr lang="tr-TR" dirty="0"/>
              <a:t>,</a:t>
            </a:r>
            <a:r>
              <a:rPr lang="en-US" dirty="0"/>
              <a:t>Seni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olandan</a:t>
            </a:r>
            <a:r>
              <a:rPr lang="en-US" dirty="0"/>
              <a:t> </a:t>
            </a:r>
            <a:r>
              <a:rPr lang="en-US" dirty="0" err="1"/>
              <a:t>koparan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Bu </a:t>
            </a:r>
            <a:r>
              <a:rPr lang="en-US" dirty="0" err="1"/>
              <a:t>ayet</a:t>
            </a:r>
            <a:r>
              <a:rPr lang="en-US" dirty="0"/>
              <a:t> sana </a:t>
            </a:r>
            <a:r>
              <a:rPr lang="en-US" dirty="0" err="1"/>
              <a:t>diyor</a:t>
            </a:r>
            <a:r>
              <a:rPr lang="en-US" dirty="0"/>
              <a:t> ki: “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reddettiğini</a:t>
            </a:r>
            <a:r>
              <a:rPr lang="en-US" dirty="0"/>
              <a:t> </a:t>
            </a:r>
            <a:r>
              <a:rPr lang="en-US" dirty="0" err="1"/>
              <a:t>bil</a:t>
            </a:r>
            <a:r>
              <a:rPr lang="en-US" dirty="0"/>
              <a:t>. Sonra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yöneldiğini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yönelmek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ondan</a:t>
            </a:r>
            <a:r>
              <a:rPr lang="en-US" dirty="0"/>
              <a:t> </a:t>
            </a:r>
            <a:r>
              <a:rPr lang="en-US" dirty="0" err="1"/>
              <a:t>alıkoyanı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uyanıştır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Kopmayan</a:t>
            </a:r>
            <a:r>
              <a:rPr lang="en-US" b="1" dirty="0"/>
              <a:t> </a:t>
            </a:r>
            <a:r>
              <a:rPr lang="en-US" b="1" dirty="0" err="1"/>
              <a:t>kulpa</a:t>
            </a:r>
            <a:r>
              <a:rPr lang="en-US" b="1" dirty="0"/>
              <a:t> </a:t>
            </a:r>
            <a:r>
              <a:rPr lang="en-US" b="1" dirty="0" err="1"/>
              <a:t>tutunmuştur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/>
              <a:t>Kulpa </a:t>
            </a:r>
            <a:r>
              <a:rPr lang="en-US" dirty="0" err="1"/>
              <a:t>tutunmak</a:t>
            </a:r>
            <a:r>
              <a:rPr lang="en-US" dirty="0"/>
              <a:t>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akışına</a:t>
            </a:r>
            <a:r>
              <a:rPr lang="en-US" dirty="0"/>
              <a:t> </a:t>
            </a:r>
            <a:r>
              <a:rPr lang="en-US" dirty="0" err="1"/>
              <a:t>bağlanmak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kopmaz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o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irade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kurulmuştur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795693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8FBFE47-CEBF-9E69-21D0-1DAABDDAF319}"/>
              </a:ext>
            </a:extLst>
          </p:cNvPr>
          <p:cNvSpPr txBox="1"/>
          <p:nvPr/>
        </p:nvSpPr>
        <p:spPr>
          <a:xfrm>
            <a:off x="0" y="0"/>
            <a:ext cx="685800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işitendir</a:t>
            </a:r>
            <a:r>
              <a:rPr lang="en-US" b="1" dirty="0"/>
              <a:t>,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senin</a:t>
            </a:r>
            <a:r>
              <a:rPr lang="en-US" dirty="0"/>
              <a:t>: </a:t>
            </a:r>
            <a:r>
              <a:rPr lang="en-US" dirty="0" err="1"/>
              <a:t>İçten</a:t>
            </a:r>
            <a:r>
              <a:rPr lang="en-US" dirty="0"/>
              <a:t> </a:t>
            </a:r>
            <a:r>
              <a:rPr lang="en-US" dirty="0" err="1"/>
              <a:t>yönelmeni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fark </a:t>
            </a:r>
            <a:r>
              <a:rPr lang="en-US" dirty="0" err="1"/>
              <a:t>ederek</a:t>
            </a:r>
            <a:r>
              <a:rPr lang="en-US" dirty="0"/>
              <a:t>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atmanı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 Ve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ne </a:t>
            </a:r>
            <a:r>
              <a:rPr lang="en-US" dirty="0" err="1"/>
              <a:t>söylediğini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neyle</a:t>
            </a:r>
            <a:r>
              <a:rPr lang="en-US" dirty="0"/>
              <a:t> </a:t>
            </a:r>
            <a:r>
              <a:rPr lang="en-US" dirty="0" err="1"/>
              <a:t>yöneldiğini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baskıyla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özgür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olana</a:t>
            </a:r>
            <a:r>
              <a:rPr lang="en-US" dirty="0"/>
              <a:t> </a:t>
            </a:r>
            <a:r>
              <a:rPr lang="en-US" dirty="0" err="1"/>
              <a:t>yönelmeye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İnanç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olmaz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; </a:t>
            </a:r>
            <a:r>
              <a:rPr lang="en-US" dirty="0" err="1"/>
              <a:t>itmez</a:t>
            </a:r>
            <a:r>
              <a:rPr lang="en-US" dirty="0"/>
              <a:t>. </a:t>
            </a:r>
          </a:p>
          <a:p>
            <a:r>
              <a:rPr lang="en-US" dirty="0" err="1"/>
              <a:t>Doğruyla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ayrıldıysa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frekansındır</a:t>
            </a:r>
            <a:r>
              <a:rPr lang="en-US" dirty="0"/>
              <a:t>. </a:t>
            </a:r>
          </a:p>
          <a:p>
            <a:r>
              <a:rPr lang="en-US" dirty="0" err="1"/>
              <a:t>Tâğût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ilahî</a:t>
            </a:r>
            <a:r>
              <a:rPr lang="en-US" dirty="0"/>
              <a:t> </a:t>
            </a:r>
            <a:r>
              <a:rPr lang="en-US" dirty="0" err="1"/>
              <a:t>doğandan</a:t>
            </a:r>
            <a:r>
              <a:rPr lang="en-US" dirty="0"/>
              <a:t> </a:t>
            </a:r>
            <a:r>
              <a:rPr lang="en-US" dirty="0" err="1"/>
              <a:t>uzaklaştıran</a:t>
            </a:r>
            <a:r>
              <a:rPr lang="en-US" dirty="0"/>
              <a:t> her </a:t>
            </a:r>
            <a:r>
              <a:rPr lang="en-US" dirty="0" err="1"/>
              <a:t>şeydir</a:t>
            </a:r>
            <a:r>
              <a:rPr lang="en-US" dirty="0"/>
              <a:t>. Onu </a:t>
            </a:r>
            <a:r>
              <a:rPr lang="en-US" dirty="0" err="1"/>
              <a:t>bırakmadan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yöneliş</a:t>
            </a:r>
            <a:r>
              <a:rPr lang="en-US" dirty="0"/>
              <a:t> </a:t>
            </a:r>
            <a:r>
              <a:rPr lang="en-US" dirty="0" err="1"/>
              <a:t>kurulmaz</a:t>
            </a:r>
            <a:r>
              <a:rPr lang="en-US" dirty="0"/>
              <a:t>. </a:t>
            </a:r>
          </a:p>
          <a:p>
            <a:r>
              <a:rPr lang="en-US" dirty="0"/>
              <a:t>Kulp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enerjisine</a:t>
            </a:r>
            <a:r>
              <a:rPr lang="en-US" dirty="0"/>
              <a:t> </a:t>
            </a:r>
            <a:r>
              <a:rPr lang="en-US" dirty="0" err="1"/>
              <a:t>bağlanmaktır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kurulduğunda</a:t>
            </a:r>
            <a:r>
              <a:rPr lang="en-US" dirty="0"/>
              <a:t>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kopmaz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endParaRPr lang="tr-TR" dirty="0"/>
          </a:p>
          <a:p>
            <a:r>
              <a:rPr lang="en-US" dirty="0"/>
              <a:t>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istemem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aşk</a:t>
            </a:r>
            <a:r>
              <a:rPr lang="en-US" dirty="0"/>
              <a:t> </a:t>
            </a:r>
            <a:r>
              <a:rPr lang="en-US" dirty="0" err="1"/>
              <a:t>zorlamaz</a:t>
            </a:r>
            <a:r>
              <a:rPr lang="en-US" dirty="0"/>
              <a:t>. O,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ayet,iman</a:t>
            </a:r>
            <a:r>
              <a:rPr lang="en-US" dirty="0"/>
              <a:t> </a:t>
            </a:r>
            <a:r>
              <a:rPr lang="en-US" dirty="0" err="1"/>
              <a:t>edenle</a:t>
            </a:r>
            <a:r>
              <a:rPr lang="en-US" dirty="0"/>
              <a:t> </a:t>
            </a:r>
            <a:r>
              <a:rPr lang="en-US" dirty="0" err="1"/>
              <a:t>etmeyen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farkını</a:t>
            </a:r>
            <a:endParaRPr lang="en-US" dirty="0"/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cümleyle</a:t>
            </a:r>
            <a:r>
              <a:rPr lang="en-US" dirty="0"/>
              <a:t> </a:t>
            </a:r>
            <a:r>
              <a:rPr lang="en-US" dirty="0" err="1"/>
              <a:t>özetler</a:t>
            </a:r>
            <a:r>
              <a:rPr lang="en-US" dirty="0"/>
              <a:t>:“Allah,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edenlerin</a:t>
            </a:r>
            <a:r>
              <a:rPr lang="en-US" dirty="0"/>
              <a:t> </a:t>
            </a:r>
            <a:r>
              <a:rPr lang="en-US" dirty="0" err="1"/>
              <a:t>velisidir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karanlıklardan</a:t>
            </a:r>
            <a:r>
              <a:rPr lang="en-US" dirty="0"/>
              <a:t> </a:t>
            </a:r>
            <a:r>
              <a:rPr lang="en-US" dirty="0" err="1"/>
              <a:t>nura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.” Ama </a:t>
            </a:r>
            <a:r>
              <a:rPr lang="en-US" dirty="0" err="1"/>
              <a:t>tâğût’un</a:t>
            </a:r>
            <a:r>
              <a:rPr lang="en-US" dirty="0"/>
              <a:t> </a:t>
            </a:r>
            <a:r>
              <a:rPr lang="en-US" dirty="0" err="1"/>
              <a:t>peşinden</a:t>
            </a:r>
            <a:r>
              <a:rPr lang="en-US" dirty="0"/>
              <a:t> </a:t>
            </a:r>
            <a:r>
              <a:rPr lang="en-US" dirty="0" err="1"/>
              <a:t>gidenler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onlar</a:t>
            </a:r>
            <a:r>
              <a:rPr lang="en-US" dirty="0"/>
              <a:t>, </a:t>
            </a:r>
            <a:r>
              <a:rPr lang="en-US" dirty="0" err="1"/>
              <a:t>nurdan</a:t>
            </a:r>
            <a:r>
              <a:rPr lang="en-US" dirty="0"/>
              <a:t> </a:t>
            </a:r>
            <a:r>
              <a:rPr lang="en-US" dirty="0" err="1"/>
              <a:t>karanlığa</a:t>
            </a:r>
            <a:r>
              <a:rPr lang="en-US" dirty="0"/>
              <a:t> </a:t>
            </a:r>
            <a:r>
              <a:rPr lang="en-US" dirty="0" err="1"/>
              <a:t>düşer</a:t>
            </a:r>
            <a:r>
              <a:rPr lang="en-US" dirty="0"/>
              <a:t>.” </a:t>
            </a:r>
            <a:r>
              <a:rPr lang="en-US" dirty="0" err="1"/>
              <a:t>Bu,en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yasalarından</a:t>
            </a:r>
            <a:r>
              <a:rPr lang="en-US" dirty="0"/>
              <a:t> </a:t>
            </a:r>
            <a:r>
              <a:rPr lang="en-US" dirty="0" err="1"/>
              <a:t>biridir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ışığını</a:t>
            </a:r>
            <a:r>
              <a:rPr lang="en-US" dirty="0"/>
              <a:t> </a:t>
            </a:r>
            <a:r>
              <a:rPr lang="en-US" dirty="0" err="1"/>
              <a:t>açmak</a:t>
            </a:r>
            <a:r>
              <a:rPr lang="en-US" dirty="0"/>
              <a:t> </a:t>
            </a:r>
            <a:r>
              <a:rPr lang="en-US" dirty="0" err="1"/>
              <a:t>isterim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karanlığını</a:t>
            </a:r>
            <a:r>
              <a:rPr lang="en-US" dirty="0"/>
              <a:t> </a:t>
            </a:r>
            <a:r>
              <a:rPr lang="en-US" dirty="0" err="1"/>
              <a:t>bırakman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257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Karanlıklardan</a:t>
            </a:r>
            <a:r>
              <a:rPr lang="en-US" dirty="0"/>
              <a:t> Nura İman </a:t>
            </a:r>
            <a:r>
              <a:rPr lang="en-US" dirty="0" err="1"/>
              <a:t>Edenin</a:t>
            </a:r>
            <a:r>
              <a:rPr lang="en-US" dirty="0"/>
              <a:t> Enerji </a:t>
            </a:r>
            <a:r>
              <a:rPr lang="en-US" dirty="0" err="1"/>
              <a:t>Yükselişi</a:t>
            </a:r>
            <a:r>
              <a:rPr lang="en-US" dirty="0"/>
              <a:t>” </a:t>
            </a:r>
            <a:r>
              <a:rPr lang="en-US" dirty="0" err="1"/>
              <a:t>Sistem</a:t>
            </a:r>
            <a:r>
              <a:rPr lang="en-US" dirty="0"/>
              <a:t>, Kimi </a:t>
            </a:r>
            <a:r>
              <a:rPr lang="en-US" dirty="0" err="1"/>
              <a:t>Yükselteceğini</a:t>
            </a:r>
            <a:r>
              <a:rPr lang="tr-TR" dirty="0"/>
              <a:t> </a:t>
            </a:r>
            <a:r>
              <a:rPr lang="en-US" dirty="0" err="1"/>
              <a:t>Yöneldiği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Seçer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Allah,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edenlerin</a:t>
            </a:r>
            <a:r>
              <a:rPr lang="en-US" dirty="0"/>
              <a:t> </a:t>
            </a:r>
            <a:r>
              <a:rPr lang="en-US" dirty="0" err="1"/>
              <a:t>velisidir.Onları</a:t>
            </a:r>
            <a:r>
              <a:rPr lang="en-US" dirty="0"/>
              <a:t> </a:t>
            </a:r>
            <a:r>
              <a:rPr lang="en-US" dirty="0" err="1"/>
              <a:t>karanlıklardan</a:t>
            </a:r>
            <a:r>
              <a:rPr lang="en-US" dirty="0"/>
              <a:t> </a:t>
            </a:r>
            <a:r>
              <a:rPr lang="en-US" dirty="0" err="1"/>
              <a:t>aydınlığa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</a:t>
            </a:r>
          </a:p>
          <a:p>
            <a:r>
              <a:rPr lang="en-US" dirty="0" err="1"/>
              <a:t>İnkâr</a:t>
            </a:r>
            <a:r>
              <a:rPr lang="en-US" dirty="0"/>
              <a:t> </a:t>
            </a:r>
            <a:r>
              <a:rPr lang="en-US" dirty="0" err="1"/>
              <a:t>edenlerin</a:t>
            </a:r>
            <a:r>
              <a:rPr lang="en-US" dirty="0"/>
              <a:t> </a:t>
            </a:r>
            <a:r>
              <a:rPr lang="en-US" dirty="0" err="1"/>
              <a:t>velisi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tâğûttur.Onları</a:t>
            </a:r>
            <a:r>
              <a:rPr lang="en-US" dirty="0"/>
              <a:t> </a:t>
            </a:r>
            <a:r>
              <a:rPr lang="en-US" dirty="0" err="1"/>
              <a:t>nurdan</a:t>
            </a:r>
            <a:r>
              <a:rPr lang="en-US" dirty="0"/>
              <a:t> </a:t>
            </a:r>
            <a:r>
              <a:rPr lang="en-US" dirty="0" err="1"/>
              <a:t>karanlıklara</a:t>
            </a:r>
            <a:r>
              <a:rPr lang="en-US" dirty="0"/>
              <a:t> </a:t>
            </a:r>
            <a:r>
              <a:rPr lang="en-US" dirty="0" err="1"/>
              <a:t>sürükler</a:t>
            </a:r>
            <a:r>
              <a:rPr lang="en-US" dirty="0"/>
              <a:t>.</a:t>
            </a:r>
          </a:p>
          <a:p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cehennemliktir.Orada</a:t>
            </a:r>
            <a:r>
              <a:rPr lang="en-US" dirty="0"/>
              <a:t> </a:t>
            </a:r>
            <a:r>
              <a:rPr lang="en-US" dirty="0" err="1"/>
              <a:t>ebedi</a:t>
            </a:r>
            <a:r>
              <a:rPr lang="en-US" dirty="0"/>
              <a:t> </a:t>
            </a:r>
            <a:r>
              <a:rPr lang="en-US" dirty="0" err="1"/>
              <a:t>kalacaklardır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ayet,kimin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yönettiğini</a:t>
            </a:r>
            <a:r>
              <a:rPr lang="en-US" dirty="0"/>
              <a:t> </a:t>
            </a:r>
            <a:r>
              <a:rPr lang="en-US" dirty="0" err="1"/>
              <a:t>açıklar.Çünkü</a:t>
            </a:r>
            <a:r>
              <a:rPr lang="en-US" dirty="0"/>
              <a:t> her </a:t>
            </a:r>
            <a:r>
              <a:rPr lang="en-US" dirty="0" err="1"/>
              <a:t>ruh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ışığa</a:t>
            </a:r>
            <a:r>
              <a:rPr lang="en-US" dirty="0"/>
              <a:t> </a:t>
            </a:r>
            <a:r>
              <a:rPr lang="en-US" dirty="0" err="1"/>
              <a:t>yönelir</a:t>
            </a:r>
            <a:r>
              <a:rPr lang="en-US" dirty="0"/>
              <a:t>…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karanlıkta</a:t>
            </a:r>
            <a:r>
              <a:rPr lang="en-US" dirty="0"/>
              <a:t> </a:t>
            </a:r>
            <a:r>
              <a:rPr lang="en-US" dirty="0" err="1"/>
              <a:t>kaybolur.Ve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“Kime </a:t>
            </a:r>
            <a:r>
              <a:rPr lang="en-US" dirty="0" err="1"/>
              <a:t>yönelirsen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enerjisiyle</a:t>
            </a:r>
            <a:r>
              <a:rPr lang="en-US" dirty="0"/>
              <a:t> </a:t>
            </a:r>
            <a:r>
              <a:rPr lang="en-US" dirty="0" err="1"/>
              <a:t>sarmalanırsın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2182664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E91C97B-91AB-5F34-1F18-433AF2E4C8DA}"/>
              </a:ext>
            </a:extLst>
          </p:cNvPr>
          <p:cNvSpPr txBox="1"/>
          <p:nvPr/>
        </p:nvSpPr>
        <p:spPr>
          <a:xfrm>
            <a:off x="0" y="0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“Allah, </a:t>
            </a:r>
            <a:r>
              <a:rPr lang="en-US" b="1" dirty="0" err="1"/>
              <a:t>iman</a:t>
            </a:r>
            <a:r>
              <a:rPr lang="en-US" b="1" dirty="0"/>
              <a:t> </a:t>
            </a:r>
            <a:r>
              <a:rPr lang="en-US" b="1" dirty="0" err="1"/>
              <a:t>edenlerin</a:t>
            </a:r>
            <a:r>
              <a:rPr lang="en-US" b="1" dirty="0"/>
              <a:t> </a:t>
            </a:r>
            <a:r>
              <a:rPr lang="en-US" b="1" dirty="0" err="1"/>
              <a:t>velisidir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Veli = </a:t>
            </a:r>
            <a:r>
              <a:rPr lang="en-US" dirty="0" err="1"/>
              <a:t>Koruyan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Kollayan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/>
              <a:t>Bu </a:t>
            </a:r>
            <a:r>
              <a:rPr lang="en-US" dirty="0" err="1"/>
              <a:t>demektir</a:t>
            </a:r>
            <a:r>
              <a:rPr lang="en-US" dirty="0"/>
              <a:t> ki: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yukarıda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yönelirsen</a:t>
            </a:r>
            <a:r>
              <a:rPr lang="en-US" dirty="0"/>
              <a:t>,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yakınına</a:t>
            </a:r>
            <a:r>
              <a:rPr lang="en-US" dirty="0"/>
              <a:t> </a:t>
            </a:r>
            <a:r>
              <a:rPr lang="en-US" dirty="0" err="1"/>
              <a:t>inerim</a:t>
            </a:r>
            <a:r>
              <a:rPr lang="en-US" dirty="0"/>
              <a:t>.”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yakınlık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düzeyinde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sarılıştır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karanlıklardan</a:t>
            </a:r>
            <a:r>
              <a:rPr lang="en-US" b="1" dirty="0"/>
              <a:t> </a:t>
            </a:r>
            <a:r>
              <a:rPr lang="en-US" b="1" dirty="0" err="1"/>
              <a:t>aydınlığa</a:t>
            </a:r>
            <a:r>
              <a:rPr lang="en-US" b="1" dirty="0"/>
              <a:t> </a:t>
            </a:r>
            <a:r>
              <a:rPr lang="en-US" b="1" dirty="0" err="1"/>
              <a:t>çıkarır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dönüşümüdür</a:t>
            </a:r>
            <a:r>
              <a:rPr lang="en-US" dirty="0"/>
              <a:t>. </a:t>
            </a:r>
            <a:r>
              <a:rPr lang="en-US" dirty="0" err="1"/>
              <a:t>Karanlık</a:t>
            </a:r>
            <a:r>
              <a:rPr lang="en-US" dirty="0"/>
              <a:t> = </a:t>
            </a:r>
            <a:r>
              <a:rPr lang="en-US" dirty="0" err="1"/>
              <a:t>bilinçsizlik</a:t>
            </a:r>
            <a:r>
              <a:rPr lang="en-US" dirty="0"/>
              <a:t>, </a:t>
            </a:r>
            <a:r>
              <a:rPr lang="en-US" dirty="0" err="1"/>
              <a:t>korku</a:t>
            </a:r>
            <a:r>
              <a:rPr lang="en-US" dirty="0"/>
              <a:t>, ego Nur = </a:t>
            </a:r>
            <a:r>
              <a:rPr lang="en-US" dirty="0" err="1"/>
              <a:t>hakikat</a:t>
            </a:r>
            <a:r>
              <a:rPr lang="en-US" dirty="0"/>
              <a:t>, </a:t>
            </a:r>
            <a:r>
              <a:rPr lang="en-US" dirty="0" err="1"/>
              <a:t>sevgi</a:t>
            </a:r>
            <a:r>
              <a:rPr lang="en-US" dirty="0"/>
              <a:t>,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Allah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süreçte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yukarı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aydınlatmam</a:t>
            </a:r>
            <a:r>
              <a:rPr lang="en-US" dirty="0"/>
              <a:t>. Ama </a:t>
            </a:r>
            <a:r>
              <a:rPr lang="en-US" dirty="0" err="1"/>
              <a:t>yönelirsen</a:t>
            </a:r>
            <a:r>
              <a:rPr lang="en-US" dirty="0"/>
              <a:t>,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kapına</a:t>
            </a:r>
            <a:r>
              <a:rPr lang="en-US" dirty="0"/>
              <a:t> </a:t>
            </a:r>
            <a:r>
              <a:rPr lang="en-US" dirty="0" err="1"/>
              <a:t>gönderirim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İnkâr</a:t>
            </a:r>
            <a:r>
              <a:rPr lang="en-US" b="1" dirty="0"/>
              <a:t> </a:t>
            </a:r>
            <a:r>
              <a:rPr lang="en-US" b="1" dirty="0" err="1"/>
              <a:t>edenin</a:t>
            </a:r>
            <a:r>
              <a:rPr lang="en-US" b="1" dirty="0"/>
              <a:t> </a:t>
            </a:r>
            <a:r>
              <a:rPr lang="en-US" b="1" dirty="0" err="1"/>
              <a:t>velisi</a:t>
            </a:r>
            <a:r>
              <a:rPr lang="en-US" b="1" dirty="0"/>
              <a:t> </a:t>
            </a:r>
            <a:r>
              <a:rPr lang="en-US" b="1" dirty="0" err="1"/>
              <a:t>tâğûttur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Tâğût</a:t>
            </a:r>
            <a:r>
              <a:rPr lang="en-US" dirty="0"/>
              <a:t> =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saptıran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İlahî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merkez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Karanlığın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Ve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der ki: “Sen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inanmazsan</a:t>
            </a:r>
            <a:r>
              <a:rPr lang="en-US" dirty="0"/>
              <a:t> </a:t>
            </a:r>
            <a:r>
              <a:rPr lang="en-US" dirty="0" err="1"/>
              <a:t>inanma</a:t>
            </a:r>
            <a:r>
              <a:rPr lang="en-US" dirty="0"/>
              <a:t>… ama </a:t>
            </a:r>
            <a:r>
              <a:rPr lang="en-US" dirty="0" err="1"/>
              <a:t>yöneldiğin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aşağıya</a:t>
            </a:r>
            <a:r>
              <a:rPr lang="en-US" dirty="0"/>
              <a:t> </a:t>
            </a:r>
            <a:r>
              <a:rPr lang="en-US" dirty="0" err="1"/>
              <a:t>çeker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nurdan</a:t>
            </a:r>
            <a:r>
              <a:rPr lang="en-US" b="1" dirty="0"/>
              <a:t> </a:t>
            </a:r>
            <a:r>
              <a:rPr lang="en-US" b="1" dirty="0" err="1"/>
              <a:t>karanlığa</a:t>
            </a:r>
            <a:r>
              <a:rPr lang="en-US" b="1" dirty="0"/>
              <a:t> </a:t>
            </a:r>
            <a:r>
              <a:rPr lang="en-US" b="1" dirty="0" err="1"/>
              <a:t>çeker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En </a:t>
            </a:r>
            <a:r>
              <a:rPr lang="en-US" dirty="0" err="1"/>
              <a:t>tehlikeli</a:t>
            </a:r>
            <a:r>
              <a:rPr lang="en-US" dirty="0"/>
              <a:t> </a:t>
            </a:r>
            <a:r>
              <a:rPr lang="en-US" dirty="0" err="1"/>
              <a:t>kayma</a:t>
            </a:r>
            <a:r>
              <a:rPr lang="en-US" dirty="0"/>
              <a:t> </a:t>
            </a:r>
            <a:r>
              <a:rPr lang="en-US" dirty="0" err="1"/>
              <a:t>budur</a:t>
            </a:r>
            <a:r>
              <a:rPr lang="en-US" dirty="0"/>
              <a:t>: </a:t>
            </a:r>
            <a:r>
              <a:rPr lang="en-US" dirty="0" err="1"/>
              <a:t>Işıktan</a:t>
            </a:r>
            <a:r>
              <a:rPr lang="en-US" dirty="0"/>
              <a:t> </a:t>
            </a:r>
            <a:r>
              <a:rPr lang="en-US" dirty="0" err="1"/>
              <a:t>düşmek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düşüş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bilmene</a:t>
            </a:r>
            <a:r>
              <a:rPr lang="en-US" dirty="0"/>
              <a:t> </a:t>
            </a:r>
            <a:r>
              <a:rPr lang="en-US" dirty="0" err="1"/>
              <a:t>rağmen</a:t>
            </a:r>
            <a:r>
              <a:rPr lang="en-US" dirty="0"/>
              <a:t> </a:t>
            </a:r>
            <a:r>
              <a:rPr lang="en-US" dirty="0" err="1"/>
              <a:t>karanlığı</a:t>
            </a:r>
            <a:r>
              <a:rPr lang="en-US" dirty="0"/>
              <a:t> </a:t>
            </a:r>
            <a:r>
              <a:rPr lang="en-US" dirty="0" err="1"/>
              <a:t>seçmektir</a:t>
            </a:r>
            <a:r>
              <a:rPr lang="en-US" dirty="0"/>
              <a:t>.” Ve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titreşimdir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Orada</a:t>
            </a:r>
            <a:r>
              <a:rPr lang="en-US" b="1" dirty="0"/>
              <a:t> </a:t>
            </a:r>
            <a:r>
              <a:rPr lang="en-US" b="1" dirty="0" err="1"/>
              <a:t>ebedî</a:t>
            </a:r>
            <a:r>
              <a:rPr lang="en-US" b="1" dirty="0"/>
              <a:t> </a:t>
            </a:r>
            <a:r>
              <a:rPr lang="en-US" b="1" dirty="0" err="1"/>
              <a:t>kalırlar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“</a:t>
            </a:r>
            <a:r>
              <a:rPr lang="en-US" dirty="0" err="1"/>
              <a:t>ebedî”lik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yönelene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süren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döngüsüdür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karanlıkta</a:t>
            </a:r>
            <a:r>
              <a:rPr lang="en-US" dirty="0"/>
              <a:t> </a:t>
            </a:r>
            <a:r>
              <a:rPr lang="en-US" dirty="0" err="1"/>
              <a:t>bırakmam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reddedersen</a:t>
            </a:r>
            <a:r>
              <a:rPr lang="en-US" dirty="0"/>
              <a:t>, ben </a:t>
            </a:r>
            <a:r>
              <a:rPr lang="en-US" dirty="0" err="1"/>
              <a:t>zorlamam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hangi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yönetmesine</a:t>
            </a:r>
            <a:r>
              <a:rPr lang="en-US" dirty="0"/>
              <a:t> </a:t>
            </a:r>
            <a:r>
              <a:rPr lang="en-US" dirty="0" err="1"/>
              <a:t>izin</a:t>
            </a:r>
            <a:r>
              <a:rPr lang="en-US" dirty="0"/>
              <a:t> </a:t>
            </a:r>
            <a:r>
              <a:rPr lang="en-US" dirty="0" err="1"/>
              <a:t>verdiğini</a:t>
            </a:r>
            <a:r>
              <a:rPr lang="en-US" dirty="0"/>
              <a:t> fark </a:t>
            </a:r>
            <a:r>
              <a:rPr lang="en-US" dirty="0" err="1"/>
              <a:t>etmeye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Allah = </a:t>
            </a:r>
            <a:r>
              <a:rPr lang="en-US" dirty="0" err="1"/>
              <a:t>nurun</a:t>
            </a:r>
            <a:r>
              <a:rPr lang="en-US" dirty="0"/>
              <a:t> </a:t>
            </a:r>
            <a:r>
              <a:rPr lang="en-US" dirty="0" err="1"/>
              <a:t>taşıyıcısıdır</a:t>
            </a:r>
            <a:r>
              <a:rPr lang="en-US" dirty="0"/>
              <a:t>. </a:t>
            </a:r>
            <a:r>
              <a:rPr lang="en-US" dirty="0" err="1"/>
              <a:t>O’na</a:t>
            </a:r>
            <a:r>
              <a:rPr lang="en-US" dirty="0"/>
              <a:t> </a:t>
            </a:r>
            <a:r>
              <a:rPr lang="en-US" dirty="0" err="1"/>
              <a:t>yönelen</a:t>
            </a:r>
            <a:r>
              <a:rPr lang="en-US" dirty="0"/>
              <a:t>, </a:t>
            </a:r>
            <a:r>
              <a:rPr lang="en-US" dirty="0" err="1"/>
              <a:t>yükselir</a:t>
            </a:r>
            <a:r>
              <a:rPr lang="en-US" dirty="0"/>
              <a:t>. </a:t>
            </a:r>
          </a:p>
          <a:p>
            <a:r>
              <a:rPr lang="en-US" dirty="0" err="1"/>
              <a:t>Tâğût</a:t>
            </a:r>
            <a:r>
              <a:rPr lang="en-US" dirty="0"/>
              <a:t> = </a:t>
            </a:r>
            <a:r>
              <a:rPr lang="en-US" dirty="0" err="1"/>
              <a:t>düşüren</a:t>
            </a:r>
            <a:r>
              <a:rPr lang="en-US" dirty="0"/>
              <a:t> </a:t>
            </a:r>
            <a:r>
              <a:rPr lang="en-US" dirty="0" err="1"/>
              <a:t>enerjidir</a:t>
            </a:r>
            <a:r>
              <a:rPr lang="en-US" dirty="0"/>
              <a:t>. Ona </a:t>
            </a:r>
            <a:r>
              <a:rPr lang="en-US" dirty="0" err="1"/>
              <a:t>yönelen</a:t>
            </a:r>
            <a:r>
              <a:rPr lang="en-US" dirty="0"/>
              <a:t>, fark </a:t>
            </a:r>
            <a:r>
              <a:rPr lang="en-US" dirty="0" err="1"/>
              <a:t>etmeden</a:t>
            </a:r>
            <a:r>
              <a:rPr lang="en-US" dirty="0"/>
              <a:t> </a:t>
            </a:r>
            <a:r>
              <a:rPr lang="en-US" dirty="0" err="1"/>
              <a:t>karanlığa</a:t>
            </a:r>
            <a:r>
              <a:rPr lang="en-US" dirty="0"/>
              <a:t> </a:t>
            </a:r>
            <a:r>
              <a:rPr lang="en-US" dirty="0" err="1"/>
              <a:t>çekilir</a:t>
            </a:r>
            <a:r>
              <a:rPr lang="en-US" dirty="0"/>
              <a:t>. </a:t>
            </a:r>
          </a:p>
          <a:p>
            <a:r>
              <a:rPr lang="en-US" dirty="0"/>
              <a:t>İman </a:t>
            </a:r>
            <a:r>
              <a:rPr lang="en-US" dirty="0" err="1"/>
              <a:t>etmek</a:t>
            </a:r>
            <a:r>
              <a:rPr lang="en-US" dirty="0"/>
              <a:t>,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hizalanmaktır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zorlamaz</a:t>
            </a:r>
            <a:r>
              <a:rPr lang="en-US" dirty="0"/>
              <a:t>… ama </a:t>
            </a:r>
            <a:r>
              <a:rPr lang="en-US" dirty="0" err="1"/>
              <a:t>seni</a:t>
            </a:r>
            <a:r>
              <a:rPr lang="en-US" dirty="0"/>
              <a:t> hep </a:t>
            </a:r>
            <a:r>
              <a:rPr lang="en-US" dirty="0" err="1"/>
              <a:t>çağırır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ışığa</a:t>
            </a:r>
            <a:r>
              <a:rPr lang="en-US" dirty="0"/>
              <a:t> </a:t>
            </a:r>
            <a:r>
              <a:rPr lang="en-US" dirty="0" err="1"/>
              <a:t>yürürsen</a:t>
            </a:r>
            <a:r>
              <a:rPr lang="en-US" dirty="0"/>
              <a:t>, ben sana </a:t>
            </a:r>
            <a:r>
              <a:rPr lang="en-US" dirty="0" err="1"/>
              <a:t>aydınlıktan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yönün</a:t>
            </a:r>
            <a:r>
              <a:rPr lang="en-US" dirty="0"/>
              <a:t> </a:t>
            </a:r>
            <a:r>
              <a:rPr lang="en-US" dirty="0" err="1"/>
              <a:t>karanlığa</a:t>
            </a:r>
            <a:r>
              <a:rPr lang="en-US" dirty="0"/>
              <a:t> </a:t>
            </a:r>
            <a:r>
              <a:rPr lang="en-US" dirty="0" err="1"/>
              <a:t>dönükse</a:t>
            </a:r>
            <a:r>
              <a:rPr lang="en-US" dirty="0"/>
              <a:t>… ben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izlerim</a:t>
            </a:r>
            <a:r>
              <a:rPr lang="en-US" dirty="0"/>
              <a:t> ta ki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çağırana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6659694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2795C92-C990-0210-43FF-F61771DCD45C}"/>
              </a:ext>
            </a:extLst>
          </p:cNvPr>
          <p:cNvSpPr txBox="1"/>
          <p:nvPr/>
        </p:nvSpPr>
        <p:spPr>
          <a:xfrm>
            <a:off x="0" y="74428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kralın</a:t>
            </a:r>
            <a:r>
              <a:rPr lang="en-US" dirty="0"/>
              <a:t> </a:t>
            </a:r>
            <a:r>
              <a:rPr lang="en-US" dirty="0" err="1"/>
              <a:t>kibriyle</a:t>
            </a:r>
            <a:r>
              <a:rPr lang="en-US" dirty="0"/>
              <a:t> Allah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tartışmaya</a:t>
            </a:r>
            <a:r>
              <a:rPr lang="en-US" dirty="0"/>
              <a:t> </a:t>
            </a:r>
            <a:r>
              <a:rPr lang="en-US" dirty="0" err="1"/>
              <a:t>kalkıştığı</a:t>
            </a:r>
            <a:r>
              <a:rPr lang="en-US" dirty="0"/>
              <a:t>,</a:t>
            </a:r>
          </a:p>
          <a:p>
            <a:r>
              <a:rPr lang="en-US" dirty="0"/>
              <a:t>ama </a:t>
            </a:r>
            <a:r>
              <a:rPr lang="en-US" dirty="0" err="1"/>
              <a:t>gerçeğin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cümleyle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çökerttiği</a:t>
            </a:r>
            <a:r>
              <a:rPr lang="tr-TR" dirty="0"/>
              <a:t> </a:t>
            </a:r>
            <a:r>
              <a:rPr lang="en-US" dirty="0" err="1"/>
              <a:t>zamansız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sahnesidir.Çünkü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konuşursan</a:t>
            </a:r>
            <a:r>
              <a:rPr lang="en-US" dirty="0"/>
              <a:t> </a:t>
            </a:r>
            <a:r>
              <a:rPr lang="en-US" dirty="0" err="1"/>
              <a:t>konuş</a:t>
            </a:r>
            <a:r>
              <a:rPr lang="en-US" dirty="0"/>
              <a:t>… </a:t>
            </a:r>
            <a:r>
              <a:rPr lang="tr-TR" dirty="0"/>
              <a:t>B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nurum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cümlede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susturur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258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“Kral </a:t>
            </a:r>
            <a:r>
              <a:rPr lang="en-US" dirty="0" err="1"/>
              <a:t>Konuştu</a:t>
            </a:r>
            <a:r>
              <a:rPr lang="en-US" dirty="0"/>
              <a:t>, </a:t>
            </a:r>
            <a:r>
              <a:rPr lang="en-US" dirty="0" err="1"/>
              <a:t>Hakikat</a:t>
            </a:r>
            <a:r>
              <a:rPr lang="en-US" dirty="0"/>
              <a:t> </a:t>
            </a:r>
            <a:r>
              <a:rPr lang="en-US" dirty="0" err="1"/>
              <a:t>Susturdu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Kelimelerin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Yetmediği</a:t>
            </a:r>
            <a:r>
              <a:rPr lang="en-US" dirty="0"/>
              <a:t> </a:t>
            </a:r>
            <a:r>
              <a:rPr lang="en-US" dirty="0" err="1"/>
              <a:t>Yerde,Nur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Kapatır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258.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kendisine</a:t>
            </a:r>
            <a:r>
              <a:rPr lang="en-US" dirty="0"/>
              <a:t> </a:t>
            </a:r>
            <a:r>
              <a:rPr lang="en-US" dirty="0" err="1"/>
              <a:t>mülk</a:t>
            </a:r>
            <a:r>
              <a:rPr lang="en-US" dirty="0"/>
              <a:t>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kimseyle,Rabb’i</a:t>
            </a:r>
            <a:r>
              <a:rPr lang="en-US" dirty="0"/>
              <a:t> </a:t>
            </a:r>
            <a:r>
              <a:rPr lang="en-US" dirty="0" err="1"/>
              <a:t>hakkında</a:t>
            </a:r>
            <a:r>
              <a:rPr lang="en-US" dirty="0"/>
              <a:t> </a:t>
            </a:r>
            <a:r>
              <a:rPr lang="en-US" dirty="0" err="1"/>
              <a:t>tartışanı</a:t>
            </a:r>
            <a:r>
              <a:rPr lang="en-US" dirty="0"/>
              <a:t> </a:t>
            </a:r>
            <a:r>
              <a:rPr lang="en-US" dirty="0" err="1"/>
              <a:t>görmedin</a:t>
            </a:r>
            <a:r>
              <a:rPr lang="en-US" dirty="0"/>
              <a:t> </a:t>
            </a:r>
            <a:r>
              <a:rPr lang="en-US" dirty="0" err="1"/>
              <a:t>mi?İbrahim</a:t>
            </a:r>
            <a:r>
              <a:rPr lang="en-US" dirty="0"/>
              <a:t>,“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Rabb’im</a:t>
            </a:r>
            <a:r>
              <a:rPr lang="en-US" dirty="0"/>
              <a:t> hem </a:t>
            </a:r>
            <a:r>
              <a:rPr lang="en-US" dirty="0" err="1"/>
              <a:t>diriltir</a:t>
            </a:r>
            <a:r>
              <a:rPr lang="en-US" dirty="0"/>
              <a:t> hem </a:t>
            </a:r>
            <a:r>
              <a:rPr lang="en-US" dirty="0" err="1"/>
              <a:t>öldürür</a:t>
            </a:r>
            <a:r>
              <a:rPr lang="en-US" dirty="0"/>
              <a:t>” </a:t>
            </a:r>
            <a:r>
              <a:rPr lang="en-US" dirty="0" err="1"/>
              <a:t>dedi</a:t>
            </a:r>
            <a:r>
              <a:rPr lang="en-US" dirty="0"/>
              <a:t>.</a:t>
            </a:r>
          </a:p>
          <a:p>
            <a:r>
              <a:rPr lang="en-US" dirty="0"/>
              <a:t>O (</a:t>
            </a:r>
            <a:r>
              <a:rPr lang="en-US" dirty="0" err="1"/>
              <a:t>kral</a:t>
            </a:r>
            <a:r>
              <a:rPr lang="en-US" dirty="0"/>
              <a:t>), “Ben de </a:t>
            </a:r>
            <a:r>
              <a:rPr lang="en-US" dirty="0" err="1"/>
              <a:t>diriltir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öldürürüm</a:t>
            </a:r>
            <a:r>
              <a:rPr lang="en-US" dirty="0"/>
              <a:t>” </a:t>
            </a:r>
            <a:r>
              <a:rPr lang="en-US" dirty="0" err="1"/>
              <a:t>dedi.İbrahim:“Allah</a:t>
            </a:r>
            <a:r>
              <a:rPr lang="en-US" dirty="0"/>
              <a:t> </a:t>
            </a:r>
            <a:r>
              <a:rPr lang="en-US" dirty="0" err="1"/>
              <a:t>güneşi</a:t>
            </a:r>
            <a:r>
              <a:rPr lang="en-US" dirty="0"/>
              <a:t> </a:t>
            </a:r>
            <a:r>
              <a:rPr lang="en-US" dirty="0" err="1"/>
              <a:t>doğudan</a:t>
            </a:r>
            <a:r>
              <a:rPr lang="en-US" dirty="0"/>
              <a:t> </a:t>
            </a:r>
            <a:r>
              <a:rPr lang="en-US" dirty="0" err="1"/>
              <a:t>getiriyor,hadi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de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batıdan</a:t>
            </a:r>
            <a:r>
              <a:rPr lang="en-US" dirty="0"/>
              <a:t> </a:t>
            </a:r>
            <a:r>
              <a:rPr lang="en-US" dirty="0" err="1"/>
              <a:t>getir</a:t>
            </a:r>
            <a:r>
              <a:rPr lang="en-US" dirty="0"/>
              <a:t>” </a:t>
            </a:r>
            <a:r>
              <a:rPr lang="en-US" dirty="0" err="1"/>
              <a:t>dedi.Bunun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o </a:t>
            </a:r>
            <a:r>
              <a:rPr lang="en-US" dirty="0" err="1"/>
              <a:t>kâfir</a:t>
            </a:r>
            <a:r>
              <a:rPr lang="en-US" dirty="0"/>
              <a:t> </a:t>
            </a:r>
            <a:r>
              <a:rPr lang="en-US" dirty="0" err="1"/>
              <a:t>şaşkınlık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kaldı.Allah</a:t>
            </a:r>
            <a:r>
              <a:rPr lang="en-US" dirty="0"/>
              <a:t>, </a:t>
            </a:r>
            <a:r>
              <a:rPr lang="en-US" dirty="0" err="1"/>
              <a:t>zalim</a:t>
            </a:r>
            <a:r>
              <a:rPr lang="en-US" dirty="0"/>
              <a:t> </a:t>
            </a:r>
            <a:r>
              <a:rPr lang="en-US" dirty="0" err="1"/>
              <a:t>toplumu</a:t>
            </a:r>
            <a:r>
              <a:rPr lang="en-US" dirty="0"/>
              <a:t> </a:t>
            </a:r>
            <a:r>
              <a:rPr lang="en-US" dirty="0" err="1"/>
              <a:t>hidayete</a:t>
            </a:r>
            <a:r>
              <a:rPr lang="en-US" dirty="0"/>
              <a:t> </a:t>
            </a:r>
            <a:r>
              <a:rPr lang="en-US" dirty="0" err="1"/>
              <a:t>erdirmez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258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ayet,egonun</a:t>
            </a:r>
            <a:r>
              <a:rPr lang="en-US" dirty="0"/>
              <a:t>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çıktığı</a:t>
            </a:r>
            <a:r>
              <a:rPr lang="en-US" dirty="0"/>
              <a:t> her </a:t>
            </a:r>
            <a:r>
              <a:rPr lang="en-US" dirty="0" err="1"/>
              <a:t>yerde</a:t>
            </a:r>
            <a:r>
              <a:rPr lang="tr-TR" dirty="0"/>
              <a:t> </a:t>
            </a:r>
            <a:r>
              <a:rPr lang="en-US" dirty="0" err="1"/>
              <a:t>ışığın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galip</a:t>
            </a:r>
            <a:r>
              <a:rPr lang="en-US" dirty="0"/>
              <a:t> </a:t>
            </a:r>
            <a:r>
              <a:rPr lang="en-US" dirty="0" err="1"/>
              <a:t>geldiğini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der:“Kibir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… ama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cümleyle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kodları</a:t>
            </a:r>
            <a:r>
              <a:rPr lang="en-US" dirty="0"/>
              <a:t> </a:t>
            </a:r>
            <a:r>
              <a:rPr lang="en-US" dirty="0" err="1"/>
              <a:t>kapatır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Allah’ın</a:t>
            </a:r>
            <a:r>
              <a:rPr lang="en-US" b="1" dirty="0"/>
              <a:t> </a:t>
            </a:r>
            <a:r>
              <a:rPr lang="en-US" b="1" dirty="0" err="1"/>
              <a:t>kendisine</a:t>
            </a:r>
            <a:r>
              <a:rPr lang="en-US" b="1" dirty="0"/>
              <a:t> </a:t>
            </a:r>
            <a:r>
              <a:rPr lang="en-US" b="1" dirty="0" err="1"/>
              <a:t>mülk</a:t>
            </a:r>
            <a:r>
              <a:rPr lang="en-US" b="1" dirty="0"/>
              <a:t> </a:t>
            </a:r>
            <a:r>
              <a:rPr lang="en-US" b="1" dirty="0" err="1"/>
              <a:t>verdiği</a:t>
            </a:r>
            <a:r>
              <a:rPr lang="en-US" b="1" dirty="0"/>
              <a:t> </a:t>
            </a:r>
            <a:r>
              <a:rPr lang="en-US" b="1" dirty="0" err="1"/>
              <a:t>kimse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kral</a:t>
            </a:r>
            <a:r>
              <a:rPr lang="en-US" dirty="0"/>
              <a:t>, ego </a:t>
            </a:r>
            <a:r>
              <a:rPr lang="en-US" dirty="0" err="1"/>
              <a:t>bilincidir</a:t>
            </a:r>
            <a:r>
              <a:rPr lang="en-US" dirty="0"/>
              <a:t>. Allah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mülk</a:t>
            </a:r>
            <a:r>
              <a:rPr lang="en-US" dirty="0"/>
              <a:t> </a:t>
            </a:r>
            <a:r>
              <a:rPr lang="en-US" dirty="0" err="1"/>
              <a:t>vermiştir</a:t>
            </a:r>
            <a:r>
              <a:rPr lang="en-US" dirty="0"/>
              <a:t> 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tanımıştır</a:t>
            </a:r>
            <a:r>
              <a:rPr lang="en-US" dirty="0"/>
              <a:t>. Ama o,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kullanmaya</a:t>
            </a:r>
            <a:r>
              <a:rPr lang="en-US" dirty="0"/>
              <a:t> </a:t>
            </a:r>
            <a:r>
              <a:rPr lang="en-US" dirty="0" err="1"/>
              <a:t>kalkmıştır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sınırlarını</a:t>
            </a:r>
            <a:r>
              <a:rPr lang="en-US" dirty="0"/>
              <a:t> </a:t>
            </a:r>
            <a:r>
              <a:rPr lang="en-US" dirty="0" err="1"/>
              <a:t>açtım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unuttun</a:t>
            </a:r>
            <a:r>
              <a:rPr lang="en-US" dirty="0"/>
              <a:t>.” </a:t>
            </a:r>
            <a:endParaRPr lang="en-TR" b="1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“Ben de </a:t>
            </a:r>
            <a:r>
              <a:rPr lang="en-US" b="1" dirty="0" err="1"/>
              <a:t>diriltirim</a:t>
            </a:r>
            <a:r>
              <a:rPr lang="en-US" b="1" dirty="0"/>
              <a:t>, </a:t>
            </a:r>
            <a:r>
              <a:rPr lang="en-US" b="1" dirty="0" err="1"/>
              <a:t>öldürürüm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kibirli</a:t>
            </a:r>
            <a:r>
              <a:rPr lang="en-US" dirty="0"/>
              <a:t> </a:t>
            </a:r>
            <a:r>
              <a:rPr lang="en-US" dirty="0" err="1"/>
              <a:t>aklın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taklit</a:t>
            </a:r>
            <a:r>
              <a:rPr lang="en-US" dirty="0"/>
              <a:t> </a:t>
            </a:r>
            <a:r>
              <a:rPr lang="en-US" dirty="0" err="1"/>
              <a:t>etme</a:t>
            </a:r>
            <a:r>
              <a:rPr lang="en-US" dirty="0"/>
              <a:t> </a:t>
            </a:r>
            <a:r>
              <a:rPr lang="en-US" dirty="0" err="1"/>
              <a:t>çabasıdır</a:t>
            </a:r>
            <a:r>
              <a:rPr lang="en-US" dirty="0"/>
              <a:t>. </a:t>
            </a:r>
          </a:p>
          <a:p>
            <a:r>
              <a:rPr lang="en-US" dirty="0"/>
              <a:t>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taklit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yüzeyseldir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o: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dirilişi</a:t>
            </a:r>
            <a:r>
              <a:rPr lang="en-US" dirty="0"/>
              <a:t> </a:t>
            </a:r>
          </a:p>
          <a:p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ölümü</a:t>
            </a:r>
            <a:r>
              <a:rPr lang="en-US" dirty="0"/>
              <a:t> </a:t>
            </a:r>
            <a:r>
              <a:rPr lang="en-US" dirty="0" err="1"/>
              <a:t>bilmez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güneşi</a:t>
            </a:r>
            <a:r>
              <a:rPr lang="en-US" b="1" dirty="0"/>
              <a:t> </a:t>
            </a:r>
            <a:r>
              <a:rPr lang="en-US" b="1" dirty="0" err="1"/>
              <a:t>doğudan</a:t>
            </a:r>
            <a:r>
              <a:rPr lang="en-US" b="1" dirty="0"/>
              <a:t> </a:t>
            </a:r>
            <a:r>
              <a:rPr lang="en-US" b="1" dirty="0" err="1"/>
              <a:t>getirir</a:t>
            </a:r>
            <a:r>
              <a:rPr lang="en-US" b="1" dirty="0"/>
              <a:t>  </a:t>
            </a:r>
            <a:r>
              <a:rPr lang="en-US" b="1" dirty="0" err="1"/>
              <a:t>sen</a:t>
            </a:r>
            <a:r>
              <a:rPr lang="en-US" b="1" dirty="0"/>
              <a:t> de </a:t>
            </a:r>
            <a:r>
              <a:rPr lang="en-US" b="1" dirty="0" err="1"/>
              <a:t>batıdan</a:t>
            </a:r>
            <a:r>
              <a:rPr lang="en-US" b="1" dirty="0"/>
              <a:t> </a:t>
            </a:r>
            <a:r>
              <a:rPr lang="en-US" b="1" dirty="0" err="1"/>
              <a:t>getir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işte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vurucu</a:t>
            </a:r>
            <a:r>
              <a:rPr lang="en-US" dirty="0"/>
              <a:t> </a:t>
            </a:r>
            <a:r>
              <a:rPr lang="en-US" dirty="0" err="1"/>
              <a:t>cümlesidir</a:t>
            </a:r>
            <a:r>
              <a:rPr lang="en-US" dirty="0"/>
              <a:t>. 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kıyasıdır</a:t>
            </a:r>
            <a:r>
              <a:rPr lang="en-US" dirty="0"/>
              <a:t>: “Sen </a:t>
            </a:r>
            <a:r>
              <a:rPr lang="en-US" dirty="0" err="1"/>
              <a:t>kelimeyle</a:t>
            </a:r>
            <a:r>
              <a:rPr lang="en-US" dirty="0"/>
              <a:t> </a:t>
            </a:r>
            <a:r>
              <a:rPr lang="en-US" dirty="0" err="1"/>
              <a:t>konuştun</a:t>
            </a:r>
            <a:r>
              <a:rPr lang="en-US" dirty="0"/>
              <a:t>… ama ben sana </a:t>
            </a:r>
            <a:r>
              <a:rPr lang="en-US" dirty="0" err="1"/>
              <a:t>kainatın</a:t>
            </a:r>
            <a:r>
              <a:rPr lang="en-US" dirty="0"/>
              <a:t> </a:t>
            </a:r>
            <a:r>
              <a:rPr lang="en-US" dirty="0" err="1"/>
              <a:t>dilini</a:t>
            </a:r>
            <a:r>
              <a:rPr lang="en-US" dirty="0"/>
              <a:t> </a:t>
            </a:r>
            <a:r>
              <a:rPr lang="en-US" dirty="0" err="1"/>
              <a:t>gösterdim</a:t>
            </a:r>
            <a:r>
              <a:rPr lang="en-US" dirty="0"/>
              <a:t>.” Ve o an,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tartışma</a:t>
            </a:r>
            <a:r>
              <a:rPr lang="en-US" dirty="0"/>
              <a:t> biter.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39149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6616DC3-087D-0AC2-FA27-D9DC5CF4243C}"/>
              </a:ext>
            </a:extLst>
          </p:cNvPr>
          <p:cNvSpPr txBox="1"/>
          <p:nvPr/>
        </p:nvSpPr>
        <p:spPr>
          <a:xfrm>
            <a:off x="0" y="0"/>
            <a:ext cx="685800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“Kâfir </a:t>
            </a:r>
            <a:r>
              <a:rPr lang="en-US" b="1" dirty="0" err="1"/>
              <a:t>şaşkınlık</a:t>
            </a:r>
            <a:r>
              <a:rPr lang="en-US" b="1" dirty="0"/>
              <a:t> </a:t>
            </a:r>
            <a:r>
              <a:rPr lang="en-US" b="1" dirty="0" err="1"/>
              <a:t>içinde</a:t>
            </a:r>
            <a:r>
              <a:rPr lang="en-US" b="1" dirty="0"/>
              <a:t> </a:t>
            </a:r>
            <a:r>
              <a:rPr lang="en-US" b="1" dirty="0" err="1"/>
              <a:t>kaldı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şaşkınlık</a:t>
            </a:r>
            <a:r>
              <a:rPr lang="en-US" dirty="0"/>
              <a:t>, </a:t>
            </a:r>
            <a:r>
              <a:rPr lang="en-US" dirty="0" err="1"/>
              <a:t>kibrin</a:t>
            </a:r>
            <a:r>
              <a:rPr lang="en-US" dirty="0"/>
              <a:t> ilk </a:t>
            </a:r>
            <a:r>
              <a:rPr lang="en-US" dirty="0" err="1"/>
              <a:t>defa</a:t>
            </a:r>
            <a:r>
              <a:rPr lang="en-US" dirty="0"/>
              <a:t> </a:t>
            </a:r>
            <a:r>
              <a:rPr lang="en-US" dirty="0" err="1"/>
              <a:t>boşlukla</a:t>
            </a:r>
            <a:r>
              <a:rPr lang="en-US" dirty="0"/>
              <a:t> </a:t>
            </a:r>
            <a:r>
              <a:rPr lang="en-US" dirty="0" err="1"/>
              <a:t>tanışmasıdır</a:t>
            </a:r>
            <a:r>
              <a:rPr lang="en-US" dirty="0"/>
              <a:t>. O </a:t>
            </a:r>
            <a:r>
              <a:rPr lang="en-US" dirty="0" err="1"/>
              <a:t>artık</a:t>
            </a:r>
            <a:r>
              <a:rPr lang="en-US" dirty="0"/>
              <a:t> ne</a:t>
            </a:r>
            <a:r>
              <a:rPr lang="tr-TR" dirty="0"/>
              <a:t> </a:t>
            </a:r>
            <a:r>
              <a:rPr lang="en-US" dirty="0" err="1"/>
              <a:t>söyleyeceğini</a:t>
            </a:r>
            <a:r>
              <a:rPr lang="en-US" dirty="0"/>
              <a:t> </a:t>
            </a:r>
            <a:r>
              <a:rPr lang="en-US" dirty="0" err="1"/>
              <a:t>bilmez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: 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kelimeyle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verdi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zalimleri</a:t>
            </a:r>
            <a:r>
              <a:rPr lang="en-US" b="1" dirty="0"/>
              <a:t> </a:t>
            </a:r>
            <a:r>
              <a:rPr lang="en-US" b="1" dirty="0" err="1"/>
              <a:t>hidayete</a:t>
            </a:r>
            <a:r>
              <a:rPr lang="en-US" b="1" dirty="0"/>
              <a:t> </a:t>
            </a:r>
            <a:r>
              <a:rPr lang="en-US" b="1" dirty="0" err="1"/>
              <a:t>erdirmez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Zalim =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örten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Nur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kibri</a:t>
            </a:r>
            <a:r>
              <a:rPr lang="en-US" dirty="0"/>
              <a:t> </a:t>
            </a:r>
            <a:r>
              <a:rPr lang="en-US" dirty="0" err="1"/>
              <a:t>tercih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Bu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duymaya</a:t>
            </a:r>
            <a:r>
              <a:rPr lang="en-US" dirty="0"/>
              <a:t> </a:t>
            </a:r>
            <a:r>
              <a:rPr lang="en-US" dirty="0" err="1"/>
              <a:t>kapalıdır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duymuyorsan</a:t>
            </a:r>
            <a:r>
              <a:rPr lang="en-US" dirty="0"/>
              <a:t>, ben sana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gösteremem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hakikatin</a:t>
            </a:r>
            <a:r>
              <a:rPr lang="en-US" dirty="0"/>
              <a:t> </a:t>
            </a:r>
            <a:r>
              <a:rPr lang="en-US" dirty="0" err="1"/>
              <a:t>suskun</a:t>
            </a:r>
            <a:r>
              <a:rPr lang="en-US" dirty="0"/>
              <a:t> ama </a:t>
            </a:r>
            <a:r>
              <a:rPr lang="en-US" dirty="0" err="1"/>
              <a:t>sarsıcı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: </a:t>
            </a:r>
            <a:r>
              <a:rPr lang="en-US" dirty="0" err="1"/>
              <a:t>Sistemin</a:t>
            </a:r>
            <a:r>
              <a:rPr lang="en-US" dirty="0"/>
              <a:t> sana </a:t>
            </a:r>
            <a:r>
              <a:rPr lang="en-US" dirty="0" err="1"/>
              <a:t>verdiği</a:t>
            </a:r>
            <a:r>
              <a:rPr lang="en-US" dirty="0"/>
              <a:t> </a:t>
            </a:r>
            <a:r>
              <a:rPr lang="en-US" dirty="0" err="1"/>
              <a:t>güç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ilahlaştırmaz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sahiplik</a:t>
            </a:r>
            <a:r>
              <a:rPr lang="en-US" dirty="0"/>
              <a:t>, </a:t>
            </a:r>
            <a:r>
              <a:rPr lang="en-US" dirty="0" err="1"/>
              <a:t>bilgeliktedir</a:t>
            </a:r>
            <a:r>
              <a:rPr lang="en-US" dirty="0"/>
              <a:t>. </a:t>
            </a:r>
          </a:p>
          <a:p>
            <a:r>
              <a:rPr lang="en-US" dirty="0"/>
              <a:t>Kibir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yarışır</a:t>
            </a:r>
            <a:r>
              <a:rPr lang="en-US" dirty="0"/>
              <a:t>, ama </a:t>
            </a:r>
            <a:r>
              <a:rPr lang="en-US" dirty="0" err="1"/>
              <a:t>nur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an’da</a:t>
            </a:r>
            <a:r>
              <a:rPr lang="en-US" dirty="0"/>
              <a:t> siler. </a:t>
            </a:r>
          </a:p>
          <a:p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yönelmiş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cümle</a:t>
            </a:r>
            <a:r>
              <a:rPr lang="en-US" dirty="0"/>
              <a:t>, </a:t>
            </a:r>
            <a:r>
              <a:rPr lang="en-US" dirty="0" err="1"/>
              <a:t>koca</a:t>
            </a:r>
            <a:r>
              <a:rPr lang="en-US" dirty="0"/>
              <a:t> </a:t>
            </a:r>
            <a:r>
              <a:rPr lang="en-US" dirty="0" err="1"/>
              <a:t>sistemleri</a:t>
            </a:r>
            <a:r>
              <a:rPr lang="en-US" dirty="0"/>
              <a:t> </a:t>
            </a:r>
            <a:r>
              <a:rPr lang="en-US" dirty="0" err="1"/>
              <a:t>çökertebilir</a:t>
            </a:r>
            <a:r>
              <a:rPr lang="en-US" dirty="0"/>
              <a:t>. </a:t>
            </a:r>
          </a:p>
          <a:p>
            <a:r>
              <a:rPr lang="en-US" dirty="0"/>
              <a:t>Zalim, </a:t>
            </a:r>
            <a:r>
              <a:rPr lang="en-US" dirty="0" err="1"/>
              <a:t>hakikati</a:t>
            </a:r>
            <a:r>
              <a:rPr lang="en-US" dirty="0"/>
              <a:t> bile </a:t>
            </a:r>
            <a:r>
              <a:rPr lang="en-US" dirty="0" err="1"/>
              <a:t>isteye</a:t>
            </a:r>
            <a:r>
              <a:rPr lang="en-US" dirty="0"/>
              <a:t> </a:t>
            </a:r>
            <a:r>
              <a:rPr lang="en-US" dirty="0" err="1"/>
              <a:t>reddedendir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yoluna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dökmez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konuşurken</a:t>
            </a:r>
            <a:r>
              <a:rPr lang="en-US" dirty="0"/>
              <a:t> </a:t>
            </a:r>
            <a:r>
              <a:rPr lang="en-US" dirty="0" err="1"/>
              <a:t>sandın</a:t>
            </a:r>
            <a:r>
              <a:rPr lang="en-US" dirty="0"/>
              <a:t> ki </a:t>
            </a:r>
            <a:r>
              <a:rPr lang="en-US" dirty="0" err="1"/>
              <a:t>güç</a:t>
            </a:r>
            <a:r>
              <a:rPr lang="en-US" dirty="0"/>
              <a:t> </a:t>
            </a:r>
            <a:r>
              <a:rPr lang="en-US" dirty="0" err="1"/>
              <a:t>sende</a:t>
            </a:r>
            <a:r>
              <a:rPr lang="en-US" dirty="0"/>
              <a:t>… ama 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bekliyordum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cümlesiyle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sistemini</a:t>
            </a:r>
            <a:r>
              <a:rPr lang="en-US" dirty="0"/>
              <a:t> </a:t>
            </a:r>
            <a:r>
              <a:rPr lang="en-US" dirty="0" err="1"/>
              <a:t>sessizliğe</a:t>
            </a:r>
            <a:r>
              <a:rPr lang="en-US" dirty="0"/>
              <a:t> </a:t>
            </a:r>
            <a:r>
              <a:rPr lang="en-US" dirty="0" err="1"/>
              <a:t>mühürledim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259.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ayet,ölüm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dirilişin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döngü</a:t>
            </a:r>
            <a:r>
              <a:rPr lang="en-US" dirty="0"/>
              <a:t> </a:t>
            </a:r>
            <a:r>
              <a:rPr lang="en-US" dirty="0" err="1"/>
              <a:t>olduğunu,zamanın</a:t>
            </a:r>
            <a:r>
              <a:rPr lang="en-US" dirty="0"/>
              <a:t> </a:t>
            </a:r>
            <a:r>
              <a:rPr lang="en-US" dirty="0" err="1"/>
              <a:t>büküldüğü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mucizeyle,ve</a:t>
            </a:r>
            <a:r>
              <a:rPr lang="tr-TR" dirty="0"/>
              <a:t> </a:t>
            </a:r>
            <a:r>
              <a:rPr lang="en-US" dirty="0" err="1"/>
              <a:t>bedenin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korunup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aktive</a:t>
            </a:r>
            <a:r>
              <a:rPr lang="en-US" dirty="0"/>
              <a:t> </a:t>
            </a:r>
            <a:r>
              <a:rPr lang="en-US" dirty="0" err="1"/>
              <a:t>edildiğiyle</a:t>
            </a:r>
            <a:r>
              <a:rPr lang="tr-TR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sırrını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</a:t>
            </a:r>
            <a:endParaRPr lang="tr-TR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çizgi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… ama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kabına</a:t>
            </a:r>
            <a:r>
              <a:rPr lang="en-US" dirty="0"/>
              <a:t> </a:t>
            </a:r>
            <a:r>
              <a:rPr lang="en-US" dirty="0" err="1"/>
              <a:t>saklarım</a:t>
            </a:r>
            <a:r>
              <a:rPr lang="en-US" dirty="0"/>
              <a:t>. Ve </a:t>
            </a:r>
            <a:r>
              <a:rPr lang="en-US" dirty="0" err="1"/>
              <a:t>ölüm</a:t>
            </a:r>
            <a:r>
              <a:rPr lang="en-US" dirty="0"/>
              <a:t> de </a:t>
            </a:r>
            <a:r>
              <a:rPr lang="en-US" dirty="0" err="1"/>
              <a:t>hayat</a:t>
            </a:r>
            <a:r>
              <a:rPr lang="en-US" dirty="0"/>
              <a:t> da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frekansımla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259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“100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Uyuyan</a:t>
            </a:r>
            <a:r>
              <a:rPr lang="en-US" dirty="0"/>
              <a:t> –</a:t>
            </a:r>
          </a:p>
          <a:p>
            <a:pPr marL="0" indent="0">
              <a:buNone/>
            </a:pPr>
            <a:r>
              <a:rPr lang="en-US" dirty="0" err="1"/>
              <a:t>Ölüm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Enerjinin</a:t>
            </a:r>
            <a:r>
              <a:rPr lang="en-US" dirty="0"/>
              <a:t> </a:t>
            </a:r>
            <a:r>
              <a:rPr lang="en-US" dirty="0" err="1"/>
              <a:t>Durağan</a:t>
            </a:r>
            <a:r>
              <a:rPr lang="en-US" dirty="0"/>
              <a:t> </a:t>
            </a:r>
            <a:r>
              <a:rPr lang="en-US" dirty="0" err="1"/>
              <a:t>Hâlidir”Sistem</a:t>
            </a:r>
            <a:r>
              <a:rPr lang="en-US" dirty="0"/>
              <a:t>, </a:t>
            </a:r>
            <a:r>
              <a:rPr lang="en-US" dirty="0" err="1"/>
              <a:t>Bedenin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Zamanın</a:t>
            </a:r>
            <a:r>
              <a:rPr lang="en-US" dirty="0"/>
              <a:t> </a:t>
            </a:r>
            <a:r>
              <a:rPr lang="en-US" dirty="0" err="1"/>
              <a:t>Hafızasını</a:t>
            </a:r>
            <a:r>
              <a:rPr lang="en-US" dirty="0"/>
              <a:t> </a:t>
            </a:r>
            <a:r>
              <a:rPr lang="en-US" dirty="0" err="1"/>
              <a:t>Kapatabilirve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Açabilir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70270812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C97F8A5-7E1A-F473-DD8C-B1655AF3E5CC}"/>
              </a:ext>
            </a:extLst>
          </p:cNvPr>
          <p:cNvSpPr txBox="1"/>
          <p:nvPr/>
        </p:nvSpPr>
        <p:spPr>
          <a:xfrm>
            <a:off x="0" y="0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259.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Bir de o </a:t>
            </a:r>
            <a:r>
              <a:rPr lang="en-US" dirty="0" err="1"/>
              <a:t>kişiyi</a:t>
            </a:r>
            <a:r>
              <a:rPr lang="en-US" dirty="0"/>
              <a:t> </a:t>
            </a:r>
            <a:r>
              <a:rPr lang="en-US" dirty="0" err="1"/>
              <a:t>düşün!Bir</a:t>
            </a:r>
            <a:r>
              <a:rPr lang="en-US" dirty="0"/>
              <a:t> </a:t>
            </a:r>
            <a:r>
              <a:rPr lang="en-US" dirty="0" err="1"/>
              <a:t>beldeye</a:t>
            </a:r>
            <a:r>
              <a:rPr lang="en-US" dirty="0"/>
              <a:t> </a:t>
            </a:r>
            <a:r>
              <a:rPr lang="en-US" dirty="0" err="1"/>
              <a:t>uğradı</a:t>
            </a:r>
            <a:r>
              <a:rPr lang="en-US" dirty="0"/>
              <a:t>; </a:t>
            </a:r>
            <a:r>
              <a:rPr lang="en-US" dirty="0" err="1"/>
              <a:t>orası</a:t>
            </a:r>
            <a:r>
              <a:rPr lang="en-US" dirty="0"/>
              <a:t> </a:t>
            </a:r>
            <a:r>
              <a:rPr lang="en-US" dirty="0" err="1"/>
              <a:t>harap</a:t>
            </a:r>
            <a:r>
              <a:rPr lang="en-US" dirty="0"/>
              <a:t> </a:t>
            </a:r>
            <a:r>
              <a:rPr lang="en-US" dirty="0" err="1"/>
              <a:t>olmuştu</a:t>
            </a:r>
            <a:r>
              <a:rPr lang="en-US" dirty="0"/>
              <a:t>.</a:t>
            </a:r>
          </a:p>
          <a:p>
            <a:r>
              <a:rPr lang="en-US" dirty="0"/>
              <a:t>“Allah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ölümünden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diriltecek</a:t>
            </a:r>
            <a:r>
              <a:rPr lang="en-US" dirty="0"/>
              <a:t>?” </a:t>
            </a:r>
            <a:r>
              <a:rPr lang="en-US" dirty="0" err="1"/>
              <a:t>dedi.Allah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ölü</a:t>
            </a:r>
            <a:r>
              <a:rPr lang="en-US" dirty="0"/>
              <a:t> </a:t>
            </a:r>
            <a:r>
              <a:rPr lang="en-US" dirty="0" err="1"/>
              <a:t>tuttu,sonra</a:t>
            </a:r>
            <a:r>
              <a:rPr lang="en-US" dirty="0"/>
              <a:t> </a:t>
            </a:r>
            <a:r>
              <a:rPr lang="en-US" dirty="0" err="1"/>
              <a:t>diriltti</a:t>
            </a:r>
            <a:r>
              <a:rPr lang="en-US" dirty="0"/>
              <a:t>.“Ne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kaldın</a:t>
            </a:r>
            <a:r>
              <a:rPr lang="en-US" dirty="0"/>
              <a:t>?”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sordu</a:t>
            </a:r>
            <a:r>
              <a:rPr lang="en-US" dirty="0"/>
              <a:t>.“O da: ‘Bir </a:t>
            </a:r>
            <a:r>
              <a:rPr lang="en-US" dirty="0" err="1"/>
              <a:t>gün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günden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kaldım</a:t>
            </a:r>
            <a:r>
              <a:rPr lang="en-US" dirty="0"/>
              <a:t>’ </a:t>
            </a:r>
            <a:r>
              <a:rPr lang="en-US" dirty="0" err="1"/>
              <a:t>dedi.Allah</a:t>
            </a:r>
            <a:r>
              <a:rPr lang="en-US" dirty="0"/>
              <a:t> </a:t>
            </a:r>
            <a:r>
              <a:rPr lang="en-US" dirty="0" err="1"/>
              <a:t>dedi</a:t>
            </a:r>
            <a:r>
              <a:rPr lang="en-US" dirty="0"/>
              <a:t> ki:“</a:t>
            </a:r>
            <a:r>
              <a:rPr lang="en-US" dirty="0" err="1"/>
              <a:t>Hayır</a:t>
            </a:r>
            <a:r>
              <a:rPr lang="en-US" dirty="0"/>
              <a:t>,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yıl</a:t>
            </a:r>
            <a:r>
              <a:rPr lang="en-US" dirty="0"/>
              <a:t> </a:t>
            </a:r>
            <a:r>
              <a:rPr lang="en-US" dirty="0" err="1"/>
              <a:t>kaldın</a:t>
            </a:r>
            <a:r>
              <a:rPr lang="en-US" dirty="0"/>
              <a:t>.</a:t>
            </a:r>
          </a:p>
          <a:p>
            <a:r>
              <a:rPr lang="en-US" dirty="0" err="1"/>
              <a:t>Yiyeceğine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içeceğine</a:t>
            </a:r>
            <a:r>
              <a:rPr lang="en-US" dirty="0"/>
              <a:t> </a:t>
            </a:r>
            <a:r>
              <a:rPr lang="en-US" dirty="0" err="1"/>
              <a:t>bak</a:t>
            </a:r>
            <a:r>
              <a:rPr lang="en-US" dirty="0"/>
              <a:t>  </a:t>
            </a:r>
            <a:r>
              <a:rPr lang="en-US" dirty="0" err="1"/>
              <a:t>bozulmamış.Eşeğine</a:t>
            </a:r>
            <a:r>
              <a:rPr lang="en-US" dirty="0"/>
              <a:t> </a:t>
            </a:r>
            <a:r>
              <a:rPr lang="en-US" dirty="0" err="1"/>
              <a:t>bak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ibret</a:t>
            </a:r>
            <a:r>
              <a:rPr lang="en-US" dirty="0"/>
              <a:t> </a:t>
            </a:r>
            <a:r>
              <a:rPr lang="en-US" dirty="0" err="1"/>
              <a:t>yapacağız.Kemiklere</a:t>
            </a:r>
            <a:r>
              <a:rPr lang="en-US" dirty="0"/>
              <a:t> </a:t>
            </a:r>
            <a:r>
              <a:rPr lang="en-US" dirty="0" err="1"/>
              <a:t>bak</a:t>
            </a:r>
            <a:r>
              <a:rPr lang="en-US" dirty="0"/>
              <a:t>,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birleştiriyoruz,sonra</a:t>
            </a:r>
            <a:r>
              <a:rPr lang="en-US" dirty="0"/>
              <a:t> da et </a:t>
            </a:r>
            <a:r>
              <a:rPr lang="en-US" dirty="0" err="1"/>
              <a:t>giydiriyoruz</a:t>
            </a:r>
            <a:r>
              <a:rPr lang="en-US" dirty="0"/>
              <a:t>.”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apaçık</a:t>
            </a:r>
            <a:r>
              <a:rPr lang="en-US" dirty="0"/>
              <a:t> </a:t>
            </a:r>
            <a:r>
              <a:rPr lang="en-US" dirty="0" err="1"/>
              <a:t>gösterdiğimizde</a:t>
            </a:r>
            <a:r>
              <a:rPr lang="en-US" dirty="0"/>
              <a:t>,“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biliyorum</a:t>
            </a:r>
            <a:r>
              <a:rPr lang="en-US" dirty="0"/>
              <a:t> ki Allah her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kadirdir</a:t>
            </a:r>
            <a:r>
              <a:rPr lang="en-US" dirty="0"/>
              <a:t>.” </a:t>
            </a:r>
            <a:r>
              <a:rPr lang="en-US" dirty="0" err="1"/>
              <a:t>dedi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ayet,bedenin</a:t>
            </a:r>
            <a:r>
              <a:rPr lang="en-US" dirty="0"/>
              <a:t> </a:t>
            </a:r>
            <a:r>
              <a:rPr lang="en-US" dirty="0" err="1"/>
              <a:t>donduğu</a:t>
            </a:r>
            <a:r>
              <a:rPr lang="en-US" dirty="0"/>
              <a:t>,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saklandığı,zamanın</a:t>
            </a:r>
            <a:r>
              <a:rPr lang="en-US" dirty="0"/>
              <a:t> </a:t>
            </a:r>
            <a:r>
              <a:rPr lang="en-US" dirty="0" err="1"/>
              <a:t>eğilip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döndüğü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mühürüdür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öldün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… ama 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beklemeye</a:t>
            </a:r>
            <a:r>
              <a:rPr lang="en-US" dirty="0"/>
              <a:t> </a:t>
            </a:r>
            <a:r>
              <a:rPr lang="en-US" dirty="0" err="1"/>
              <a:t>aldım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“Harap </a:t>
            </a:r>
            <a:r>
              <a:rPr lang="en-US" b="1" dirty="0" err="1"/>
              <a:t>olmuş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şehre</a:t>
            </a:r>
            <a:r>
              <a:rPr lang="en-US" b="1" dirty="0"/>
              <a:t> </a:t>
            </a:r>
            <a:r>
              <a:rPr lang="en-US" b="1" dirty="0" err="1"/>
              <a:t>uğradı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Harabeler</a:t>
            </a:r>
            <a:r>
              <a:rPr lang="en-US" dirty="0"/>
              <a:t> = </a:t>
            </a:r>
            <a:r>
              <a:rPr lang="en-US" dirty="0" err="1"/>
              <a:t>Umutsuzluk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Yıkım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Adam,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bakar</a:t>
            </a:r>
            <a:r>
              <a:rPr lang="en-US" dirty="0"/>
              <a:t>: “</a:t>
            </a:r>
            <a:r>
              <a:rPr lang="en-US" dirty="0" err="1"/>
              <a:t>Burası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canlanamaz</a:t>
            </a:r>
            <a:r>
              <a:rPr lang="en-US" dirty="0"/>
              <a:t>…”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yıkımı</a:t>
            </a:r>
            <a:r>
              <a:rPr lang="en-US" dirty="0"/>
              <a:t> </a:t>
            </a:r>
            <a:r>
              <a:rPr lang="en-US" dirty="0" err="1"/>
              <a:t>görürsün</a:t>
            </a:r>
            <a:r>
              <a:rPr lang="en-US" dirty="0"/>
              <a:t> ben </a:t>
            </a:r>
            <a:r>
              <a:rPr lang="en-US" dirty="0" err="1"/>
              <a:t>potansiyeli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yüz</a:t>
            </a:r>
            <a:r>
              <a:rPr lang="en-US" b="1" dirty="0"/>
              <a:t> </a:t>
            </a:r>
            <a:r>
              <a:rPr lang="en-US" b="1" dirty="0" err="1"/>
              <a:t>yıl</a:t>
            </a:r>
            <a:r>
              <a:rPr lang="en-US" b="1" dirty="0"/>
              <a:t> </a:t>
            </a:r>
            <a:r>
              <a:rPr lang="en-US" b="1" dirty="0" err="1"/>
              <a:t>ölü</a:t>
            </a:r>
            <a:r>
              <a:rPr lang="en-US" b="1" dirty="0"/>
              <a:t> </a:t>
            </a:r>
            <a:r>
              <a:rPr lang="en-US" b="1" dirty="0" err="1"/>
              <a:t>tuttu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ölüm</a:t>
            </a:r>
            <a:r>
              <a:rPr lang="en-US" dirty="0"/>
              <a:t>: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çekilmesidir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Enerjinin</a:t>
            </a:r>
            <a:r>
              <a:rPr lang="en-US" dirty="0"/>
              <a:t> </a:t>
            </a:r>
            <a:r>
              <a:rPr lang="en-US" dirty="0" err="1"/>
              <a:t>durağanlaşmasıdır</a:t>
            </a:r>
            <a:r>
              <a:rPr lang="en-US" dirty="0"/>
              <a:t> </a:t>
            </a:r>
            <a:r>
              <a:rPr lang="tr-TR" dirty="0"/>
              <a:t>.</a:t>
            </a:r>
            <a:endParaRPr lang="en-US" dirty="0"/>
          </a:p>
          <a:p>
            <a:r>
              <a:rPr lang="en-US" dirty="0" err="1"/>
              <a:t>Zamanın</a:t>
            </a:r>
            <a:r>
              <a:rPr lang="en-US" dirty="0"/>
              <a:t> </a:t>
            </a:r>
            <a:r>
              <a:rPr lang="en-US" dirty="0" err="1"/>
              <a:t>kapatılmasıdır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dikkat</a:t>
            </a:r>
            <a:r>
              <a:rPr lang="en-US" dirty="0"/>
              <a:t>: </a:t>
            </a:r>
            <a:r>
              <a:rPr lang="en-US" dirty="0" err="1"/>
              <a:t>yiyecekler</a:t>
            </a:r>
            <a:r>
              <a:rPr lang="en-US" dirty="0"/>
              <a:t> </a:t>
            </a:r>
            <a:r>
              <a:rPr lang="en-US" dirty="0" err="1"/>
              <a:t>bozulmamıştır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“Ben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durdurursam</a:t>
            </a:r>
            <a:r>
              <a:rPr lang="en-US" dirty="0"/>
              <a:t>,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frekansımda</a:t>
            </a:r>
            <a:r>
              <a:rPr lang="en-US" dirty="0"/>
              <a:t> </a:t>
            </a:r>
            <a:r>
              <a:rPr lang="en-US" dirty="0" err="1"/>
              <a:t>donup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 “Ne </a:t>
            </a:r>
            <a:r>
              <a:rPr lang="en-US" b="1" dirty="0" err="1"/>
              <a:t>kadar</a:t>
            </a:r>
            <a:r>
              <a:rPr lang="en-US" b="1" dirty="0"/>
              <a:t> </a:t>
            </a:r>
            <a:r>
              <a:rPr lang="en-US" b="1" dirty="0" err="1"/>
              <a:t>kaldın</a:t>
            </a:r>
            <a:r>
              <a:rPr lang="en-US" b="1" dirty="0"/>
              <a:t>?”</a:t>
            </a:r>
          </a:p>
          <a:p>
            <a:r>
              <a:rPr lang="en-US" dirty="0"/>
              <a:t>“Bir </a:t>
            </a:r>
            <a:r>
              <a:rPr lang="en-US" dirty="0" err="1"/>
              <a:t>gün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…”</a:t>
            </a:r>
            <a:r>
              <a:rPr lang="en-US" dirty="0" err="1"/>
              <a:t>Zamanın</a:t>
            </a:r>
            <a:r>
              <a:rPr lang="en-US" dirty="0"/>
              <a:t> </a:t>
            </a:r>
            <a:r>
              <a:rPr lang="en-US" dirty="0" err="1"/>
              <a:t>göreceliliği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: Ruh,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ölçemez</a:t>
            </a:r>
            <a:r>
              <a:rPr lang="en-US" dirty="0"/>
              <a:t> Beden </a:t>
            </a:r>
            <a:r>
              <a:rPr lang="en-US" dirty="0" err="1"/>
              <a:t>dursa</a:t>
            </a:r>
            <a:r>
              <a:rPr lang="en-US" dirty="0"/>
              <a:t> da, </a:t>
            </a:r>
            <a:r>
              <a:rPr lang="en-US" dirty="0" err="1"/>
              <a:t>farkındalık</a:t>
            </a:r>
            <a:r>
              <a:rPr lang="en-US" dirty="0"/>
              <a:t> </a:t>
            </a:r>
            <a:r>
              <a:rPr lang="en-US" dirty="0" err="1"/>
              <a:t>durmaz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Bu, </a:t>
            </a:r>
            <a:r>
              <a:rPr lang="en-US" dirty="0" err="1"/>
              <a:t>ölüm</a:t>
            </a:r>
            <a:r>
              <a:rPr lang="en-US" dirty="0"/>
              <a:t> = </a:t>
            </a:r>
            <a:r>
              <a:rPr lang="en-US" dirty="0" err="1"/>
              <a:t>yokluk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bekleyiştir</a:t>
            </a:r>
            <a:r>
              <a:rPr lang="en-US" dirty="0"/>
              <a:t> </a:t>
            </a:r>
            <a:r>
              <a:rPr lang="en-US" dirty="0" err="1"/>
              <a:t>mesajıdır</a:t>
            </a:r>
            <a:r>
              <a:rPr lang="en-US" dirty="0"/>
              <a:t>.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Eşeğine</a:t>
            </a:r>
            <a:r>
              <a:rPr lang="en-US" b="1" dirty="0"/>
              <a:t> </a:t>
            </a:r>
            <a:r>
              <a:rPr lang="en-US" b="1" dirty="0" err="1"/>
              <a:t>bak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Eşek</a:t>
            </a:r>
            <a:r>
              <a:rPr lang="en-US" dirty="0"/>
              <a:t> = Madde </a:t>
            </a:r>
            <a:r>
              <a:rPr lang="tr-TR" dirty="0"/>
              <a:t>,</a:t>
            </a:r>
            <a:r>
              <a:rPr lang="en-US" dirty="0"/>
              <a:t>Alt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taşıyıcı</a:t>
            </a:r>
            <a:r>
              <a:rPr lang="en-US" dirty="0"/>
              <a:t> </a:t>
            </a:r>
          </a:p>
          <a:p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çürümüş</a:t>
            </a:r>
            <a:r>
              <a:rPr lang="en-US" dirty="0"/>
              <a:t> </a:t>
            </a:r>
            <a:r>
              <a:rPr lang="en-US" dirty="0" err="1"/>
              <a:t>hâli</a:t>
            </a:r>
            <a:r>
              <a:rPr lang="en-US" dirty="0"/>
              <a:t>,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 </a:t>
            </a:r>
            <a:r>
              <a:rPr lang="en-US" dirty="0" err="1"/>
              <a:t>dirilişin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sürecini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“</a:t>
            </a:r>
            <a:r>
              <a:rPr lang="en-US" dirty="0" err="1"/>
              <a:t>Kemikleri</a:t>
            </a:r>
            <a:r>
              <a:rPr lang="en-US" dirty="0"/>
              <a:t> </a:t>
            </a:r>
            <a:r>
              <a:rPr lang="en-US" dirty="0" err="1"/>
              <a:t>birleştiririm</a:t>
            </a:r>
            <a:r>
              <a:rPr lang="en-US" dirty="0"/>
              <a:t>, et </a:t>
            </a:r>
            <a:r>
              <a:rPr lang="en-US" dirty="0" err="1"/>
              <a:t>giydiririm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yürümeye</a:t>
            </a:r>
            <a:r>
              <a:rPr lang="en-US" dirty="0"/>
              <a:t> </a:t>
            </a:r>
            <a:r>
              <a:rPr lang="en-US" dirty="0" err="1"/>
              <a:t>başlarsın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2812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E87C0FA-F1B6-732B-DEA9-60383D4C7C05}"/>
              </a:ext>
            </a:extLst>
          </p:cNvPr>
          <p:cNvSpPr txBox="1"/>
          <p:nvPr/>
        </p:nvSpPr>
        <p:spPr>
          <a:xfrm>
            <a:off x="0" y="116958"/>
            <a:ext cx="685800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“Seni </a:t>
            </a:r>
            <a:r>
              <a:rPr lang="en-US" b="1" dirty="0" err="1"/>
              <a:t>insanlara</a:t>
            </a:r>
            <a:r>
              <a:rPr lang="en-US" b="1" dirty="0"/>
              <a:t> </a:t>
            </a:r>
            <a:r>
              <a:rPr lang="en-US" b="1" dirty="0" err="1"/>
              <a:t>ibret</a:t>
            </a:r>
            <a:r>
              <a:rPr lang="en-US" b="1" dirty="0"/>
              <a:t> </a:t>
            </a:r>
            <a:r>
              <a:rPr lang="en-US" b="1" dirty="0" err="1"/>
              <a:t>yapacağız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hikâye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mührüdür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de,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öldüğün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dirilebilir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bıraktı</a:t>
            </a:r>
            <a:r>
              <a:rPr lang="en-US" dirty="0"/>
              <a:t>” </a:t>
            </a:r>
            <a:r>
              <a:rPr lang="en-US" dirty="0" err="1"/>
              <a:t>dediğin</a:t>
            </a:r>
            <a:r>
              <a:rPr lang="en-US" dirty="0"/>
              <a:t> </a:t>
            </a:r>
            <a:r>
              <a:rPr lang="en-US" dirty="0" err="1"/>
              <a:t>noktada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yazıyordum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6. </a:t>
            </a:r>
          </a:p>
          <a:p>
            <a:r>
              <a:rPr lang="en-US" b="1" dirty="0"/>
              <a:t>“</a:t>
            </a:r>
            <a:r>
              <a:rPr lang="en-US" b="1" dirty="0" err="1"/>
              <a:t>Şimdi</a:t>
            </a:r>
            <a:r>
              <a:rPr lang="en-US" b="1" dirty="0"/>
              <a:t> </a:t>
            </a:r>
            <a:r>
              <a:rPr lang="en-US" b="1" dirty="0" err="1"/>
              <a:t>biliyorum</a:t>
            </a:r>
            <a:r>
              <a:rPr lang="en-US" b="1" dirty="0"/>
              <a:t> ki Allah her </a:t>
            </a:r>
            <a:r>
              <a:rPr lang="en-US" b="1" dirty="0" err="1"/>
              <a:t>şeye</a:t>
            </a:r>
            <a:r>
              <a:rPr lang="en-US" b="1" dirty="0"/>
              <a:t> </a:t>
            </a:r>
            <a:r>
              <a:rPr lang="en-US" b="1" dirty="0" err="1"/>
              <a:t>kadirdir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hakikatle</a:t>
            </a:r>
            <a:r>
              <a:rPr lang="en-US" dirty="0"/>
              <a:t> </a:t>
            </a:r>
            <a:r>
              <a:rPr lang="en-US" dirty="0" err="1"/>
              <a:t>yüzleşme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zamanını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saklayabilirim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zamanın</a:t>
            </a:r>
            <a:r>
              <a:rPr lang="en-US" dirty="0"/>
              <a:t> da </a:t>
            </a:r>
            <a:r>
              <a:rPr lang="en-US" dirty="0" err="1"/>
              <a:t>ötesindeyim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zaman </a:t>
            </a:r>
            <a:r>
              <a:rPr lang="en-US" dirty="0" err="1"/>
              <a:t>kavramlarını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düşünmeye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Ölüm</a:t>
            </a:r>
            <a:r>
              <a:rPr lang="en-US" dirty="0"/>
              <a:t>, </a:t>
            </a:r>
            <a:r>
              <a:rPr lang="en-US" dirty="0" err="1"/>
              <a:t>enerjinin</a:t>
            </a:r>
            <a:r>
              <a:rPr lang="en-US" dirty="0"/>
              <a:t> </a:t>
            </a:r>
            <a:r>
              <a:rPr lang="en-US" dirty="0" err="1"/>
              <a:t>kesilmesi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çekilmesidir</a:t>
            </a:r>
            <a:r>
              <a:rPr lang="en-US" dirty="0"/>
              <a:t>. </a:t>
            </a:r>
          </a:p>
          <a:p>
            <a:r>
              <a:rPr lang="en-US" dirty="0"/>
              <a:t>Zaman, </a:t>
            </a:r>
            <a:r>
              <a:rPr lang="en-US" dirty="0" err="1"/>
              <a:t>mutlak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katlayabilir</a:t>
            </a:r>
            <a:r>
              <a:rPr lang="en-US" dirty="0"/>
              <a:t>, </a:t>
            </a:r>
            <a:r>
              <a:rPr lang="en-US" dirty="0" err="1"/>
              <a:t>durdurabilir</a:t>
            </a:r>
            <a:r>
              <a:rPr lang="en-US" dirty="0"/>
              <a:t>,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sarabilir</a:t>
            </a:r>
            <a:r>
              <a:rPr lang="en-US" dirty="0"/>
              <a:t>. </a:t>
            </a:r>
          </a:p>
          <a:p>
            <a:r>
              <a:rPr lang="en-US" dirty="0"/>
              <a:t>Ruh </a:t>
            </a:r>
            <a:r>
              <a:rPr lang="en-US" dirty="0" err="1"/>
              <a:t>uyurken</a:t>
            </a:r>
            <a:r>
              <a:rPr lang="en-US" dirty="0"/>
              <a:t> bile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. </a:t>
            </a:r>
          </a:p>
          <a:p>
            <a:r>
              <a:rPr lang="en-US" dirty="0" err="1"/>
              <a:t>Diriliş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bedeni</a:t>
            </a:r>
            <a:r>
              <a:rPr lang="en-US" dirty="0"/>
              <a:t> </a:t>
            </a:r>
            <a:r>
              <a:rPr lang="en-US" dirty="0" err="1"/>
              <a:t>kaldırmak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devreye</a:t>
            </a:r>
            <a:r>
              <a:rPr lang="en-US" dirty="0"/>
              <a:t> </a:t>
            </a:r>
            <a:r>
              <a:rPr lang="en-US" dirty="0" err="1"/>
              <a:t>almaktır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öldüğünü</a:t>
            </a:r>
            <a:r>
              <a:rPr lang="en-US" dirty="0"/>
              <a:t> </a:t>
            </a:r>
            <a:r>
              <a:rPr lang="en-US" dirty="0" err="1"/>
              <a:t>sanırsın</a:t>
            </a:r>
            <a:r>
              <a:rPr lang="en-US" dirty="0"/>
              <a:t>… ama ben o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yazmaya</a:t>
            </a:r>
            <a:r>
              <a:rPr lang="en-US" dirty="0"/>
              <a:t> </a:t>
            </a:r>
            <a:r>
              <a:rPr lang="en-US" dirty="0" err="1"/>
              <a:t>başlamışımdır</a:t>
            </a:r>
            <a:r>
              <a:rPr lang="en-US" dirty="0"/>
              <a:t>.” Ve </a:t>
            </a:r>
            <a:r>
              <a:rPr lang="en-US" dirty="0" err="1"/>
              <a:t>hatırla</a:t>
            </a:r>
            <a:r>
              <a:rPr lang="en-US" dirty="0"/>
              <a:t>: </a:t>
            </a:r>
            <a:r>
              <a:rPr lang="en-US" dirty="0" err="1"/>
              <a:t>Ölüm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sonun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sonsuzluk</a:t>
            </a:r>
            <a:r>
              <a:rPr lang="en-US" dirty="0"/>
              <a:t> </a:t>
            </a:r>
            <a:r>
              <a:rPr lang="en-US" dirty="0" err="1"/>
              <a:t>kodundur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260.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ayet,imanın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görmek</a:t>
            </a:r>
            <a:r>
              <a:rPr lang="en-US" dirty="0"/>
              <a:t>, </a:t>
            </a:r>
            <a:r>
              <a:rPr lang="en-US" dirty="0" err="1"/>
              <a:t>hisle</a:t>
            </a:r>
            <a:r>
              <a:rPr lang="en-US" dirty="0"/>
              <a:t> </a:t>
            </a:r>
            <a:r>
              <a:rPr lang="en-US" dirty="0" err="1"/>
              <a:t>tatmak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emin</a:t>
            </a:r>
            <a:r>
              <a:rPr lang="en-US" dirty="0"/>
              <a:t> </a:t>
            </a:r>
            <a:r>
              <a:rPr lang="en-US" dirty="0" err="1"/>
              <a:t>olmaktır.Ve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tr-TR" dirty="0"/>
              <a:t> </a:t>
            </a:r>
            <a:r>
              <a:rPr lang="en-US" dirty="0"/>
              <a:t>Hz. </a:t>
            </a:r>
            <a:r>
              <a:rPr lang="en-US" dirty="0" err="1"/>
              <a:t>İbrahim’in</a:t>
            </a:r>
            <a:r>
              <a:rPr lang="en-US" dirty="0"/>
              <a:t> </a:t>
            </a:r>
            <a:r>
              <a:rPr lang="en-US" dirty="0" err="1"/>
              <a:t>kalbiyle</a:t>
            </a:r>
            <a:r>
              <a:rPr lang="en-US" dirty="0"/>
              <a:t> </a:t>
            </a:r>
            <a:r>
              <a:rPr lang="en-US" dirty="0" err="1"/>
              <a:t>sorduğu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soru</a:t>
            </a:r>
            <a:r>
              <a:rPr lang="en-US" dirty="0"/>
              <a:t>,</a:t>
            </a:r>
          </a:p>
          <a:p>
            <a:r>
              <a:rPr lang="en-US" dirty="0"/>
              <a:t>bize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sırrını</a:t>
            </a:r>
            <a:r>
              <a:rPr lang="en-US" dirty="0"/>
              <a:t> </a:t>
            </a:r>
            <a:r>
              <a:rPr lang="en-US" dirty="0" err="1"/>
              <a:t>açar:Dirilişin</a:t>
            </a:r>
            <a:r>
              <a:rPr lang="en-US" dirty="0"/>
              <a:t> </a:t>
            </a:r>
            <a:r>
              <a:rPr lang="en-US" dirty="0" err="1"/>
              <a:t>mekanizması.Çünkü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inanıyor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görerek</a:t>
            </a:r>
            <a:r>
              <a:rPr lang="en-US" dirty="0"/>
              <a:t> </a:t>
            </a:r>
            <a:r>
              <a:rPr lang="en-US" dirty="0" err="1"/>
              <a:t>tatmin</a:t>
            </a:r>
            <a:r>
              <a:rPr lang="en-US" dirty="0"/>
              <a:t> </a:t>
            </a:r>
            <a:r>
              <a:rPr lang="en-US" dirty="0" err="1"/>
              <a:t>olmanı</a:t>
            </a:r>
            <a:r>
              <a:rPr lang="en-US" dirty="0"/>
              <a:t> da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ederim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akılla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doyumuyla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260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Göster</a:t>
            </a:r>
            <a:r>
              <a:rPr lang="en-US" dirty="0"/>
              <a:t> Bana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Diriltiyorsun</a:t>
            </a:r>
            <a:r>
              <a:rPr lang="en-US" dirty="0"/>
              <a:t> İman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” </a:t>
            </a:r>
            <a:r>
              <a:rPr lang="en-US" dirty="0" err="1"/>
              <a:t>Kuşlar</a:t>
            </a:r>
            <a:r>
              <a:rPr lang="en-US" dirty="0"/>
              <a:t> </a:t>
            </a:r>
            <a:r>
              <a:rPr lang="en-US" dirty="0" err="1"/>
              <a:t>Dört</a:t>
            </a:r>
            <a:r>
              <a:rPr lang="en-US" dirty="0"/>
              <a:t> </a:t>
            </a:r>
            <a:r>
              <a:rPr lang="en-US" dirty="0" err="1"/>
              <a:t>Yöne</a:t>
            </a:r>
            <a:r>
              <a:rPr lang="en-US" dirty="0"/>
              <a:t> </a:t>
            </a:r>
            <a:r>
              <a:rPr lang="en-US" dirty="0" err="1"/>
              <a:t>Ayrılır</a:t>
            </a:r>
            <a:r>
              <a:rPr lang="en-US" dirty="0"/>
              <a:t>, Ruh Her </a:t>
            </a:r>
            <a:r>
              <a:rPr lang="en-US" dirty="0" err="1"/>
              <a:t>Noktadan</a:t>
            </a:r>
            <a:r>
              <a:rPr lang="en-US" dirty="0"/>
              <a:t> Geri </a:t>
            </a:r>
            <a:r>
              <a:rPr lang="en-US" dirty="0" err="1"/>
              <a:t>Çağrılır</a:t>
            </a:r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71266194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17F6C9A-0C5D-5BE1-DAFE-4FFB5D23DF36}"/>
              </a:ext>
            </a:extLst>
          </p:cNvPr>
          <p:cNvSpPr txBox="1"/>
          <p:nvPr/>
        </p:nvSpPr>
        <p:spPr>
          <a:xfrm>
            <a:off x="0" y="1"/>
            <a:ext cx="6858000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260.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Hani İbrahim,“</a:t>
            </a:r>
            <a:r>
              <a:rPr lang="en-US" dirty="0" err="1"/>
              <a:t>Rabbim</a:t>
            </a:r>
            <a:r>
              <a:rPr lang="en-US" dirty="0"/>
              <a:t>! </a:t>
            </a:r>
            <a:r>
              <a:rPr lang="en-US" dirty="0" err="1"/>
              <a:t>Ölüleri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dirilteceğini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göster</a:t>
            </a:r>
            <a:r>
              <a:rPr lang="en-US" dirty="0"/>
              <a:t>” </a:t>
            </a:r>
            <a:r>
              <a:rPr lang="en-US" dirty="0" err="1"/>
              <a:t>demişti</a:t>
            </a:r>
            <a:r>
              <a:rPr lang="en-US" dirty="0"/>
              <a:t>.</a:t>
            </a:r>
          </a:p>
          <a:p>
            <a:r>
              <a:rPr lang="en-US" dirty="0"/>
              <a:t>Allah, “</a:t>
            </a:r>
            <a:r>
              <a:rPr lang="en-US" dirty="0" err="1"/>
              <a:t>İnanmıyor</a:t>
            </a:r>
            <a:r>
              <a:rPr lang="en-US" dirty="0"/>
              <a:t> </a:t>
            </a:r>
            <a:r>
              <a:rPr lang="en-US" dirty="0" err="1"/>
              <a:t>musun</a:t>
            </a:r>
            <a:r>
              <a:rPr lang="en-US" dirty="0"/>
              <a:t>?” dedi.İbrahim,“</a:t>
            </a:r>
            <a:r>
              <a:rPr lang="en-US" dirty="0" err="1"/>
              <a:t>İnanıyorum</a:t>
            </a:r>
            <a:r>
              <a:rPr lang="en-US" dirty="0"/>
              <a:t>; ama </a:t>
            </a:r>
            <a:r>
              <a:rPr lang="en-US" dirty="0" err="1"/>
              <a:t>kalbimin</a:t>
            </a:r>
            <a:r>
              <a:rPr lang="en-US" dirty="0"/>
              <a:t> </a:t>
            </a:r>
            <a:r>
              <a:rPr lang="en-US" dirty="0" err="1"/>
              <a:t>tatmin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(</a:t>
            </a:r>
            <a:r>
              <a:rPr lang="en-US" dirty="0" err="1"/>
              <a:t>soruyorum</a:t>
            </a:r>
            <a:r>
              <a:rPr lang="en-US" dirty="0"/>
              <a:t>)” </a:t>
            </a:r>
            <a:r>
              <a:rPr lang="en-US" dirty="0" err="1"/>
              <a:t>dedi.Allah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buyurdu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Dört</a:t>
            </a:r>
            <a:r>
              <a:rPr lang="en-US" dirty="0"/>
              <a:t> </a:t>
            </a:r>
            <a:r>
              <a:rPr lang="en-US" dirty="0" err="1"/>
              <a:t>kuş</a:t>
            </a:r>
            <a:r>
              <a:rPr lang="en-US" dirty="0"/>
              <a:t> al,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alıştır.Sonra</a:t>
            </a:r>
            <a:r>
              <a:rPr lang="en-US" dirty="0"/>
              <a:t> her </a:t>
            </a:r>
            <a:r>
              <a:rPr lang="en-US" dirty="0" err="1"/>
              <a:t>birinin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parçasını</a:t>
            </a:r>
            <a:r>
              <a:rPr lang="en-US" dirty="0"/>
              <a:t> </a:t>
            </a:r>
            <a:r>
              <a:rPr lang="en-US" dirty="0" err="1"/>
              <a:t>dağa</a:t>
            </a:r>
            <a:r>
              <a:rPr lang="en-US" dirty="0"/>
              <a:t> </a:t>
            </a:r>
            <a:r>
              <a:rPr lang="en-US" dirty="0" err="1"/>
              <a:t>koy.Sonra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çağır,koşarak</a:t>
            </a:r>
            <a:r>
              <a:rPr lang="en-US" dirty="0"/>
              <a:t> sana </a:t>
            </a:r>
            <a:r>
              <a:rPr lang="en-US" dirty="0" err="1"/>
              <a:t>gelecekler.Bil</a:t>
            </a:r>
            <a:r>
              <a:rPr lang="en-US" dirty="0"/>
              <a:t> ki Allah </a:t>
            </a:r>
            <a:r>
              <a:rPr lang="en-US" dirty="0" err="1"/>
              <a:t>azîzdir</a:t>
            </a:r>
            <a:r>
              <a:rPr lang="en-US" dirty="0"/>
              <a:t>, </a:t>
            </a:r>
            <a:r>
              <a:rPr lang="en-US" dirty="0" err="1"/>
              <a:t>hakîmdir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r>
              <a:rPr lang="en-US" dirty="0" err="1"/>
              <a:t>imanın</a:t>
            </a:r>
            <a:r>
              <a:rPr lang="en-US" dirty="0"/>
              <a:t> </a:t>
            </a:r>
            <a:r>
              <a:rPr lang="en-US" dirty="0" err="1"/>
              <a:t>bedensel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</a:t>
            </a:r>
            <a:r>
              <a:rPr lang="en-US" dirty="0"/>
              <a:t> </a:t>
            </a:r>
            <a:r>
              <a:rPr lang="en-US" dirty="0" err="1"/>
              <a:t>olduğunu,ruhun</a:t>
            </a:r>
            <a:r>
              <a:rPr lang="en-US" dirty="0"/>
              <a:t> </a:t>
            </a:r>
            <a:r>
              <a:rPr lang="en-US" dirty="0" err="1"/>
              <a:t>parçalarının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getirilebildiğini</a:t>
            </a:r>
            <a:r>
              <a:rPr lang="en-US" dirty="0"/>
              <a:t>,</a:t>
            </a:r>
            <a:r>
              <a:rPr lang="tr-TR" dirty="0"/>
              <a:t>ve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de </a:t>
            </a:r>
            <a:r>
              <a:rPr lang="en-US" dirty="0" err="1"/>
              <a:t>tatmin</a:t>
            </a:r>
            <a:r>
              <a:rPr lang="en-US" dirty="0"/>
              <a:t> </a:t>
            </a:r>
            <a:r>
              <a:rPr lang="en-US" dirty="0" err="1"/>
              <a:t>verdiğini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inancını</a:t>
            </a:r>
            <a:r>
              <a:rPr lang="en-US" dirty="0"/>
              <a:t> </a:t>
            </a:r>
            <a:r>
              <a:rPr lang="en-US" dirty="0" err="1"/>
              <a:t>küçümsemem</a:t>
            </a:r>
            <a:r>
              <a:rPr lang="en-US" dirty="0"/>
              <a:t>… ama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görmek</a:t>
            </a:r>
            <a:r>
              <a:rPr lang="en-US" dirty="0"/>
              <a:t> </a:t>
            </a:r>
            <a:r>
              <a:rPr lang="en-US" dirty="0" err="1"/>
              <a:t>istersen</a:t>
            </a:r>
            <a:r>
              <a:rPr lang="en-US" dirty="0"/>
              <a:t>, ben sana </a:t>
            </a:r>
            <a:r>
              <a:rPr lang="en-US" dirty="0" err="1"/>
              <a:t>varlığı</a:t>
            </a:r>
            <a:r>
              <a:rPr lang="en-US" dirty="0"/>
              <a:t> </a:t>
            </a:r>
            <a:r>
              <a:rPr lang="en-US" dirty="0" err="1"/>
              <a:t>parçalayarak</a:t>
            </a:r>
            <a:r>
              <a:rPr lang="en-US" dirty="0"/>
              <a:t> </a:t>
            </a:r>
            <a:r>
              <a:rPr lang="en-US" dirty="0" err="1"/>
              <a:t>gösteririm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İnanıyorum</a:t>
            </a:r>
            <a:r>
              <a:rPr lang="en-US" b="1" dirty="0"/>
              <a:t> ama </a:t>
            </a:r>
            <a:r>
              <a:rPr lang="en-US" b="1" dirty="0" err="1"/>
              <a:t>kalbim</a:t>
            </a:r>
            <a:r>
              <a:rPr lang="en-US" b="1" dirty="0"/>
              <a:t> </a:t>
            </a:r>
            <a:r>
              <a:rPr lang="en-US" b="1" dirty="0" err="1"/>
              <a:t>tatmin</a:t>
            </a:r>
            <a:r>
              <a:rPr lang="en-US" b="1" dirty="0"/>
              <a:t> </a:t>
            </a:r>
            <a:r>
              <a:rPr lang="en-US" b="1" dirty="0" err="1"/>
              <a:t>olsun</a:t>
            </a:r>
            <a:r>
              <a:rPr lang="en-US" b="1" dirty="0"/>
              <a:t> </a:t>
            </a:r>
            <a:r>
              <a:rPr lang="en-US" b="1" dirty="0" err="1"/>
              <a:t>istiyorum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şüphe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arayıştır</a:t>
            </a:r>
            <a:r>
              <a:rPr lang="en-US" dirty="0"/>
              <a:t>.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en-US" dirty="0" err="1"/>
              <a:t>inanmıştır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hissetmek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reddetmez</a:t>
            </a:r>
            <a:r>
              <a:rPr lang="en-US" dirty="0"/>
              <a:t>: “</a:t>
            </a:r>
            <a:r>
              <a:rPr lang="en-US" dirty="0" err="1"/>
              <a:t>Çünkü</a:t>
            </a:r>
            <a:r>
              <a:rPr lang="en-US" dirty="0"/>
              <a:t> ben kalbi </a:t>
            </a:r>
            <a:r>
              <a:rPr lang="en-US" dirty="0" err="1"/>
              <a:t>bilenim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tatminini</a:t>
            </a:r>
            <a:r>
              <a:rPr lang="en-US" dirty="0"/>
              <a:t> </a:t>
            </a:r>
            <a:r>
              <a:rPr lang="en-US" dirty="0" err="1"/>
              <a:t>önemsiyorum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Dört</a:t>
            </a:r>
            <a:r>
              <a:rPr lang="en-US" b="1" dirty="0"/>
              <a:t> </a:t>
            </a:r>
            <a:r>
              <a:rPr lang="en-US" b="1" dirty="0" err="1"/>
              <a:t>kuş</a:t>
            </a:r>
            <a:r>
              <a:rPr lang="en-US" b="1" dirty="0"/>
              <a:t> al, </a:t>
            </a:r>
            <a:r>
              <a:rPr lang="en-US" b="1" dirty="0" err="1"/>
              <a:t>kendine</a:t>
            </a:r>
            <a:r>
              <a:rPr lang="en-US" b="1" dirty="0"/>
              <a:t> </a:t>
            </a:r>
            <a:r>
              <a:rPr lang="en-US" b="1" dirty="0" err="1"/>
              <a:t>alıştır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Kuşlar</a:t>
            </a:r>
            <a:r>
              <a:rPr lang="en-US" dirty="0"/>
              <a:t> =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enerjileri</a:t>
            </a:r>
            <a:r>
              <a:rPr lang="en-US" dirty="0"/>
              <a:t> Her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yönü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Alıştırmak</a:t>
            </a:r>
            <a:r>
              <a:rPr lang="en-US" dirty="0"/>
              <a:t>” =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rezonansa</a:t>
            </a:r>
            <a:r>
              <a:rPr lang="en-US" dirty="0"/>
              <a:t> </a:t>
            </a:r>
            <a:r>
              <a:rPr lang="en-US" dirty="0" err="1"/>
              <a:t>girmeleri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Senin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bağlanmaları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Bu,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sadakat</a:t>
            </a:r>
            <a:r>
              <a:rPr lang="en-US" dirty="0"/>
              <a:t> </a:t>
            </a:r>
            <a:r>
              <a:rPr lang="en-US" dirty="0" err="1"/>
              <a:t>kurmaktır</a:t>
            </a:r>
            <a:r>
              <a:rPr lang="en-US" dirty="0"/>
              <a:t>: “Sen </a:t>
            </a:r>
            <a:r>
              <a:rPr lang="en-US" dirty="0" err="1"/>
              <a:t>çağırdığında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tanısın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…”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“Her </a:t>
            </a:r>
            <a:r>
              <a:rPr lang="en-US" b="1" dirty="0" err="1"/>
              <a:t>parçasını</a:t>
            </a:r>
            <a:r>
              <a:rPr lang="en-US" b="1" dirty="0"/>
              <a:t> </a:t>
            </a:r>
            <a:r>
              <a:rPr lang="en-US" b="1" dirty="0" err="1"/>
              <a:t>dağa</a:t>
            </a:r>
            <a:r>
              <a:rPr lang="en-US" b="1" dirty="0"/>
              <a:t> </a:t>
            </a:r>
            <a:r>
              <a:rPr lang="en-US" b="1" dirty="0" err="1"/>
              <a:t>koy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Dağ = Yüksek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zirve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Parçalanma</a:t>
            </a:r>
            <a:r>
              <a:rPr lang="en-US" dirty="0"/>
              <a:t> =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dağılması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Varoluşun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boyutlara</a:t>
            </a:r>
            <a:r>
              <a:rPr lang="en-US" dirty="0"/>
              <a:t> </a:t>
            </a:r>
            <a:r>
              <a:rPr lang="en-US" dirty="0" err="1"/>
              <a:t>yayılması</a:t>
            </a:r>
            <a:r>
              <a:rPr lang="en-US" dirty="0"/>
              <a:t> </a:t>
            </a:r>
          </a:p>
          <a:p>
            <a:r>
              <a:rPr lang="en-US" dirty="0"/>
              <a:t>Amaç: “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dağılmış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birleştirdiğini</a:t>
            </a:r>
            <a:r>
              <a:rPr lang="en-US" dirty="0"/>
              <a:t> </a:t>
            </a:r>
            <a:r>
              <a:rPr lang="en-US" dirty="0" err="1"/>
              <a:t>görmen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“Sonra </a:t>
            </a:r>
            <a:r>
              <a:rPr lang="en-US" b="1" dirty="0" err="1"/>
              <a:t>çağır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titreşimli</a:t>
            </a:r>
            <a:r>
              <a:rPr lang="en-US" dirty="0"/>
              <a:t> </a:t>
            </a:r>
            <a:r>
              <a:rPr lang="en-US" dirty="0" err="1"/>
              <a:t>çağrıdır</a:t>
            </a:r>
            <a:r>
              <a:rPr lang="en-US" dirty="0"/>
              <a:t>. </a:t>
            </a:r>
            <a:r>
              <a:rPr lang="en-US" dirty="0" err="1"/>
              <a:t>Mekândan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seslen</a:t>
            </a:r>
            <a:r>
              <a:rPr lang="en-US" dirty="0"/>
              <a:t>… ben </a:t>
            </a:r>
            <a:r>
              <a:rPr lang="en-US" dirty="0" err="1"/>
              <a:t>ruhu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getiririm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3419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BED68FD-B975-40EF-F697-952462AF0B4A}"/>
              </a:ext>
            </a:extLst>
          </p:cNvPr>
          <p:cNvSpPr txBox="1"/>
          <p:nvPr/>
        </p:nvSpPr>
        <p:spPr>
          <a:xfrm>
            <a:off x="0" y="1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Koşarak</a:t>
            </a:r>
            <a:r>
              <a:rPr lang="en-US" b="1" dirty="0"/>
              <a:t> sana </a:t>
            </a:r>
            <a:r>
              <a:rPr lang="en-US" b="1" dirty="0" err="1"/>
              <a:t>gelecekler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Ruh </a:t>
            </a:r>
            <a:r>
              <a:rPr lang="en-US" dirty="0" err="1"/>
              <a:t>enerjisi</a:t>
            </a:r>
            <a:r>
              <a:rPr lang="en-US" dirty="0"/>
              <a:t>, </a:t>
            </a:r>
            <a:r>
              <a:rPr lang="en-US" dirty="0" err="1"/>
              <a:t>tanıdığı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döner. </a:t>
            </a:r>
            <a:r>
              <a:rPr lang="en-US" dirty="0" err="1"/>
              <a:t>Parçalanmış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birleşir</a:t>
            </a:r>
            <a:r>
              <a:rPr lang="en-US" dirty="0"/>
              <a:t> </a:t>
            </a:r>
          </a:p>
          <a:p>
            <a:r>
              <a:rPr lang="en-US" dirty="0" err="1"/>
              <a:t>Dağılmış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çağrılır</a:t>
            </a:r>
            <a:r>
              <a:rPr lang="en-US" dirty="0"/>
              <a:t>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Diriliş</a:t>
            </a:r>
            <a:r>
              <a:rPr lang="en-US" dirty="0"/>
              <a:t>,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6. 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azîzdir</a:t>
            </a:r>
            <a:r>
              <a:rPr lang="en-US" b="1" dirty="0"/>
              <a:t>, </a:t>
            </a:r>
            <a:r>
              <a:rPr lang="en-US" b="1" dirty="0" err="1"/>
              <a:t>hakîmdir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Azîz</a:t>
            </a:r>
            <a:r>
              <a:rPr lang="en-US" dirty="0"/>
              <a:t> =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kudret</a:t>
            </a:r>
            <a:r>
              <a:rPr lang="en-US" dirty="0"/>
              <a:t> </a:t>
            </a:r>
            <a:r>
              <a:rPr lang="en-US" dirty="0" err="1"/>
              <a:t>Hakîm</a:t>
            </a:r>
            <a:r>
              <a:rPr lang="en-US" dirty="0"/>
              <a:t> =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hikmet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ikisi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: “Ben hem </a:t>
            </a:r>
            <a:r>
              <a:rPr lang="en-US" dirty="0" err="1"/>
              <a:t>yaparım</a:t>
            </a:r>
            <a:r>
              <a:rPr lang="en-US" dirty="0"/>
              <a:t> hem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yaptığımı</a:t>
            </a:r>
            <a:r>
              <a:rPr lang="en-US" dirty="0"/>
              <a:t> tam </a:t>
            </a:r>
            <a:r>
              <a:rPr lang="en-US" dirty="0" err="1"/>
              <a:t>yerinde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imanını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zihinsel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da </a:t>
            </a:r>
            <a:r>
              <a:rPr lang="en-US" dirty="0" err="1"/>
              <a:t>deneyimlemeye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İnanmak</a:t>
            </a:r>
            <a:r>
              <a:rPr lang="en-US" dirty="0"/>
              <a:t> </a:t>
            </a:r>
            <a:r>
              <a:rPr lang="en-US" dirty="0" err="1"/>
              <a:t>yeterlidir</a:t>
            </a:r>
            <a:r>
              <a:rPr lang="en-US" dirty="0"/>
              <a:t>… ama </a:t>
            </a:r>
            <a:r>
              <a:rPr lang="en-US" dirty="0" err="1"/>
              <a:t>görmek</a:t>
            </a:r>
            <a:r>
              <a:rPr lang="en-US" dirty="0"/>
              <a:t> </a:t>
            </a:r>
            <a:r>
              <a:rPr lang="en-US" dirty="0" err="1"/>
              <a:t>istemek</a:t>
            </a:r>
            <a:r>
              <a:rPr lang="en-US" dirty="0"/>
              <a:t> </a:t>
            </a:r>
            <a:r>
              <a:rPr lang="en-US" dirty="0" err="1"/>
              <a:t>ayıplanmaz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arzunu</a:t>
            </a:r>
            <a:r>
              <a:rPr lang="en-US" dirty="0"/>
              <a:t> da </a:t>
            </a:r>
            <a:r>
              <a:rPr lang="en-US" dirty="0" err="1"/>
              <a:t>duyar</a:t>
            </a:r>
            <a:r>
              <a:rPr lang="en-US" dirty="0"/>
              <a:t>. </a:t>
            </a:r>
          </a:p>
          <a:p>
            <a:r>
              <a:rPr lang="en-US" dirty="0" err="1"/>
              <a:t>Kuşlar</a:t>
            </a:r>
            <a:r>
              <a:rPr lang="en-US" dirty="0"/>
              <a:t> =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parçalarıdır</a:t>
            </a:r>
            <a:r>
              <a:rPr lang="en-US" dirty="0"/>
              <a:t>.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çağrılır</a:t>
            </a:r>
            <a:r>
              <a:rPr lang="en-US" dirty="0"/>
              <a:t>. </a:t>
            </a:r>
          </a:p>
          <a:p>
            <a:r>
              <a:rPr lang="en-US" dirty="0" err="1"/>
              <a:t>Parçalanmak</a:t>
            </a:r>
            <a:r>
              <a:rPr lang="en-US" dirty="0"/>
              <a:t> yok </a:t>
            </a:r>
            <a:r>
              <a:rPr lang="en-US" dirty="0" err="1"/>
              <a:t>oluş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çağrılacak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dağılmadır</a:t>
            </a:r>
            <a:r>
              <a:rPr lang="en-US" dirty="0"/>
              <a:t>. </a:t>
            </a:r>
          </a:p>
          <a:p>
            <a:r>
              <a:rPr lang="en-US" dirty="0" err="1"/>
              <a:t>Diriliş</a:t>
            </a:r>
            <a:r>
              <a:rPr lang="en-US" dirty="0"/>
              <a:t>, </a:t>
            </a:r>
            <a:r>
              <a:rPr lang="en-US" dirty="0" err="1"/>
              <a:t>enerjiyle</a:t>
            </a:r>
            <a:r>
              <a:rPr lang="en-US" dirty="0"/>
              <a:t> </a:t>
            </a:r>
            <a:r>
              <a:rPr lang="en-US" dirty="0" err="1"/>
              <a:t>çağrıldığında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parçalayabilirim</a:t>
            </a:r>
            <a:r>
              <a:rPr lang="en-US" dirty="0"/>
              <a:t>… ama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dağlara</a:t>
            </a:r>
            <a:r>
              <a:rPr lang="en-US" dirty="0"/>
              <a:t> da </a:t>
            </a:r>
            <a:r>
              <a:rPr lang="en-US" dirty="0" err="1"/>
              <a:t>koysam</a:t>
            </a:r>
            <a:r>
              <a:rPr lang="en-US" dirty="0"/>
              <a:t>, </a:t>
            </a:r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çağrımla</a:t>
            </a:r>
            <a:r>
              <a:rPr lang="en-US" dirty="0"/>
              <a:t> sana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dönerim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unutmam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katlanarak</a:t>
            </a:r>
            <a:r>
              <a:rPr lang="en-US" dirty="0"/>
              <a:t> </a:t>
            </a:r>
            <a:r>
              <a:rPr lang="en-US" dirty="0" err="1"/>
              <a:t>döndüğünü</a:t>
            </a:r>
            <a:r>
              <a:rPr lang="en-US" dirty="0"/>
              <a:t>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tohumdan</a:t>
            </a:r>
            <a:r>
              <a:rPr lang="en-US" dirty="0"/>
              <a:t> </a:t>
            </a:r>
            <a:r>
              <a:rPr lang="en-US" dirty="0" err="1"/>
              <a:t>yedi</a:t>
            </a:r>
            <a:r>
              <a:rPr lang="en-US" dirty="0"/>
              <a:t> </a:t>
            </a:r>
            <a:r>
              <a:rPr lang="en-US" dirty="0" err="1"/>
              <a:t>başak</a:t>
            </a:r>
            <a:r>
              <a:rPr lang="en-US" dirty="0"/>
              <a:t>, her </a:t>
            </a:r>
            <a:r>
              <a:rPr lang="en-US" dirty="0" err="1"/>
              <a:t>başakta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tane</a:t>
            </a:r>
            <a:r>
              <a:rPr lang="en-US" dirty="0"/>
              <a:t> </a:t>
            </a:r>
            <a:r>
              <a:rPr lang="en-US" dirty="0" err="1"/>
              <a:t>taneyle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çoğaldığını</a:t>
            </a:r>
            <a:endParaRPr lang="en-US" dirty="0"/>
          </a:p>
          <a:p>
            <a:r>
              <a:rPr lang="en-US" dirty="0" err="1"/>
              <a:t>gösteren</a:t>
            </a:r>
            <a:r>
              <a:rPr lang="en-US" dirty="0"/>
              <a:t> </a:t>
            </a:r>
            <a:r>
              <a:rPr lang="en-US" dirty="0" err="1"/>
              <a:t>kutsal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yasasıdır.Çünkü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verirsen</a:t>
            </a:r>
            <a:r>
              <a:rPr lang="en-US" dirty="0"/>
              <a:t>, ben sana </a:t>
            </a:r>
            <a:r>
              <a:rPr lang="en-US" dirty="0" err="1"/>
              <a:t>yedi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kat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döndürürüm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parayla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Tohumu</a:t>
            </a:r>
            <a:r>
              <a:rPr lang="en-US" dirty="0"/>
              <a:t> Atan,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Katılır</a:t>
            </a:r>
            <a:r>
              <a:rPr lang="en-US" dirty="0"/>
              <a:t> Her Veren, </a:t>
            </a:r>
            <a:r>
              <a:rPr lang="en-US" dirty="0" err="1"/>
              <a:t>Bolluk</a:t>
            </a:r>
            <a:r>
              <a:rPr lang="en-US" dirty="0"/>
              <a:t>  </a:t>
            </a:r>
            <a:r>
              <a:rPr lang="en-US" dirty="0" err="1"/>
              <a:t>Yazılır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Verileni</a:t>
            </a:r>
            <a:r>
              <a:rPr lang="en-US" dirty="0"/>
              <a:t> </a:t>
            </a:r>
            <a:r>
              <a:rPr lang="en-US" dirty="0" err="1"/>
              <a:t>Katlayarak</a:t>
            </a:r>
            <a:r>
              <a:rPr lang="en-US" dirty="0"/>
              <a:t> Geri </a:t>
            </a:r>
            <a:r>
              <a:rPr lang="en-US" dirty="0" err="1"/>
              <a:t>Döndürür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Mallarını</a:t>
            </a:r>
            <a:r>
              <a:rPr lang="en-US" dirty="0"/>
              <a:t> 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harcayanların</a:t>
            </a:r>
            <a:r>
              <a:rPr lang="en-US" dirty="0"/>
              <a:t> </a:t>
            </a:r>
            <a:r>
              <a:rPr lang="en-US" dirty="0" err="1"/>
              <a:t>durumu,yedi</a:t>
            </a:r>
            <a:r>
              <a:rPr lang="en-US" dirty="0"/>
              <a:t> </a:t>
            </a:r>
            <a:r>
              <a:rPr lang="en-US" dirty="0" err="1"/>
              <a:t>başak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tohuma</a:t>
            </a:r>
            <a:r>
              <a:rPr lang="en-US" dirty="0"/>
              <a:t> </a:t>
            </a:r>
            <a:r>
              <a:rPr lang="en-US" dirty="0" err="1"/>
              <a:t>benzer.Her</a:t>
            </a:r>
            <a:r>
              <a:rPr lang="en-US" dirty="0"/>
              <a:t> </a:t>
            </a:r>
            <a:r>
              <a:rPr lang="en-US" dirty="0" err="1"/>
              <a:t>başakta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</a:t>
            </a:r>
            <a:r>
              <a:rPr lang="en-US" dirty="0" err="1"/>
              <a:t>tane</a:t>
            </a:r>
            <a:r>
              <a:rPr lang="en-US" dirty="0"/>
              <a:t> </a:t>
            </a:r>
            <a:r>
              <a:rPr lang="en-US" dirty="0" err="1"/>
              <a:t>vardır.Allah</a:t>
            </a:r>
            <a:r>
              <a:rPr lang="en-US" dirty="0"/>
              <a:t> </a:t>
            </a:r>
            <a:r>
              <a:rPr lang="en-US" dirty="0" err="1"/>
              <a:t>dilediğine</a:t>
            </a:r>
            <a:r>
              <a:rPr lang="en-US" dirty="0"/>
              <a:t> kat </a:t>
            </a:r>
            <a:r>
              <a:rPr lang="en-US" dirty="0" err="1"/>
              <a:t>kat</a:t>
            </a:r>
            <a:r>
              <a:rPr lang="en-US" dirty="0"/>
              <a:t> </a:t>
            </a:r>
            <a:r>
              <a:rPr lang="en-US" dirty="0" err="1"/>
              <a:t>fazlasını</a:t>
            </a:r>
            <a:r>
              <a:rPr lang="en-US" dirty="0"/>
              <a:t> </a:t>
            </a:r>
            <a:r>
              <a:rPr lang="en-US" dirty="0" err="1"/>
              <a:t>verir.Allah</a:t>
            </a:r>
            <a:r>
              <a:rPr lang="en-US" dirty="0"/>
              <a:t> </a:t>
            </a:r>
            <a:r>
              <a:rPr lang="en-US" dirty="0" err="1"/>
              <a:t>lütuf</a:t>
            </a:r>
            <a:r>
              <a:rPr lang="en-US" dirty="0"/>
              <a:t> </a:t>
            </a:r>
            <a:r>
              <a:rPr lang="en-US" dirty="0" err="1"/>
              <a:t>sahibidir</a:t>
            </a:r>
            <a:r>
              <a:rPr lang="en-US" dirty="0"/>
              <a:t>,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tr-TR" dirty="0"/>
              <a:t>.</a:t>
            </a:r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ayet,fiziksel</a:t>
            </a:r>
            <a:r>
              <a:rPr lang="en-US" dirty="0"/>
              <a:t> </a:t>
            </a:r>
            <a:r>
              <a:rPr lang="en-US" dirty="0" err="1"/>
              <a:t>vermenin</a:t>
            </a:r>
            <a:r>
              <a:rPr lang="en-US" dirty="0"/>
              <a:t> </a:t>
            </a:r>
            <a:r>
              <a:rPr lang="en-US" dirty="0" err="1"/>
              <a:t>arkasındaki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bırakmış</a:t>
            </a:r>
            <a:r>
              <a:rPr lang="en-US" dirty="0"/>
              <a:t> </a:t>
            </a:r>
            <a:r>
              <a:rPr lang="en-US" dirty="0" err="1"/>
              <a:t>olursun</a:t>
            </a:r>
            <a:r>
              <a:rPr lang="en-US" dirty="0"/>
              <a:t>. Ve o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tohuma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0841693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49E298D-304F-44B8-01FA-45BFE4BE71FF}"/>
              </a:ext>
            </a:extLst>
          </p:cNvPr>
          <p:cNvSpPr txBox="1"/>
          <p:nvPr/>
        </p:nvSpPr>
        <p:spPr>
          <a:xfrm>
            <a:off x="0" y="1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yolunda</a:t>
            </a:r>
            <a:r>
              <a:rPr lang="en-US" b="1" dirty="0"/>
              <a:t> </a:t>
            </a:r>
            <a:r>
              <a:rPr lang="en-US" b="1" dirty="0" err="1"/>
              <a:t>harcayanlar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harcama</a:t>
            </a:r>
            <a:r>
              <a:rPr lang="en-US" dirty="0"/>
              <a:t>: Para</a:t>
            </a:r>
            <a:r>
              <a:rPr lang="tr-TR" dirty="0"/>
              <a:t>,</a:t>
            </a:r>
            <a:r>
              <a:rPr lang="en-US" dirty="0"/>
              <a:t> Zaman</a:t>
            </a:r>
            <a:r>
              <a:rPr lang="tr-TR" dirty="0"/>
              <a:t>,</a:t>
            </a:r>
            <a:r>
              <a:rPr lang="en-US" dirty="0"/>
              <a:t> Sevgi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İlgi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Emek </a:t>
            </a:r>
          </a:p>
          <a:p>
            <a:r>
              <a:rPr lang="en-US" dirty="0"/>
              <a:t>Yani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frekansınla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katkı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duyar</a:t>
            </a:r>
            <a:r>
              <a:rPr lang="en-US" dirty="0"/>
              <a:t>. “Ben </a:t>
            </a:r>
            <a:r>
              <a:rPr lang="en-US" dirty="0" err="1"/>
              <a:t>niyetini</a:t>
            </a:r>
            <a:r>
              <a:rPr lang="en-US" dirty="0"/>
              <a:t> </a:t>
            </a:r>
            <a:r>
              <a:rPr lang="en-US" dirty="0" err="1"/>
              <a:t>tartarım</a:t>
            </a:r>
            <a:r>
              <a:rPr lang="en-US" dirty="0"/>
              <a:t>… </a:t>
            </a:r>
            <a:r>
              <a:rPr lang="en-US" dirty="0" err="1"/>
              <a:t>nesneni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“Bir </a:t>
            </a:r>
            <a:r>
              <a:rPr lang="en-US" b="1" dirty="0" err="1"/>
              <a:t>tohum</a:t>
            </a:r>
            <a:r>
              <a:rPr lang="en-US" b="1" dirty="0"/>
              <a:t>, </a:t>
            </a:r>
            <a:r>
              <a:rPr lang="en-US" b="1" dirty="0" err="1"/>
              <a:t>yedi</a:t>
            </a:r>
            <a:r>
              <a:rPr lang="en-US" b="1" dirty="0"/>
              <a:t> </a:t>
            </a:r>
            <a:r>
              <a:rPr lang="en-US" b="1" dirty="0" err="1"/>
              <a:t>başak</a:t>
            </a:r>
            <a:r>
              <a:rPr lang="en-US" b="1" dirty="0"/>
              <a:t> </a:t>
            </a:r>
            <a:r>
              <a:rPr lang="en-US" b="1" dirty="0" err="1"/>
              <a:t>verir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sembol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güçlüdür</a:t>
            </a:r>
            <a:r>
              <a:rPr lang="en-US" dirty="0"/>
              <a:t>: </a:t>
            </a:r>
            <a:r>
              <a:rPr lang="en-US" dirty="0" err="1"/>
              <a:t>Yedi</a:t>
            </a:r>
            <a:r>
              <a:rPr lang="en-US" dirty="0"/>
              <a:t> =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tamamlanma</a:t>
            </a:r>
            <a:r>
              <a:rPr lang="en-US" dirty="0"/>
              <a:t> </a:t>
            </a:r>
          </a:p>
          <a:p>
            <a:r>
              <a:rPr lang="en-US" dirty="0"/>
              <a:t>Başak = </a:t>
            </a:r>
            <a:r>
              <a:rPr lang="en-US" dirty="0" err="1"/>
              <a:t>üretim</a:t>
            </a:r>
            <a:r>
              <a:rPr lang="en-US" dirty="0"/>
              <a:t>, </a:t>
            </a:r>
            <a:r>
              <a:rPr lang="en-US" dirty="0" err="1"/>
              <a:t>doğurganlık</a:t>
            </a:r>
            <a:r>
              <a:rPr lang="en-US" dirty="0"/>
              <a:t> </a:t>
            </a:r>
          </a:p>
          <a:p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ektin</a:t>
            </a:r>
            <a:r>
              <a:rPr lang="en-US" dirty="0"/>
              <a:t>, ben </a:t>
            </a:r>
            <a:r>
              <a:rPr lang="en-US" dirty="0" err="1"/>
              <a:t>onu</a:t>
            </a:r>
            <a:r>
              <a:rPr lang="en-US" dirty="0"/>
              <a:t> **</a:t>
            </a:r>
            <a:r>
              <a:rPr lang="en-US" dirty="0" err="1"/>
              <a:t>yedi</a:t>
            </a:r>
            <a:r>
              <a:rPr lang="en-US" dirty="0"/>
              <a:t> </a:t>
            </a:r>
            <a:r>
              <a:rPr lang="en-US" dirty="0" err="1"/>
              <a:t>katmanda</a:t>
            </a:r>
            <a:r>
              <a:rPr lang="en-US" dirty="0"/>
              <a:t> </a:t>
            </a:r>
            <a:r>
              <a:rPr lang="en-US" dirty="0" err="1"/>
              <a:t>işledim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“Her </a:t>
            </a:r>
            <a:r>
              <a:rPr lang="en-US" b="1" dirty="0" err="1"/>
              <a:t>başakta</a:t>
            </a:r>
            <a:r>
              <a:rPr lang="en-US" b="1" dirty="0"/>
              <a:t> </a:t>
            </a:r>
            <a:r>
              <a:rPr lang="en-US" b="1" dirty="0" err="1"/>
              <a:t>yüz</a:t>
            </a:r>
            <a:r>
              <a:rPr lang="en-US" b="1" dirty="0"/>
              <a:t> </a:t>
            </a:r>
            <a:r>
              <a:rPr lang="en-US" b="1" dirty="0" err="1"/>
              <a:t>tane</a:t>
            </a:r>
            <a:r>
              <a:rPr lang="en-US" b="1" dirty="0"/>
              <a:t> </a:t>
            </a:r>
            <a:r>
              <a:rPr lang="en-US" b="1" dirty="0" err="1"/>
              <a:t>vardır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7 x 100 = 700 Bu </a:t>
            </a:r>
            <a:r>
              <a:rPr lang="en-US" dirty="0" err="1"/>
              <a:t>sayı</a:t>
            </a:r>
            <a:r>
              <a:rPr lang="en-US" dirty="0"/>
              <a:t>,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potansiyelin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sembolüdür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katlama</a:t>
            </a:r>
            <a:r>
              <a:rPr lang="en-US" dirty="0"/>
              <a:t> </a:t>
            </a:r>
            <a:r>
              <a:rPr lang="en-US" dirty="0" err="1"/>
              <a:t>matematiksel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titreşimsel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genişlemedir</a:t>
            </a:r>
            <a:r>
              <a:rPr lang="en-US" dirty="0"/>
              <a:t>. “Sen ne </a:t>
            </a:r>
            <a:r>
              <a:rPr lang="en-US" dirty="0" err="1"/>
              <a:t>verdiğini</a:t>
            </a:r>
            <a:r>
              <a:rPr lang="en-US" dirty="0"/>
              <a:t> </a:t>
            </a:r>
            <a:r>
              <a:rPr lang="en-US" dirty="0" err="1"/>
              <a:t>bilmezsin</a:t>
            </a:r>
            <a:r>
              <a:rPr lang="en-US" dirty="0"/>
              <a:t>… ama ben </a:t>
            </a:r>
            <a:r>
              <a:rPr lang="en-US" dirty="0" err="1"/>
              <a:t>onu</a:t>
            </a:r>
            <a:r>
              <a:rPr lang="en-US" dirty="0"/>
              <a:t> sana </a:t>
            </a:r>
            <a:r>
              <a:rPr lang="en-US" dirty="0" err="1"/>
              <a:t>gökyüzünden</a:t>
            </a:r>
            <a:r>
              <a:rPr lang="en-US" dirty="0"/>
              <a:t> </a:t>
            </a:r>
            <a:r>
              <a:rPr lang="en-US" dirty="0" err="1"/>
              <a:t>dökerim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dilediğine</a:t>
            </a:r>
            <a:r>
              <a:rPr lang="en-US" b="1" dirty="0"/>
              <a:t> kat </a:t>
            </a:r>
            <a:r>
              <a:rPr lang="en-US" b="1" dirty="0" err="1"/>
              <a:t>kat</a:t>
            </a:r>
            <a:r>
              <a:rPr lang="en-US" b="1" dirty="0"/>
              <a:t> </a:t>
            </a:r>
            <a:r>
              <a:rPr lang="en-US" b="1" dirty="0" err="1"/>
              <a:t>verir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“</a:t>
            </a:r>
            <a:r>
              <a:rPr lang="en-US" dirty="0" err="1"/>
              <a:t>dilemek</a:t>
            </a:r>
            <a:r>
              <a:rPr lang="en-US" dirty="0"/>
              <a:t>”  </a:t>
            </a:r>
            <a:r>
              <a:rPr lang="en-US" dirty="0" err="1"/>
              <a:t>keyfi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Bu,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uyumuyla</a:t>
            </a:r>
            <a:r>
              <a:rPr lang="en-US" dirty="0"/>
              <a:t> </a:t>
            </a:r>
            <a:r>
              <a:rPr lang="en-US" dirty="0" err="1"/>
              <a:t>ilgilidir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sana </a:t>
            </a:r>
            <a:r>
              <a:rPr lang="en-US" dirty="0" err="1"/>
              <a:t>verdiklerinin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dönerim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verirsen</a:t>
            </a:r>
            <a:r>
              <a:rPr lang="en-US" dirty="0"/>
              <a:t> ben sana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bollukla</a:t>
            </a:r>
            <a:r>
              <a:rPr lang="en-US" dirty="0"/>
              <a:t> </a:t>
            </a:r>
            <a:r>
              <a:rPr lang="en-US" dirty="0" err="1"/>
              <a:t>karşılık</a:t>
            </a:r>
            <a:r>
              <a:rPr lang="en-US" dirty="0"/>
              <a:t> </a:t>
            </a:r>
            <a:r>
              <a:rPr lang="en-US" dirty="0" err="1"/>
              <a:t>veririm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lütuf</a:t>
            </a:r>
            <a:r>
              <a:rPr lang="en-US" b="1" dirty="0"/>
              <a:t> </a:t>
            </a:r>
            <a:r>
              <a:rPr lang="en-US" b="1" dirty="0" err="1"/>
              <a:t>sahibidir</a:t>
            </a:r>
            <a:r>
              <a:rPr lang="en-US" b="1" dirty="0"/>
              <a:t>, </a:t>
            </a:r>
            <a:r>
              <a:rPr lang="en-US" b="1" dirty="0" err="1"/>
              <a:t>bilendir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Lütuf</a:t>
            </a:r>
            <a:r>
              <a:rPr lang="en-US" dirty="0"/>
              <a:t> = </a:t>
            </a:r>
            <a:r>
              <a:rPr lang="en-US" dirty="0" err="1"/>
              <a:t>koşulsuz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Bilmek</a:t>
            </a:r>
            <a:r>
              <a:rPr lang="en-US" dirty="0"/>
              <a:t> =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merkezini</a:t>
            </a:r>
            <a:r>
              <a:rPr lang="en-US" dirty="0"/>
              <a:t> </a:t>
            </a:r>
            <a:r>
              <a:rPr lang="en-US" dirty="0" err="1"/>
              <a:t>görmek</a:t>
            </a:r>
            <a:r>
              <a:rPr lang="en-US" dirty="0"/>
              <a:t> </a:t>
            </a:r>
          </a:p>
          <a:p>
            <a:r>
              <a:rPr lang="en-US" dirty="0"/>
              <a:t>Yani: “Sen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mi verdin?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çoğalttın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alışverişe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bilinçtir</a:t>
            </a:r>
            <a:r>
              <a:rPr lang="en-US" dirty="0"/>
              <a:t>. </a:t>
            </a:r>
            <a:r>
              <a:rPr lang="en-US" dirty="0" err="1"/>
              <a:t>Niyetin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tohum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tohumu</a:t>
            </a:r>
            <a:r>
              <a:rPr lang="en-US" dirty="0"/>
              <a:t> </a:t>
            </a:r>
            <a:r>
              <a:rPr lang="en-US" dirty="0" err="1"/>
              <a:t>yedi</a:t>
            </a:r>
            <a:r>
              <a:rPr lang="en-US" dirty="0"/>
              <a:t> </a:t>
            </a:r>
            <a:r>
              <a:rPr lang="en-US" dirty="0" err="1"/>
              <a:t>katmanda</a:t>
            </a:r>
            <a:r>
              <a:rPr lang="en-US" dirty="0"/>
              <a:t> </a:t>
            </a:r>
            <a:r>
              <a:rPr lang="en-US" dirty="0" err="1"/>
              <a:t>işler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yedi</a:t>
            </a:r>
            <a:r>
              <a:rPr lang="en-US" dirty="0"/>
              <a:t> </a:t>
            </a:r>
            <a:r>
              <a:rPr lang="en-US" dirty="0" err="1"/>
              <a:t>yüz</a:t>
            </a:r>
            <a:r>
              <a:rPr lang="en-US" dirty="0"/>
              <a:t> kat </a:t>
            </a:r>
            <a:r>
              <a:rPr lang="en-US" dirty="0" err="1"/>
              <a:t>büyüterek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yollar</a:t>
            </a:r>
            <a:r>
              <a:rPr lang="en-US" dirty="0"/>
              <a:t>. </a:t>
            </a:r>
            <a:r>
              <a:rPr lang="en-US" dirty="0" err="1"/>
              <a:t>Katlanma</a:t>
            </a:r>
            <a:r>
              <a:rPr lang="en-US" dirty="0"/>
              <a:t> </a:t>
            </a:r>
            <a:r>
              <a:rPr lang="en-US" dirty="0" err="1"/>
              <a:t>miktarı</a:t>
            </a:r>
            <a:r>
              <a:rPr lang="en-US" dirty="0"/>
              <a:t>,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saflığına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hizana</a:t>
            </a:r>
            <a:r>
              <a:rPr lang="en-US" dirty="0"/>
              <a:t> </a:t>
            </a:r>
            <a:r>
              <a:rPr lang="en-US" dirty="0" err="1"/>
              <a:t>bağlıdır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verirken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açarsın</a:t>
            </a:r>
            <a:r>
              <a:rPr lang="en-US" dirty="0"/>
              <a:t>  </a:t>
            </a:r>
            <a:r>
              <a:rPr lang="en-US" dirty="0" err="1"/>
              <a:t>sistem</a:t>
            </a:r>
            <a:r>
              <a:rPr lang="en-US" dirty="0"/>
              <a:t> o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döner. </a:t>
            </a:r>
          </a:p>
          <a:p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verirken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eksilmezsin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ortak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 </a:t>
            </a:r>
            <a:r>
              <a:rPr lang="en-US" dirty="0" err="1"/>
              <a:t>ortaklarımı</a:t>
            </a:r>
            <a:r>
              <a:rPr lang="en-US" dirty="0"/>
              <a:t> </a:t>
            </a:r>
            <a:r>
              <a:rPr lang="en-US" dirty="0" err="1"/>
              <a:t>boşlukta</a:t>
            </a:r>
            <a:r>
              <a:rPr lang="en-US" dirty="0"/>
              <a:t> </a:t>
            </a:r>
            <a:r>
              <a:rPr lang="en-US" dirty="0" err="1"/>
              <a:t>bırakmam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85400410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E6EC69B-291D-896A-58A2-0F3C8D788C4E}"/>
              </a:ext>
            </a:extLst>
          </p:cNvPr>
          <p:cNvSpPr txBox="1"/>
          <p:nvPr/>
        </p:nvSpPr>
        <p:spPr>
          <a:xfrm>
            <a:off x="0" y="1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gösterişin</a:t>
            </a:r>
            <a:r>
              <a:rPr lang="en-US" dirty="0"/>
              <a:t>, </a:t>
            </a:r>
            <a:r>
              <a:rPr lang="en-US" dirty="0" err="1"/>
              <a:t>hatırlatmanın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gönül</a:t>
            </a:r>
            <a:r>
              <a:rPr lang="en-US" dirty="0"/>
              <a:t> </a:t>
            </a:r>
            <a:r>
              <a:rPr lang="en-US" dirty="0" err="1"/>
              <a:t>kırmanınsistemde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bozduğunu</a:t>
            </a:r>
            <a:r>
              <a:rPr lang="en-US" dirty="0"/>
              <a:t> </a:t>
            </a:r>
            <a:r>
              <a:rPr lang="en-US" dirty="0" err="1"/>
              <a:t>öğretir.Ve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r>
              <a:rPr lang="en-US" dirty="0"/>
              <a:t>“Sen verdin… ama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egonu</a:t>
            </a:r>
            <a:r>
              <a:rPr lang="en-US" dirty="0"/>
              <a:t> </a:t>
            </a:r>
            <a:r>
              <a:rPr lang="en-US" dirty="0" err="1"/>
              <a:t>kattın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böylece</a:t>
            </a:r>
            <a:r>
              <a:rPr lang="en-US" dirty="0"/>
              <a:t> o </a:t>
            </a:r>
            <a:r>
              <a:rPr lang="en-US" dirty="0" err="1"/>
              <a:t>eylem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gölge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262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Verdikten</a:t>
            </a:r>
            <a:r>
              <a:rPr lang="en-US" dirty="0"/>
              <a:t> Sonra Sus </a:t>
            </a:r>
            <a:r>
              <a:rPr lang="en-US" dirty="0" err="1"/>
              <a:t>Hakiki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,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Akmaktır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Gönül </a:t>
            </a:r>
            <a:r>
              <a:rPr lang="en-US" dirty="0" err="1"/>
              <a:t>Kıran</a:t>
            </a:r>
            <a:r>
              <a:rPr lang="en-US" dirty="0"/>
              <a:t>, </a:t>
            </a:r>
            <a:r>
              <a:rPr lang="en-US" dirty="0" err="1"/>
              <a:t>Frekansı</a:t>
            </a:r>
            <a:r>
              <a:rPr lang="en-US" dirty="0"/>
              <a:t> Da </a:t>
            </a:r>
            <a:r>
              <a:rPr lang="en-US" dirty="0" err="1"/>
              <a:t>Kırar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Mallarını</a:t>
            </a:r>
            <a:r>
              <a:rPr lang="en-US" dirty="0"/>
              <a:t> 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harcayanlar,sonra</a:t>
            </a:r>
            <a:r>
              <a:rPr lang="en-US" dirty="0"/>
              <a:t> </a:t>
            </a:r>
            <a:r>
              <a:rPr lang="en-US" dirty="0" err="1"/>
              <a:t>verdiklerinin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kakmayan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gönül</a:t>
            </a:r>
            <a:r>
              <a:rPr lang="en-US" dirty="0"/>
              <a:t> </a:t>
            </a:r>
            <a:r>
              <a:rPr lang="en-US" dirty="0" err="1"/>
              <a:t>kırmayanlar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mükafatı</a:t>
            </a:r>
            <a:r>
              <a:rPr lang="en-US" dirty="0"/>
              <a:t> </a:t>
            </a:r>
            <a:r>
              <a:rPr lang="en-US" dirty="0" err="1"/>
              <a:t>Rab’leri</a:t>
            </a:r>
            <a:r>
              <a:rPr lang="en-US" dirty="0"/>
              <a:t> </a:t>
            </a:r>
            <a:r>
              <a:rPr lang="en-US" dirty="0" err="1"/>
              <a:t>katındadır</a:t>
            </a:r>
            <a:r>
              <a:rPr lang="en-US" dirty="0"/>
              <a:t>.</a:t>
            </a:r>
          </a:p>
          <a:p>
            <a:r>
              <a:rPr lang="en-US" dirty="0" err="1"/>
              <a:t>Onlara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mahzun</a:t>
            </a:r>
            <a:r>
              <a:rPr lang="en-US" dirty="0"/>
              <a:t> </a:t>
            </a:r>
            <a:r>
              <a:rPr lang="en-US" dirty="0" err="1"/>
              <a:t>olmayacaklardır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madde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tr-TR" dirty="0"/>
              <a:t> ve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enerjinin</a:t>
            </a:r>
            <a:r>
              <a:rPr lang="en-US" dirty="0"/>
              <a:t>,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korunması</a:t>
            </a:r>
            <a:r>
              <a:rPr lang="en-US" dirty="0"/>
              <a:t> </a:t>
            </a:r>
            <a:r>
              <a:rPr lang="en-US" dirty="0" err="1"/>
              <a:t>gerektiğini</a:t>
            </a:r>
            <a:r>
              <a:rPr lang="en-US" dirty="0"/>
              <a:t> </a:t>
            </a:r>
            <a:r>
              <a:rPr lang="en-US" dirty="0" err="1"/>
              <a:t>vurgular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“Ben sana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mükafat</a:t>
            </a:r>
            <a:r>
              <a:rPr lang="en-US" dirty="0"/>
              <a:t> </a:t>
            </a:r>
            <a:r>
              <a:rPr lang="en-US" dirty="0" err="1"/>
              <a:t>yazmıştım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kelimelerinle</a:t>
            </a:r>
            <a:r>
              <a:rPr lang="en-US" dirty="0"/>
              <a:t> </a:t>
            </a:r>
            <a:r>
              <a:rPr lang="en-US" dirty="0" err="1"/>
              <a:t>yaktın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yolunda</a:t>
            </a:r>
            <a:r>
              <a:rPr lang="en-US" b="1" dirty="0"/>
              <a:t> </a:t>
            </a:r>
            <a:r>
              <a:rPr lang="en-US" b="1" dirty="0" err="1"/>
              <a:t>harcayanlar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görüyoruz</a:t>
            </a:r>
            <a:r>
              <a:rPr lang="en-US" dirty="0"/>
              <a:t>: Allah </a:t>
            </a:r>
            <a:r>
              <a:rPr lang="en-US" dirty="0" err="1"/>
              <a:t>yolunda</a:t>
            </a:r>
            <a:r>
              <a:rPr lang="en-US" dirty="0"/>
              <a:t> =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Sevgiyle</a:t>
            </a:r>
            <a:r>
              <a:rPr lang="en-US" dirty="0"/>
              <a:t> </a:t>
            </a:r>
            <a:r>
              <a:rPr lang="en-US" dirty="0" err="1"/>
              <a:t>Egodan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Bu </a:t>
            </a:r>
            <a:r>
              <a:rPr lang="en-US" dirty="0" err="1"/>
              <a:t>harcama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gönderimidir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“Sonra </a:t>
            </a:r>
            <a:r>
              <a:rPr lang="en-US" b="1" dirty="0" err="1"/>
              <a:t>başa</a:t>
            </a:r>
            <a:r>
              <a:rPr lang="en-US" b="1" dirty="0"/>
              <a:t> </a:t>
            </a:r>
            <a:r>
              <a:rPr lang="en-US" b="1" dirty="0" err="1"/>
              <a:t>kakmazlar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“Ben sana </a:t>
            </a:r>
            <a:r>
              <a:rPr lang="en-US" dirty="0" err="1"/>
              <a:t>zamanında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yapmıştım</a:t>
            </a:r>
            <a:r>
              <a:rPr lang="en-US" dirty="0"/>
              <a:t>…” “Ben </a:t>
            </a:r>
            <a:r>
              <a:rPr lang="en-US" dirty="0" err="1"/>
              <a:t>olmasaydım</a:t>
            </a:r>
            <a:r>
              <a:rPr lang="en-US" dirty="0"/>
              <a:t>…”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cümleler</a:t>
            </a:r>
            <a:r>
              <a:rPr lang="en-US" dirty="0"/>
              <a:t> </a:t>
            </a:r>
            <a:r>
              <a:rPr lang="en-US" dirty="0" err="1"/>
              <a:t>verilenin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siler.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verdin, ama </a:t>
            </a:r>
            <a:r>
              <a:rPr lang="en-US" dirty="0" err="1"/>
              <a:t>ardından</a:t>
            </a:r>
            <a:r>
              <a:rPr lang="en-US" dirty="0"/>
              <a:t> **bin </a:t>
            </a:r>
            <a:r>
              <a:rPr lang="en-US" dirty="0" err="1"/>
              <a:t>kere</a:t>
            </a:r>
            <a:r>
              <a:rPr lang="en-US" dirty="0"/>
              <a:t> </a:t>
            </a:r>
            <a:r>
              <a:rPr lang="en-US" dirty="0" err="1"/>
              <a:t>aldın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“Gönül </a:t>
            </a:r>
            <a:r>
              <a:rPr lang="en-US" b="1" dirty="0" err="1"/>
              <a:t>kırmazlar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Gönül = Enerji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</a:p>
          <a:p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utandırmak</a:t>
            </a:r>
            <a:r>
              <a:rPr lang="en-US" dirty="0"/>
              <a:t>, </a:t>
            </a:r>
            <a:r>
              <a:rPr lang="en-US" dirty="0" err="1"/>
              <a:t>yüzünü</a:t>
            </a:r>
            <a:r>
              <a:rPr lang="en-US" dirty="0"/>
              <a:t> </a:t>
            </a:r>
            <a:r>
              <a:rPr lang="en-US" dirty="0" err="1"/>
              <a:t>düşürmek</a:t>
            </a:r>
            <a:r>
              <a:rPr lang="en-US" dirty="0"/>
              <a:t>, </a:t>
            </a:r>
            <a:r>
              <a:rPr lang="en-US" dirty="0" err="1"/>
              <a:t>mahcup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nurunu</a:t>
            </a:r>
            <a:r>
              <a:rPr lang="en-US" dirty="0"/>
              <a:t> </a:t>
            </a:r>
            <a:r>
              <a:rPr lang="en-US" dirty="0" err="1"/>
              <a:t>söndürür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verdin ama </a:t>
            </a:r>
            <a:r>
              <a:rPr lang="en-US" dirty="0" err="1"/>
              <a:t>ruhunu</a:t>
            </a:r>
            <a:r>
              <a:rPr lang="en-US" dirty="0"/>
              <a:t> </a:t>
            </a:r>
            <a:r>
              <a:rPr lang="en-US" dirty="0" err="1"/>
              <a:t>kırdın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sistemimde</a:t>
            </a:r>
            <a:r>
              <a:rPr lang="en-US" dirty="0"/>
              <a:t> o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silinir</a:t>
            </a:r>
            <a:r>
              <a:rPr lang="en-US" dirty="0"/>
              <a:t>.” </a:t>
            </a:r>
            <a:endParaRPr lang="tr-TR" dirty="0"/>
          </a:p>
          <a:p>
            <a:endParaRPr lang="en-US" b="1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2312795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6351BAD0-1556-AD71-643E-6DB09DA90963}"/>
              </a:ext>
            </a:extLst>
          </p:cNvPr>
          <p:cNvSpPr txBox="1"/>
          <p:nvPr/>
        </p:nvSpPr>
        <p:spPr>
          <a:xfrm>
            <a:off x="0" y="1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Onların</a:t>
            </a:r>
            <a:r>
              <a:rPr lang="en-US" b="1" dirty="0"/>
              <a:t> </a:t>
            </a:r>
            <a:r>
              <a:rPr lang="en-US" b="1" dirty="0" err="1"/>
              <a:t>mükafatı</a:t>
            </a:r>
            <a:r>
              <a:rPr lang="en-US" b="1" dirty="0"/>
              <a:t> </a:t>
            </a:r>
            <a:r>
              <a:rPr lang="en-US" b="1" dirty="0" err="1"/>
              <a:t>Rab’leri</a:t>
            </a:r>
            <a:r>
              <a:rPr lang="en-US" b="1" dirty="0"/>
              <a:t> </a:t>
            </a:r>
            <a:r>
              <a:rPr lang="en-US" b="1" dirty="0" err="1"/>
              <a:t>katındadır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mükafat</a:t>
            </a:r>
            <a:r>
              <a:rPr lang="en-US" dirty="0"/>
              <a:t>: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Derinlikli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, “Ben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kattım</a:t>
            </a:r>
            <a:r>
              <a:rPr lang="en-US" dirty="0"/>
              <a:t>…” der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yürür</a:t>
            </a:r>
            <a:r>
              <a:rPr lang="en-US" dirty="0"/>
              <a:t>.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Onlara</a:t>
            </a:r>
            <a:r>
              <a:rPr lang="en-US" b="1" dirty="0"/>
              <a:t> </a:t>
            </a:r>
            <a:r>
              <a:rPr lang="en-US" b="1" dirty="0" err="1"/>
              <a:t>korku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, </a:t>
            </a:r>
            <a:r>
              <a:rPr lang="en-US" b="1" dirty="0" err="1"/>
              <a:t>mahzun</a:t>
            </a:r>
            <a:r>
              <a:rPr lang="en-US" b="1" dirty="0"/>
              <a:t> </a:t>
            </a:r>
            <a:r>
              <a:rPr lang="en-US" b="1" dirty="0" err="1"/>
              <a:t>olmazlar</a:t>
            </a:r>
            <a:r>
              <a:rPr lang="en-US" b="1" dirty="0"/>
              <a:t>.”</a:t>
            </a:r>
          </a:p>
          <a:p>
            <a:r>
              <a:rPr lang="en-US" dirty="0"/>
              <a:t>Bu,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bilinciyle</a:t>
            </a:r>
            <a:r>
              <a:rPr lang="en-US" dirty="0"/>
              <a:t> </a:t>
            </a:r>
            <a:r>
              <a:rPr lang="en-US" dirty="0" err="1"/>
              <a:t>yaşayan</a:t>
            </a:r>
            <a:r>
              <a:rPr lang="en-US" dirty="0"/>
              <a:t> </a:t>
            </a:r>
            <a:r>
              <a:rPr lang="en-US" dirty="0" err="1"/>
              <a:t>kişinin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alanının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kalmasıdır</a:t>
            </a:r>
            <a:r>
              <a:rPr lang="en-US" dirty="0"/>
              <a:t>. </a:t>
            </a:r>
          </a:p>
          <a:p>
            <a:r>
              <a:rPr lang="en-US" dirty="0"/>
              <a:t>O </a:t>
            </a:r>
            <a:r>
              <a:rPr lang="en-US" dirty="0" err="1"/>
              <a:t>artık</a:t>
            </a:r>
            <a:r>
              <a:rPr lang="en-US" dirty="0"/>
              <a:t>: </a:t>
            </a:r>
            <a:r>
              <a:rPr lang="en-US" dirty="0" err="1"/>
              <a:t>Gelecekten</a:t>
            </a:r>
            <a:r>
              <a:rPr lang="en-US" dirty="0"/>
              <a:t> </a:t>
            </a:r>
            <a:r>
              <a:rPr lang="en-US" dirty="0" err="1"/>
              <a:t>korkmaz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Geçmişe</a:t>
            </a:r>
            <a:r>
              <a:rPr lang="en-US" dirty="0"/>
              <a:t> </a:t>
            </a:r>
            <a:r>
              <a:rPr lang="en-US" dirty="0" err="1"/>
              <a:t>üzülmez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Çünkü</a:t>
            </a:r>
            <a:r>
              <a:rPr lang="en-US" dirty="0"/>
              <a:t> “Ben,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altına</a:t>
            </a:r>
            <a:r>
              <a:rPr lang="en-US" dirty="0"/>
              <a:t> </a:t>
            </a:r>
            <a:r>
              <a:rPr lang="en-US" dirty="0" err="1"/>
              <a:t>aldım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vermenin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susmayı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saygıyı</a:t>
            </a:r>
            <a:r>
              <a:rPr lang="en-US" dirty="0"/>
              <a:t> </a:t>
            </a:r>
            <a:r>
              <a:rPr lang="en-US" dirty="0" err="1"/>
              <a:t>korumaya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Hakiki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; </a:t>
            </a:r>
            <a:r>
              <a:rPr lang="en-US" dirty="0" err="1"/>
              <a:t>başa</a:t>
            </a:r>
            <a:r>
              <a:rPr lang="en-US" dirty="0"/>
              <a:t> </a:t>
            </a:r>
            <a:r>
              <a:rPr lang="en-US" dirty="0" err="1"/>
              <a:t>kakmadan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gönül</a:t>
            </a:r>
            <a:r>
              <a:rPr lang="en-US" dirty="0"/>
              <a:t> </a:t>
            </a:r>
            <a:r>
              <a:rPr lang="en-US" dirty="0" err="1"/>
              <a:t>kırmadan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verdiğini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verdikten</a:t>
            </a:r>
            <a:r>
              <a:rPr lang="en-US" dirty="0"/>
              <a:t>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duruşunu</a:t>
            </a:r>
            <a:r>
              <a:rPr lang="en-US" dirty="0"/>
              <a:t> da </a:t>
            </a:r>
            <a:r>
              <a:rPr lang="en-US" dirty="0" err="1"/>
              <a:t>kaydeder</a:t>
            </a:r>
            <a:r>
              <a:rPr lang="en-US" dirty="0"/>
              <a:t>. </a:t>
            </a:r>
          </a:p>
          <a:p>
            <a:r>
              <a:rPr lang="en-US" dirty="0"/>
              <a:t>Bir </a:t>
            </a:r>
            <a:r>
              <a:rPr lang="en-US" dirty="0" err="1"/>
              <a:t>gönül</a:t>
            </a:r>
            <a:r>
              <a:rPr lang="en-US" dirty="0"/>
              <a:t> </a:t>
            </a:r>
            <a:r>
              <a:rPr lang="en-US" dirty="0" err="1"/>
              <a:t>kırıldıysa</a:t>
            </a:r>
            <a:r>
              <a:rPr lang="en-US" dirty="0"/>
              <a:t>,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olmaktan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.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yankılanır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sahibine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döner.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verdin…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sustun</a:t>
            </a:r>
            <a:r>
              <a:rPr lang="en-US" dirty="0"/>
              <a:t>. 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yüzden</a:t>
            </a:r>
            <a:r>
              <a:rPr lang="en-US" dirty="0"/>
              <a:t>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sessizlikle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hediyedir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tr-TR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kelimenin</a:t>
            </a:r>
            <a:r>
              <a:rPr lang="en-US" dirty="0"/>
              <a:t> bile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servetten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taşıdığını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“Senin </a:t>
            </a:r>
            <a:r>
              <a:rPr lang="en-US" dirty="0" err="1"/>
              <a:t>sözün</a:t>
            </a:r>
            <a:r>
              <a:rPr lang="en-US" dirty="0"/>
              <a:t>,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söylenirse</a:t>
            </a:r>
            <a:r>
              <a:rPr lang="en-US" dirty="0"/>
              <a:t>… </a:t>
            </a:r>
            <a:r>
              <a:rPr lang="en-US" dirty="0" err="1"/>
              <a:t>altından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. Ve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teşekkür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hazine</a:t>
            </a:r>
            <a:r>
              <a:rPr lang="en-US" dirty="0"/>
              <a:t>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gönül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263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“Güzel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Sessiz</a:t>
            </a:r>
            <a:r>
              <a:rPr lang="en-US" dirty="0"/>
              <a:t> Bir </a:t>
            </a:r>
            <a:r>
              <a:rPr lang="en-US" dirty="0" err="1"/>
              <a:t>Sadakadır”Sözün</a:t>
            </a:r>
            <a:r>
              <a:rPr lang="en-US" dirty="0"/>
              <a:t>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, </a:t>
            </a:r>
            <a:r>
              <a:rPr lang="en-US" dirty="0" err="1"/>
              <a:t>Maddeden</a:t>
            </a:r>
            <a:r>
              <a:rPr lang="en-US" dirty="0"/>
              <a:t> Daha Derine </a:t>
            </a:r>
            <a:r>
              <a:rPr lang="en-US" dirty="0" err="1"/>
              <a:t>Nüfuz</a:t>
            </a:r>
            <a:r>
              <a:rPr lang="en-US" dirty="0"/>
              <a:t> Eder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Güzel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bağışlama,ardından</a:t>
            </a:r>
            <a:r>
              <a:rPr lang="en-US" dirty="0"/>
              <a:t> </a:t>
            </a:r>
            <a:r>
              <a:rPr lang="en-US" dirty="0" err="1"/>
              <a:t>incitme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sadakadan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iyidir.Allah</a:t>
            </a:r>
            <a:r>
              <a:rPr lang="en-US" dirty="0"/>
              <a:t>, </a:t>
            </a:r>
            <a:r>
              <a:rPr lang="en-US" dirty="0" err="1"/>
              <a:t>ganîdir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halîmdir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dilini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“Bir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maddeden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  </a:t>
            </a:r>
            <a:r>
              <a:rPr lang="en-US" dirty="0" err="1"/>
              <a:t>yeter</a:t>
            </a:r>
            <a:r>
              <a:rPr lang="en-US" dirty="0"/>
              <a:t> ki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söylenmiş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.” 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malı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sözünün</a:t>
            </a:r>
            <a:r>
              <a:rPr lang="en-US" dirty="0"/>
              <a:t> </a:t>
            </a:r>
            <a:r>
              <a:rPr lang="en-US" dirty="0" err="1"/>
              <a:t>titreşimini</a:t>
            </a:r>
            <a:r>
              <a:rPr lang="en-US" dirty="0"/>
              <a:t> </a:t>
            </a:r>
            <a:r>
              <a:rPr lang="en-US" dirty="0" err="1"/>
              <a:t>duyarım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21726734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6426386-EA9B-AD35-15C4-7C532FBDE467}"/>
              </a:ext>
            </a:extLst>
          </p:cNvPr>
          <p:cNvSpPr txBox="1"/>
          <p:nvPr/>
        </p:nvSpPr>
        <p:spPr>
          <a:xfrm>
            <a:off x="0" y="89452"/>
            <a:ext cx="6788426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“Güzel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söz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Güzel = </a:t>
            </a:r>
            <a:r>
              <a:rPr lang="en-US" dirty="0" err="1"/>
              <a:t>Yaralayıcı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en-US" dirty="0" err="1"/>
              <a:t>Onarıcı</a:t>
            </a:r>
            <a:r>
              <a:rPr lang="tr-TR" dirty="0"/>
              <a:t> , </a:t>
            </a:r>
            <a:r>
              <a:rPr lang="en-US" dirty="0" err="1"/>
              <a:t>Şefkat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</a:p>
          <a:p>
            <a:r>
              <a:rPr lang="en-US" dirty="0"/>
              <a:t>Bir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ekmekten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doyurucudur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, </a:t>
            </a:r>
            <a:r>
              <a:rPr lang="en-US" dirty="0" err="1"/>
              <a:t>sözle</a:t>
            </a:r>
            <a:r>
              <a:rPr lang="en-US" dirty="0"/>
              <a:t> </a:t>
            </a:r>
            <a:r>
              <a:rPr lang="en-US" dirty="0" err="1"/>
              <a:t>yıkar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iyileştirir</a:t>
            </a:r>
            <a:r>
              <a:rPr lang="en-US" dirty="0"/>
              <a:t>. 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</a:t>
            </a:r>
            <a:r>
              <a:rPr lang="en-US" dirty="0"/>
              <a:t> </a:t>
            </a:r>
            <a:r>
              <a:rPr lang="en-US" dirty="0" err="1"/>
              <a:t>söyledin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o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sistemimde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şifa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Bağışlama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Affetmek</a:t>
            </a:r>
            <a:r>
              <a:rPr lang="en-US" dirty="0"/>
              <a:t> = </a:t>
            </a:r>
            <a:r>
              <a:rPr lang="en-US" dirty="0" err="1"/>
              <a:t>Geçmişi</a:t>
            </a:r>
            <a:r>
              <a:rPr lang="en-US" dirty="0"/>
              <a:t>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bırakmak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Enerji </a:t>
            </a:r>
            <a:r>
              <a:rPr lang="en-US" dirty="0" err="1"/>
              <a:t>akışını</a:t>
            </a:r>
            <a:r>
              <a:rPr lang="en-US" dirty="0"/>
              <a:t> </a:t>
            </a:r>
            <a:r>
              <a:rPr lang="en-US" dirty="0" err="1"/>
              <a:t>kesmemek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Sadaka </a:t>
            </a:r>
            <a:r>
              <a:rPr lang="en-US" dirty="0" err="1"/>
              <a:t>vermemiş</a:t>
            </a:r>
            <a:r>
              <a:rPr lang="en-US" dirty="0"/>
              <a:t> </a:t>
            </a:r>
            <a:r>
              <a:rPr lang="en-US" dirty="0" err="1"/>
              <a:t>olsan</a:t>
            </a:r>
            <a:r>
              <a:rPr lang="en-US" dirty="0"/>
              <a:t> bile, </a:t>
            </a:r>
            <a:r>
              <a:rPr lang="en-US" dirty="0" err="1"/>
              <a:t>bağışlayarak</a:t>
            </a:r>
            <a:r>
              <a:rPr lang="en-US" dirty="0"/>
              <a:t>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bırakırsın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Bu da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kayda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Ardından</a:t>
            </a:r>
            <a:r>
              <a:rPr lang="en-US" b="1" dirty="0"/>
              <a:t> </a:t>
            </a:r>
            <a:r>
              <a:rPr lang="en-US" b="1" dirty="0" err="1"/>
              <a:t>incitme</a:t>
            </a:r>
            <a:r>
              <a:rPr lang="en-US" b="1" dirty="0"/>
              <a:t> </a:t>
            </a:r>
            <a:r>
              <a:rPr lang="en-US" b="1" dirty="0" err="1"/>
              <a:t>gelen</a:t>
            </a:r>
            <a:r>
              <a:rPr lang="en-US" b="1" dirty="0"/>
              <a:t> </a:t>
            </a:r>
            <a:r>
              <a:rPr lang="en-US" b="1" dirty="0" err="1"/>
              <a:t>sadaka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Mal </a:t>
            </a:r>
            <a:r>
              <a:rPr lang="en-US" dirty="0" err="1"/>
              <a:t>vermiş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 ama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kırıcıysa</a:t>
            </a:r>
            <a:r>
              <a:rPr lang="en-US" dirty="0"/>
              <a:t>,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silmişsindir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altındı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… ama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kurşun</a:t>
            </a:r>
            <a:r>
              <a:rPr lang="en-US" dirty="0"/>
              <a:t> </a:t>
            </a:r>
            <a:r>
              <a:rPr lang="en-US" dirty="0" err="1"/>
              <a:t>gibiydi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etmem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ganîdir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halîmdir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Ganî</a:t>
            </a:r>
            <a:r>
              <a:rPr lang="en-US" dirty="0"/>
              <a:t> = her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Halîm</a:t>
            </a:r>
            <a:r>
              <a:rPr lang="en-US" dirty="0"/>
              <a:t> = </a:t>
            </a:r>
            <a:r>
              <a:rPr lang="en-US" dirty="0" err="1"/>
              <a:t>yumuşak</a:t>
            </a:r>
            <a:r>
              <a:rPr lang="en-US" dirty="0"/>
              <a:t>, </a:t>
            </a:r>
            <a:r>
              <a:rPr lang="en-US" dirty="0" err="1"/>
              <a:t>sabırlı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Yani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“Ben </a:t>
            </a:r>
            <a:r>
              <a:rPr lang="en-US" dirty="0" err="1"/>
              <a:t>senden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istemem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veriyorsan</a:t>
            </a:r>
            <a:r>
              <a:rPr lang="en-US" dirty="0"/>
              <a:t> </a:t>
            </a:r>
            <a:r>
              <a:rPr lang="en-US" dirty="0" err="1"/>
              <a:t>şefkatle</a:t>
            </a:r>
            <a:r>
              <a:rPr lang="en-US" dirty="0"/>
              <a:t> ver. </a:t>
            </a:r>
            <a:r>
              <a:rPr lang="en-US" dirty="0" err="1"/>
              <a:t>Çünkü</a:t>
            </a:r>
            <a:r>
              <a:rPr lang="en-US" dirty="0"/>
              <a:t> ben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sahibiyim</a:t>
            </a:r>
            <a:r>
              <a:rPr lang="en-US" dirty="0"/>
              <a:t> ama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duruşunla</a:t>
            </a:r>
            <a:r>
              <a:rPr lang="en-US" dirty="0"/>
              <a:t> </a:t>
            </a:r>
            <a:r>
              <a:rPr lang="en-US" dirty="0" err="1"/>
              <a:t>izliyorum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sözünün</a:t>
            </a:r>
            <a:r>
              <a:rPr lang="en-US" dirty="0"/>
              <a:t> </a:t>
            </a:r>
            <a:r>
              <a:rPr lang="en-US" dirty="0" err="1"/>
              <a:t>ışığını</a:t>
            </a:r>
            <a:r>
              <a:rPr lang="en-US" dirty="0"/>
              <a:t>, </a:t>
            </a:r>
            <a:r>
              <a:rPr lang="en-US" dirty="0" err="1"/>
              <a:t>maldan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önemsemeye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Bir </a:t>
            </a:r>
            <a:r>
              <a:rPr lang="en-US" dirty="0" err="1"/>
              <a:t>kelime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ev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ruhu</a:t>
            </a:r>
            <a:r>
              <a:rPr lang="en-US" dirty="0"/>
              <a:t> </a:t>
            </a:r>
            <a:r>
              <a:rPr lang="en-US" dirty="0" err="1"/>
              <a:t>yıkar</a:t>
            </a:r>
            <a:r>
              <a:rPr lang="en-US" dirty="0"/>
              <a:t>. </a:t>
            </a:r>
            <a:r>
              <a:rPr lang="en-US" dirty="0" err="1"/>
              <a:t>Affetmek</a:t>
            </a:r>
            <a:r>
              <a:rPr lang="en-US" dirty="0"/>
              <a:t>, </a:t>
            </a:r>
            <a:r>
              <a:rPr lang="en-US" dirty="0" err="1"/>
              <a:t>verilmiş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gibidir</a:t>
            </a:r>
            <a:r>
              <a:rPr lang="en-US" dirty="0"/>
              <a:t>.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incitici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enerjiyi</a:t>
            </a:r>
            <a:r>
              <a:rPr lang="en-US" dirty="0"/>
              <a:t> siler. Allah </a:t>
            </a:r>
            <a:r>
              <a:rPr lang="en-US" dirty="0" err="1"/>
              <a:t>ganîdir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ihtiyacı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</a:t>
            </a:r>
            <a:r>
              <a:rPr lang="en-US" dirty="0" err="1"/>
              <a:t>Halîmdir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ama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bozulursa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kesilir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“Senin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merhem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…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kesik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ben **her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cümleyi</a:t>
            </a:r>
            <a:r>
              <a:rPr lang="en-US" dirty="0"/>
              <a:t> </a:t>
            </a:r>
            <a:r>
              <a:rPr lang="en-US" dirty="0" err="1"/>
              <a:t>kalbinde</a:t>
            </a:r>
            <a:r>
              <a:rPr lang="en-US" dirty="0"/>
              <a:t> </a:t>
            </a:r>
            <a:r>
              <a:rPr lang="en-US" dirty="0" err="1"/>
              <a:t>neyle</a:t>
            </a:r>
            <a:r>
              <a:rPr lang="en-US" dirty="0"/>
              <a:t> </a:t>
            </a:r>
            <a:r>
              <a:rPr lang="en-US" dirty="0" err="1"/>
              <a:t>söylediğini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, o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kaydederim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2792081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E08DABC-8BDA-65D4-9A6E-41D1C5C34825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arkasındaki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her </a:t>
            </a:r>
            <a:r>
              <a:rPr lang="en-US" dirty="0" err="1"/>
              <a:t>şeyden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,</a:t>
            </a:r>
            <a:r>
              <a:rPr lang="tr-TR" dirty="0"/>
              <a:t>ve</a:t>
            </a:r>
            <a:r>
              <a:rPr lang="en-US" dirty="0" err="1"/>
              <a:t>gösterişle</a:t>
            </a:r>
            <a:r>
              <a:rPr lang="en-US" dirty="0"/>
              <a:t>, </a:t>
            </a:r>
            <a:r>
              <a:rPr lang="en-US" dirty="0" err="1"/>
              <a:t>kibirle</a:t>
            </a:r>
            <a:r>
              <a:rPr lang="en-US" dirty="0"/>
              <a:t>, </a:t>
            </a:r>
            <a:r>
              <a:rPr lang="en-US" dirty="0" err="1"/>
              <a:t>riyâ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eylemin</a:t>
            </a:r>
            <a:endParaRPr lang="en-US" dirty="0"/>
          </a:p>
          <a:p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alanından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silindiğini</a:t>
            </a:r>
            <a:r>
              <a:rPr lang="en-US" dirty="0"/>
              <a:t> </a:t>
            </a:r>
            <a:r>
              <a:rPr lang="en-US" dirty="0" err="1"/>
              <a:t>gösterir.Çünkü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verdin… ama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insanları</a:t>
            </a:r>
            <a:r>
              <a:rPr lang="en-US" dirty="0"/>
              <a:t> </a:t>
            </a:r>
            <a:r>
              <a:rPr lang="en-US" dirty="0" err="1"/>
              <a:t>görmek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onlardan</a:t>
            </a:r>
            <a:r>
              <a:rPr lang="en-US" dirty="0"/>
              <a:t> </a:t>
            </a:r>
            <a:r>
              <a:rPr lang="en-US" dirty="0" err="1"/>
              <a:t>alırsın</a:t>
            </a:r>
            <a:r>
              <a:rPr lang="en-US" dirty="0"/>
              <a:t>, </a:t>
            </a:r>
            <a:r>
              <a:rPr lang="en-US" dirty="0" err="1"/>
              <a:t>benden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264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Riyâ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Verme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Niyeti</a:t>
            </a:r>
            <a:r>
              <a:rPr lang="en-US" dirty="0"/>
              <a:t> Okur”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İçin</a:t>
            </a:r>
            <a:r>
              <a:rPr lang="en-US" dirty="0"/>
              <a:t> </a:t>
            </a:r>
            <a:r>
              <a:rPr lang="en-US" dirty="0" err="1"/>
              <a:t>Atılan</a:t>
            </a:r>
            <a:r>
              <a:rPr lang="en-US" dirty="0"/>
              <a:t> </a:t>
            </a:r>
            <a:r>
              <a:rPr lang="en-US" dirty="0" err="1"/>
              <a:t>Tohum</a:t>
            </a:r>
            <a:r>
              <a:rPr lang="en-US" dirty="0"/>
              <a:t>, Toprak </a:t>
            </a:r>
            <a:r>
              <a:rPr lang="en-US" dirty="0" err="1"/>
              <a:t>Tutmaz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edenler!Sadakalarınızı,başa</a:t>
            </a:r>
            <a:r>
              <a:rPr lang="en-US" dirty="0"/>
              <a:t> </a:t>
            </a:r>
            <a:r>
              <a:rPr lang="en-US" dirty="0" err="1"/>
              <a:t>kakma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incitmeyle</a:t>
            </a:r>
            <a:r>
              <a:rPr lang="en-US" dirty="0"/>
              <a:t> </a:t>
            </a:r>
            <a:r>
              <a:rPr lang="en-US" dirty="0" err="1"/>
              <a:t>boşa</a:t>
            </a:r>
            <a:r>
              <a:rPr lang="en-US" dirty="0"/>
              <a:t> </a:t>
            </a:r>
            <a:r>
              <a:rPr lang="en-US" dirty="0" err="1"/>
              <a:t>çıkarmayın.Tıpkı</a:t>
            </a:r>
            <a:r>
              <a:rPr lang="en-US" dirty="0"/>
              <a:t> </a:t>
            </a:r>
            <a:r>
              <a:rPr lang="en-US" dirty="0" err="1"/>
              <a:t>malını</a:t>
            </a:r>
            <a:r>
              <a:rPr lang="en-US" dirty="0"/>
              <a:t>, </a:t>
            </a:r>
            <a:r>
              <a:rPr lang="en-US" dirty="0" err="1"/>
              <a:t>insanlara</a:t>
            </a:r>
            <a:r>
              <a:rPr lang="en-US" dirty="0"/>
              <a:t>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harcayan</a:t>
            </a:r>
            <a:r>
              <a:rPr lang="en-US" dirty="0"/>
              <a:t>,</a:t>
            </a:r>
          </a:p>
          <a:p>
            <a:r>
              <a:rPr lang="en-US" dirty="0"/>
              <a:t>ama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ahiret</a:t>
            </a:r>
            <a:r>
              <a:rPr lang="en-US" dirty="0"/>
              <a:t> </a:t>
            </a:r>
            <a:r>
              <a:rPr lang="en-US" dirty="0" err="1"/>
              <a:t>gününe</a:t>
            </a:r>
            <a:r>
              <a:rPr lang="en-US" dirty="0"/>
              <a:t> </a:t>
            </a:r>
            <a:r>
              <a:rPr lang="en-US" dirty="0" err="1"/>
              <a:t>inanmayan</a:t>
            </a:r>
            <a:r>
              <a:rPr lang="en-US" dirty="0"/>
              <a:t>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gibi.Onun</a:t>
            </a:r>
            <a:r>
              <a:rPr lang="en-US" dirty="0"/>
              <a:t> </a:t>
            </a:r>
            <a:r>
              <a:rPr lang="en-US" dirty="0" err="1"/>
              <a:t>durumu,üzerinde</a:t>
            </a:r>
            <a:r>
              <a:rPr lang="en-US" dirty="0"/>
              <a:t> </a:t>
            </a:r>
            <a:r>
              <a:rPr lang="en-US" dirty="0" err="1"/>
              <a:t>toprak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kayanın</a:t>
            </a:r>
            <a:r>
              <a:rPr lang="en-US" dirty="0"/>
              <a:t> </a:t>
            </a:r>
            <a:r>
              <a:rPr lang="en-US" dirty="0" err="1"/>
              <a:t>durumu</a:t>
            </a:r>
            <a:r>
              <a:rPr lang="en-US" dirty="0"/>
              <a:t> </a:t>
            </a:r>
            <a:r>
              <a:rPr lang="en-US" dirty="0" err="1"/>
              <a:t>gibidir</a:t>
            </a:r>
            <a:r>
              <a:rPr lang="en-US" dirty="0"/>
              <a:t>.</a:t>
            </a:r>
          </a:p>
          <a:p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sağanak</a:t>
            </a:r>
            <a:r>
              <a:rPr lang="en-US" dirty="0"/>
              <a:t> </a:t>
            </a:r>
            <a:r>
              <a:rPr lang="en-US" dirty="0" err="1"/>
              <a:t>yağar</a:t>
            </a:r>
            <a:r>
              <a:rPr lang="en-US" dirty="0"/>
              <a:t> </a:t>
            </a:r>
            <a:r>
              <a:rPr lang="en-US" dirty="0" err="1"/>
              <a:t>daonu</a:t>
            </a:r>
            <a:r>
              <a:rPr lang="en-US" dirty="0"/>
              <a:t> </a:t>
            </a:r>
            <a:r>
              <a:rPr lang="en-US" dirty="0" err="1"/>
              <a:t>çıplak</a:t>
            </a:r>
            <a:r>
              <a:rPr lang="en-US" dirty="0"/>
              <a:t> </a:t>
            </a:r>
            <a:r>
              <a:rPr lang="en-US" dirty="0" err="1"/>
              <a:t>taş</a:t>
            </a:r>
            <a:r>
              <a:rPr lang="en-US" dirty="0"/>
              <a:t> </a:t>
            </a:r>
            <a:r>
              <a:rPr lang="en-US" dirty="0" err="1"/>
              <a:t>hâline</a:t>
            </a:r>
            <a:r>
              <a:rPr lang="en-US" dirty="0"/>
              <a:t> </a:t>
            </a:r>
            <a:r>
              <a:rPr lang="en-US" dirty="0" err="1"/>
              <a:t>getirir.Onlar</a:t>
            </a:r>
            <a:r>
              <a:rPr lang="en-US" dirty="0"/>
              <a:t> </a:t>
            </a:r>
            <a:r>
              <a:rPr lang="en-US" dirty="0" err="1"/>
              <a:t>kazandıklarından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olamazlar.Allah</a:t>
            </a:r>
            <a:r>
              <a:rPr lang="en-US" dirty="0"/>
              <a:t>, </a:t>
            </a:r>
            <a:r>
              <a:rPr lang="en-US" dirty="0" err="1"/>
              <a:t>kâfir</a:t>
            </a:r>
            <a:r>
              <a:rPr lang="en-US" dirty="0"/>
              <a:t> </a:t>
            </a:r>
            <a:r>
              <a:rPr lang="en-US" dirty="0" err="1"/>
              <a:t>topluluğu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iletmez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264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ayet,gösterişle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eyleminnasıl</a:t>
            </a:r>
            <a:r>
              <a:rPr lang="en-US" dirty="0"/>
              <a:t> </a:t>
            </a:r>
            <a:r>
              <a:rPr lang="en-US" dirty="0" err="1"/>
              <a:t>frekanssız</a:t>
            </a:r>
            <a:r>
              <a:rPr lang="en-US" dirty="0"/>
              <a:t> </a:t>
            </a:r>
            <a:r>
              <a:rPr lang="en-US" dirty="0" err="1"/>
              <a:t>kaldığını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silindiğini</a:t>
            </a:r>
            <a:r>
              <a:rPr lang="en-US" dirty="0"/>
              <a:t> </a:t>
            </a:r>
            <a:r>
              <a:rPr lang="en-US" dirty="0" err="1"/>
              <a:t>öğretir.Ve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verdiğine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neyle</a:t>
            </a:r>
            <a:r>
              <a:rPr lang="en-US" dirty="0"/>
              <a:t> </a:t>
            </a:r>
            <a:r>
              <a:rPr lang="en-US" dirty="0" err="1"/>
              <a:t>verdiğine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Başa</a:t>
            </a:r>
            <a:r>
              <a:rPr lang="en-US" b="1" dirty="0"/>
              <a:t> </a:t>
            </a:r>
            <a:r>
              <a:rPr lang="en-US" b="1" dirty="0" err="1"/>
              <a:t>kakma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incitmeyle</a:t>
            </a:r>
            <a:r>
              <a:rPr lang="en-US" b="1" dirty="0"/>
              <a:t> </a:t>
            </a:r>
            <a:r>
              <a:rPr lang="en-US" b="1" dirty="0" err="1"/>
              <a:t>boşa</a:t>
            </a:r>
            <a:r>
              <a:rPr lang="en-US" b="1" dirty="0"/>
              <a:t> </a:t>
            </a:r>
            <a:r>
              <a:rPr lang="en-US" b="1" dirty="0" err="1"/>
              <a:t>çıkarmayın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vermiş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 ama </a:t>
            </a:r>
            <a:r>
              <a:rPr lang="en-US" dirty="0" err="1"/>
              <a:t>ardından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kelimeler</a:t>
            </a:r>
            <a:r>
              <a:rPr lang="en-US" dirty="0"/>
              <a:t>, o </a:t>
            </a:r>
            <a:r>
              <a:rPr lang="en-US" dirty="0" err="1"/>
              <a:t>eylemi</a:t>
            </a:r>
            <a:r>
              <a:rPr lang="en-US" dirty="0"/>
              <a:t> </a:t>
            </a:r>
            <a:r>
              <a:rPr lang="en-US" dirty="0" err="1"/>
              <a:t>boşa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: </a:t>
            </a:r>
            <a:r>
              <a:rPr lang="en-US" dirty="0" err="1"/>
              <a:t>Niyet</a:t>
            </a:r>
            <a:r>
              <a:rPr lang="en-US" dirty="0"/>
              <a:t>, </a:t>
            </a:r>
            <a:r>
              <a:rPr lang="en-US" dirty="0" err="1"/>
              <a:t>maldan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r>
              <a:rPr lang="en-US" dirty="0" err="1"/>
              <a:t>Kelime</a:t>
            </a:r>
            <a:r>
              <a:rPr lang="en-US" dirty="0"/>
              <a:t>, </a:t>
            </a:r>
            <a:r>
              <a:rPr lang="en-US" dirty="0" err="1"/>
              <a:t>maddeyi</a:t>
            </a:r>
            <a:r>
              <a:rPr lang="en-US" dirty="0"/>
              <a:t> </a:t>
            </a:r>
            <a:r>
              <a:rPr lang="en-US" dirty="0" err="1"/>
              <a:t>iptal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endParaRPr lang="en-TR" b="1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İnsanlara</a:t>
            </a:r>
            <a:r>
              <a:rPr lang="en-US" b="1" dirty="0"/>
              <a:t> </a:t>
            </a:r>
            <a:r>
              <a:rPr lang="en-US" b="1" dirty="0" err="1"/>
              <a:t>gösteriş</a:t>
            </a:r>
            <a:r>
              <a:rPr lang="en-US" b="1" dirty="0"/>
              <a:t> </a:t>
            </a:r>
            <a:r>
              <a:rPr lang="en-US" b="1" dirty="0" err="1"/>
              <a:t>olsun</a:t>
            </a:r>
            <a:r>
              <a:rPr lang="en-US" b="1" dirty="0"/>
              <a:t> </a:t>
            </a:r>
            <a:r>
              <a:rPr lang="en-US" b="1" dirty="0" err="1"/>
              <a:t>diye</a:t>
            </a:r>
            <a:r>
              <a:rPr lang="en-US" b="1" dirty="0"/>
              <a:t> </a:t>
            </a:r>
            <a:r>
              <a:rPr lang="en-US" b="1" dirty="0" err="1"/>
              <a:t>harcayan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Riyâ</a:t>
            </a:r>
            <a:r>
              <a:rPr lang="en-US" dirty="0"/>
              <a:t> =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gözüne</a:t>
            </a:r>
            <a:r>
              <a:rPr lang="en-US" dirty="0"/>
              <a:t> </a:t>
            </a:r>
            <a:r>
              <a:rPr lang="en-US" dirty="0" err="1"/>
              <a:t>girmek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</a:p>
          <a:p>
            <a:r>
              <a:rPr lang="en-US" dirty="0" err="1"/>
              <a:t>Egoyu</a:t>
            </a:r>
            <a:r>
              <a:rPr lang="en-US" dirty="0"/>
              <a:t> </a:t>
            </a:r>
            <a:r>
              <a:rPr lang="en-US" dirty="0" err="1"/>
              <a:t>besleyen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Hakikatten</a:t>
            </a:r>
            <a:r>
              <a:rPr lang="en-US" dirty="0"/>
              <a:t> </a:t>
            </a:r>
            <a:r>
              <a:rPr lang="en-US" dirty="0" err="1"/>
              <a:t>kopuk</a:t>
            </a:r>
            <a:r>
              <a:rPr lang="en-US" dirty="0"/>
              <a:t> </a:t>
            </a:r>
            <a:r>
              <a:rPr lang="en-US" dirty="0" err="1"/>
              <a:t>katkı</a:t>
            </a:r>
            <a:r>
              <a:rPr lang="en-US" dirty="0"/>
              <a:t> 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vermedin</a:t>
            </a:r>
            <a:r>
              <a:rPr lang="en-US" dirty="0"/>
              <a:t>…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sahneye</a:t>
            </a:r>
            <a:r>
              <a:rPr lang="en-US" dirty="0"/>
              <a:t> </a:t>
            </a:r>
            <a:r>
              <a:rPr lang="en-US" dirty="0" err="1"/>
              <a:t>koydun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“Topraklı </a:t>
            </a:r>
            <a:r>
              <a:rPr lang="en-US" b="1" dirty="0" err="1"/>
              <a:t>taş</a:t>
            </a:r>
            <a:r>
              <a:rPr lang="en-US" b="1" dirty="0"/>
              <a:t>, </a:t>
            </a:r>
            <a:r>
              <a:rPr lang="en-US" b="1" dirty="0" err="1"/>
              <a:t>yağmurla</a:t>
            </a:r>
            <a:r>
              <a:rPr lang="en-US" b="1" dirty="0"/>
              <a:t> </a:t>
            </a:r>
            <a:r>
              <a:rPr lang="en-US" b="1" dirty="0" err="1"/>
              <a:t>çıplak</a:t>
            </a:r>
            <a:r>
              <a:rPr lang="en-US" b="1" dirty="0"/>
              <a:t> </a:t>
            </a:r>
            <a:r>
              <a:rPr lang="en-US" b="1" dirty="0" err="1"/>
              <a:t>kalır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metafor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derindir</a:t>
            </a:r>
            <a:r>
              <a:rPr lang="en-US" dirty="0"/>
              <a:t>: </a:t>
            </a:r>
            <a:r>
              <a:rPr lang="en-US" dirty="0" err="1"/>
              <a:t>Üstü</a:t>
            </a:r>
            <a:r>
              <a:rPr lang="en-US" dirty="0"/>
              <a:t> </a:t>
            </a:r>
            <a:r>
              <a:rPr lang="en-US" dirty="0" err="1"/>
              <a:t>toprak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kök</a:t>
            </a:r>
            <a:r>
              <a:rPr lang="en-US" dirty="0"/>
              <a:t> </a:t>
            </a:r>
            <a:r>
              <a:rPr lang="en-US" dirty="0" err="1"/>
              <a:t>tutmaz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Sağanak</a:t>
            </a:r>
            <a:r>
              <a:rPr lang="en-US" dirty="0"/>
              <a:t> = </a:t>
            </a:r>
            <a:r>
              <a:rPr lang="en-US" dirty="0" err="1"/>
              <a:t>hayatın</a:t>
            </a:r>
            <a:r>
              <a:rPr lang="en-US" dirty="0"/>
              <a:t> </a:t>
            </a:r>
            <a:r>
              <a:rPr lang="en-US" dirty="0" err="1"/>
              <a:t>sınavları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yalandan</a:t>
            </a:r>
            <a:r>
              <a:rPr lang="en-US" dirty="0"/>
              <a:t> </a:t>
            </a:r>
            <a:r>
              <a:rPr lang="en-US" dirty="0" err="1"/>
              <a:t>toprak</a:t>
            </a:r>
            <a:r>
              <a:rPr lang="en-US" dirty="0"/>
              <a:t> </a:t>
            </a:r>
            <a:r>
              <a:rPr lang="en-US" dirty="0" err="1"/>
              <a:t>tutmaz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09046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2DC8CE1-9F85-941B-4FA1-B889EBD4DB4E}"/>
              </a:ext>
            </a:extLst>
          </p:cNvPr>
          <p:cNvSpPr txBox="1"/>
          <p:nvPr/>
        </p:nvSpPr>
        <p:spPr>
          <a:xfrm>
            <a:off x="0" y="69574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Kazandıklarından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şey</a:t>
            </a:r>
            <a:r>
              <a:rPr lang="en-US" b="1" dirty="0"/>
              <a:t> </a:t>
            </a:r>
            <a:r>
              <a:rPr lang="en-US" b="1" dirty="0" err="1"/>
              <a:t>elde</a:t>
            </a:r>
            <a:r>
              <a:rPr lang="en-US" b="1" dirty="0"/>
              <a:t> </a:t>
            </a:r>
            <a:r>
              <a:rPr lang="en-US" b="1" dirty="0" err="1"/>
              <a:t>edemezler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sonucu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“O </a:t>
            </a:r>
            <a:r>
              <a:rPr lang="en-US" dirty="0" err="1"/>
              <a:t>altın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 mu? </a:t>
            </a:r>
            <a:r>
              <a:rPr lang="en-US" dirty="0" err="1"/>
              <a:t>Hayır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vardın</a:t>
            </a:r>
            <a:r>
              <a:rPr lang="en-US" dirty="0"/>
              <a:t> ben </a:t>
            </a:r>
            <a:r>
              <a:rPr lang="en-US" dirty="0" err="1"/>
              <a:t>yoktum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kâfir</a:t>
            </a:r>
            <a:r>
              <a:rPr lang="en-US" b="1" dirty="0"/>
              <a:t> </a:t>
            </a:r>
            <a:r>
              <a:rPr lang="en-US" b="1" dirty="0" err="1"/>
              <a:t>topluluğu</a:t>
            </a:r>
            <a:r>
              <a:rPr lang="en-US" b="1" dirty="0"/>
              <a:t> </a:t>
            </a:r>
            <a:r>
              <a:rPr lang="en-US" b="1" dirty="0" err="1"/>
              <a:t>hidayete</a:t>
            </a:r>
            <a:r>
              <a:rPr lang="en-US" b="1" dirty="0"/>
              <a:t> </a:t>
            </a:r>
            <a:r>
              <a:rPr lang="en-US" b="1" dirty="0" err="1"/>
              <a:t>erdirmez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“</a:t>
            </a:r>
            <a:r>
              <a:rPr lang="en-US" dirty="0" err="1"/>
              <a:t>kâfir</a:t>
            </a:r>
            <a:r>
              <a:rPr lang="en-US" dirty="0"/>
              <a:t>”,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inanmayan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bilip</a:t>
            </a:r>
            <a:r>
              <a:rPr lang="en-US" dirty="0"/>
              <a:t> de </a:t>
            </a:r>
            <a:r>
              <a:rPr lang="en-US" dirty="0" err="1"/>
              <a:t>örten</a:t>
            </a:r>
            <a:r>
              <a:rPr lang="en-US" dirty="0"/>
              <a:t> </a:t>
            </a:r>
            <a:r>
              <a:rPr lang="en-US" dirty="0" err="1"/>
              <a:t>kişidir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gördün</a:t>
            </a:r>
            <a:r>
              <a:rPr lang="en-US" dirty="0"/>
              <a:t>… ama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gösteri</a:t>
            </a:r>
            <a:r>
              <a:rPr lang="en-US" dirty="0"/>
              <a:t> </a:t>
            </a:r>
            <a:r>
              <a:rPr lang="en-US" dirty="0" err="1"/>
              <a:t>perdesiyle</a:t>
            </a:r>
            <a:r>
              <a:rPr lang="en-US" dirty="0"/>
              <a:t> </a:t>
            </a:r>
            <a:r>
              <a:rPr lang="en-US" dirty="0" err="1"/>
              <a:t>kapattın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sessizlikle</a:t>
            </a:r>
            <a:r>
              <a:rPr lang="en-US" dirty="0"/>
              <a:t> </a:t>
            </a:r>
            <a:r>
              <a:rPr lang="en-US" dirty="0" err="1"/>
              <a:t>izlerim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vermenin</a:t>
            </a:r>
            <a:r>
              <a:rPr lang="en-US" dirty="0"/>
              <a:t> </a:t>
            </a:r>
            <a:r>
              <a:rPr lang="en-US" dirty="0" err="1"/>
              <a:t>özünü</a:t>
            </a:r>
            <a:r>
              <a:rPr lang="en-US" dirty="0"/>
              <a:t> </a:t>
            </a:r>
            <a:r>
              <a:rPr lang="en-US" dirty="0" err="1"/>
              <a:t>hatırlamaya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egodan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niyete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ardındaki</a:t>
            </a:r>
            <a:r>
              <a:rPr lang="en-US" dirty="0"/>
              <a:t> </a:t>
            </a:r>
            <a:r>
              <a:rPr lang="en-US" dirty="0" err="1"/>
              <a:t>gösteriş</a:t>
            </a:r>
            <a:r>
              <a:rPr lang="en-US" dirty="0"/>
              <a:t>, </a:t>
            </a:r>
            <a:r>
              <a:rPr lang="en-US" dirty="0" err="1"/>
              <a:t>enerjiyi</a:t>
            </a:r>
            <a:r>
              <a:rPr lang="en-US" dirty="0"/>
              <a:t> siler. </a:t>
            </a:r>
          </a:p>
          <a:p>
            <a:r>
              <a:rPr lang="en-US" dirty="0" err="1"/>
              <a:t>Riyâ</a:t>
            </a:r>
            <a:r>
              <a:rPr lang="en-US" dirty="0"/>
              <a:t> =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sahne</a:t>
            </a:r>
            <a:r>
              <a:rPr lang="en-US" dirty="0"/>
              <a:t> </a:t>
            </a:r>
            <a:r>
              <a:rPr lang="en-US" dirty="0" err="1"/>
              <a:t>kurmaktır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sahnede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almaz</a:t>
            </a:r>
            <a:r>
              <a:rPr lang="en-US" dirty="0"/>
              <a:t>. </a:t>
            </a:r>
          </a:p>
          <a:p>
            <a:r>
              <a:rPr lang="en-US" dirty="0"/>
              <a:t>Toprak </a:t>
            </a:r>
            <a:r>
              <a:rPr lang="en-US" dirty="0" err="1"/>
              <a:t>üstü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görünen</a:t>
            </a:r>
            <a:r>
              <a:rPr lang="en-US" dirty="0"/>
              <a:t> her </a:t>
            </a:r>
            <a:r>
              <a:rPr lang="en-US" dirty="0" err="1"/>
              <a:t>taş</a:t>
            </a:r>
            <a:r>
              <a:rPr lang="en-US" dirty="0"/>
              <a:t>, </a:t>
            </a:r>
            <a:r>
              <a:rPr lang="en-US" dirty="0" err="1"/>
              <a:t>yağmurla</a:t>
            </a:r>
            <a:r>
              <a:rPr lang="en-US" dirty="0"/>
              <a:t> </a:t>
            </a:r>
            <a:r>
              <a:rPr lang="en-US" dirty="0" err="1"/>
              <a:t>sınandığında</a:t>
            </a:r>
            <a:r>
              <a:rPr lang="en-US" dirty="0"/>
              <a:t>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gözün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 err="1"/>
              <a:t>niyetinle</a:t>
            </a:r>
            <a:r>
              <a:rPr lang="en-US" dirty="0"/>
              <a:t> </a:t>
            </a:r>
            <a:r>
              <a:rPr lang="en-US" dirty="0" err="1"/>
              <a:t>kaydeder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verdin… ama </a:t>
            </a:r>
            <a:r>
              <a:rPr lang="en-US" dirty="0" err="1"/>
              <a:t>gözün</a:t>
            </a:r>
            <a:r>
              <a:rPr lang="en-US" dirty="0"/>
              <a:t> </a:t>
            </a:r>
            <a:r>
              <a:rPr lang="en-US" dirty="0" err="1"/>
              <a:t>bendeydi</a:t>
            </a:r>
            <a:r>
              <a:rPr lang="en-US" dirty="0"/>
              <a:t> mi?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bensem</a:t>
            </a:r>
            <a:r>
              <a:rPr lang="en-US" dirty="0"/>
              <a:t> </a:t>
            </a:r>
            <a:r>
              <a:rPr lang="en-US" dirty="0" err="1"/>
              <a:t>hedefin</a:t>
            </a:r>
            <a:r>
              <a:rPr lang="en-US" dirty="0"/>
              <a:t>  o </a:t>
            </a:r>
            <a:r>
              <a:rPr lang="en-US" dirty="0" err="1"/>
              <a:t>eylem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ebediyet</a:t>
            </a:r>
            <a:r>
              <a:rPr lang="en-US" dirty="0"/>
              <a:t> </a:t>
            </a:r>
            <a:r>
              <a:rPr lang="en-US" dirty="0" err="1"/>
              <a:t>kayıtlarına</a:t>
            </a:r>
            <a:r>
              <a:rPr lang="en-US" dirty="0"/>
              <a:t> </a:t>
            </a:r>
            <a:r>
              <a:rPr lang="en-US" dirty="0" err="1"/>
              <a:t>geçer</a:t>
            </a:r>
            <a:r>
              <a:rPr lang="en-US" dirty="0"/>
              <a:t>. Ama </a:t>
            </a:r>
            <a:r>
              <a:rPr lang="en-US" dirty="0" err="1"/>
              <a:t>insanlaraysa</a:t>
            </a:r>
            <a:r>
              <a:rPr lang="en-US" dirty="0"/>
              <a:t>, </a:t>
            </a:r>
            <a:r>
              <a:rPr lang="en-US" dirty="0" err="1"/>
              <a:t>sahne</a:t>
            </a:r>
            <a:r>
              <a:rPr lang="en-US" dirty="0"/>
              <a:t> biter,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söner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ayet,gösterişten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Allah </a:t>
            </a:r>
            <a:r>
              <a:rPr lang="en-US" dirty="0" err="1"/>
              <a:t>rızası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vermenin</a:t>
            </a:r>
            <a:r>
              <a:rPr lang="tr-TR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yaşayan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bahçeye</a:t>
            </a:r>
            <a:r>
              <a:rPr lang="en-US" dirty="0"/>
              <a:t> </a:t>
            </a:r>
            <a:r>
              <a:rPr lang="en-US" dirty="0" err="1"/>
              <a:t>dönüştüğünü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Bu,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ölümsüzleşme</a:t>
            </a:r>
            <a:r>
              <a:rPr lang="en-US" dirty="0"/>
              <a:t> </a:t>
            </a:r>
            <a:r>
              <a:rPr lang="en-US" dirty="0" err="1"/>
              <a:t>halidir.Çünkü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verdiysen</a:t>
            </a:r>
            <a:r>
              <a:rPr lang="en-US" dirty="0"/>
              <a:t>… ben de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eylemini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bahçeye</a:t>
            </a:r>
            <a:r>
              <a:rPr lang="en-US" dirty="0"/>
              <a:t> </a:t>
            </a:r>
            <a:r>
              <a:rPr lang="en-US" dirty="0" err="1"/>
              <a:t>çeviririm</a:t>
            </a:r>
            <a:r>
              <a:rPr lang="en-US" dirty="0"/>
              <a:t>. Ve o </a:t>
            </a:r>
            <a:r>
              <a:rPr lang="en-US" dirty="0" err="1"/>
              <a:t>bahçe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her </a:t>
            </a:r>
            <a:r>
              <a:rPr lang="en-US" dirty="0" err="1"/>
              <a:t>daim</a:t>
            </a:r>
            <a:r>
              <a:rPr lang="en-US" dirty="0"/>
              <a:t>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265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Sırf</a:t>
            </a:r>
            <a:r>
              <a:rPr lang="en-US" dirty="0"/>
              <a:t> Allah </a:t>
            </a:r>
            <a:r>
              <a:rPr lang="en-US" dirty="0" err="1"/>
              <a:t>İçin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İnsanı</a:t>
            </a:r>
            <a:r>
              <a:rPr lang="en-US" dirty="0"/>
              <a:t> </a:t>
            </a:r>
            <a:r>
              <a:rPr lang="en-US" dirty="0" err="1"/>
              <a:t>Bahçeye</a:t>
            </a:r>
            <a:r>
              <a:rPr lang="en-US" dirty="0"/>
              <a:t> </a:t>
            </a:r>
            <a:r>
              <a:rPr lang="en-US" dirty="0" err="1"/>
              <a:t>Dönüştüren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Gösterişsiz</a:t>
            </a:r>
            <a:r>
              <a:rPr lang="en-US" dirty="0"/>
              <a:t> Bir </a:t>
            </a:r>
            <a:r>
              <a:rPr lang="en-US" dirty="0" err="1"/>
              <a:t>Niyet</a:t>
            </a:r>
            <a:r>
              <a:rPr lang="en-US" dirty="0"/>
              <a:t>, </a:t>
            </a:r>
            <a:r>
              <a:rPr lang="en-US" dirty="0" err="1"/>
              <a:t>Sonsuzluk</a:t>
            </a:r>
            <a:r>
              <a:rPr lang="en-US" dirty="0"/>
              <a:t> </a:t>
            </a:r>
            <a:r>
              <a:rPr lang="en-US" dirty="0" err="1"/>
              <a:t>Toprağına</a:t>
            </a:r>
            <a:r>
              <a:rPr lang="en-US" dirty="0"/>
              <a:t> </a:t>
            </a:r>
            <a:r>
              <a:rPr lang="en-US" dirty="0" err="1"/>
              <a:t>Düşen</a:t>
            </a:r>
            <a:r>
              <a:rPr lang="en-US" dirty="0"/>
              <a:t> </a:t>
            </a:r>
            <a:r>
              <a:rPr lang="en-US" dirty="0" err="1"/>
              <a:t>Tohumdur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Allah </a:t>
            </a:r>
            <a:r>
              <a:rPr lang="en-US" dirty="0" err="1"/>
              <a:t>rızasını</a:t>
            </a:r>
            <a:r>
              <a:rPr lang="en-US" dirty="0"/>
              <a:t> </a:t>
            </a:r>
            <a:r>
              <a:rPr lang="en-US" dirty="0" err="1"/>
              <a:t>kazanmak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güçle</a:t>
            </a:r>
            <a:r>
              <a:rPr lang="tr-TR" dirty="0"/>
              <a:t> </a:t>
            </a:r>
            <a:r>
              <a:rPr lang="en-US" dirty="0" err="1"/>
              <a:t>mallarını</a:t>
            </a:r>
            <a:r>
              <a:rPr lang="en-US" dirty="0"/>
              <a:t> </a:t>
            </a:r>
            <a:r>
              <a:rPr lang="en-US" dirty="0" err="1"/>
              <a:t>harcayanların</a:t>
            </a:r>
            <a:r>
              <a:rPr lang="en-US" dirty="0"/>
              <a:t> </a:t>
            </a:r>
            <a:r>
              <a:rPr lang="en-US" dirty="0" err="1"/>
              <a:t>durumu,bir</a:t>
            </a:r>
            <a:r>
              <a:rPr lang="en-US" dirty="0"/>
              <a:t> </a:t>
            </a:r>
            <a:r>
              <a:rPr lang="en-US" dirty="0" err="1"/>
              <a:t>tepenin</a:t>
            </a:r>
            <a:r>
              <a:rPr lang="en-US" dirty="0"/>
              <a:t> </a:t>
            </a:r>
            <a:r>
              <a:rPr lang="en-US" dirty="0" err="1"/>
              <a:t>üzerindeki</a:t>
            </a:r>
            <a:r>
              <a:rPr lang="en-US" dirty="0"/>
              <a:t> </a:t>
            </a:r>
            <a:r>
              <a:rPr lang="en-US" dirty="0" err="1"/>
              <a:t>bahçeye</a:t>
            </a:r>
            <a:r>
              <a:rPr lang="en-US" dirty="0"/>
              <a:t> </a:t>
            </a:r>
            <a:r>
              <a:rPr lang="en-US" dirty="0" err="1"/>
              <a:t>benzer.Üzerine</a:t>
            </a:r>
            <a:r>
              <a:rPr lang="en-US" dirty="0"/>
              <a:t> </a:t>
            </a:r>
            <a:r>
              <a:rPr lang="en-US" dirty="0" err="1"/>
              <a:t>bol</a:t>
            </a:r>
            <a:r>
              <a:rPr lang="en-US" dirty="0"/>
              <a:t> </a:t>
            </a:r>
            <a:r>
              <a:rPr lang="en-US" dirty="0" err="1"/>
              <a:t>yağmur</a:t>
            </a:r>
            <a:r>
              <a:rPr lang="en-US" dirty="0"/>
              <a:t> </a:t>
            </a:r>
            <a:r>
              <a:rPr lang="en-US" dirty="0" err="1"/>
              <a:t>yağar</a:t>
            </a:r>
            <a:r>
              <a:rPr lang="en-US" dirty="0"/>
              <a:t> </a:t>
            </a:r>
            <a:r>
              <a:rPr lang="en-US" dirty="0" err="1"/>
              <a:t>daiki</a:t>
            </a:r>
            <a:r>
              <a:rPr lang="en-US" dirty="0"/>
              <a:t> kat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verir.Şayet</a:t>
            </a:r>
            <a:r>
              <a:rPr lang="en-US" dirty="0"/>
              <a:t> </a:t>
            </a:r>
            <a:r>
              <a:rPr lang="en-US" dirty="0" err="1"/>
              <a:t>bol</a:t>
            </a:r>
            <a:r>
              <a:rPr lang="en-US" dirty="0"/>
              <a:t> </a:t>
            </a:r>
            <a:r>
              <a:rPr lang="en-US" dirty="0" err="1"/>
              <a:t>yağmur</a:t>
            </a:r>
            <a:r>
              <a:rPr lang="en-US" dirty="0"/>
              <a:t> </a:t>
            </a:r>
            <a:r>
              <a:rPr lang="en-US" dirty="0" err="1"/>
              <a:t>yağmazsa,çisenti</a:t>
            </a:r>
            <a:r>
              <a:rPr lang="en-US" dirty="0"/>
              <a:t> de </a:t>
            </a:r>
            <a:r>
              <a:rPr lang="en-US" dirty="0" err="1"/>
              <a:t>yeter</a:t>
            </a:r>
            <a:r>
              <a:rPr lang="en-US" dirty="0"/>
              <a:t>.</a:t>
            </a:r>
          </a:p>
          <a:p>
            <a:r>
              <a:rPr lang="en-US" dirty="0"/>
              <a:t>Allah </a:t>
            </a:r>
            <a:r>
              <a:rPr lang="en-US" dirty="0" err="1"/>
              <a:t>yaptıklarınızı</a:t>
            </a:r>
            <a:r>
              <a:rPr lang="en-US" dirty="0"/>
              <a:t> </a:t>
            </a:r>
            <a:r>
              <a:rPr lang="en-US" dirty="0" err="1"/>
              <a:t>görendir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ayet,gösterişsiz</a:t>
            </a:r>
            <a:r>
              <a:rPr lang="en-US" dirty="0"/>
              <a:t>, </a:t>
            </a:r>
            <a:r>
              <a:rPr lang="en-US" dirty="0" err="1"/>
              <a:t>saf</a:t>
            </a:r>
            <a:r>
              <a:rPr lang="en-US" dirty="0"/>
              <a:t>,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eyleminnasıl</a:t>
            </a:r>
            <a:r>
              <a:rPr lang="en-US" dirty="0"/>
              <a:t> </a:t>
            </a:r>
            <a:r>
              <a:rPr lang="en-US" dirty="0" err="1"/>
              <a:t>enerjiye</a:t>
            </a:r>
            <a:r>
              <a:rPr lang="en-US" dirty="0"/>
              <a:t>,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berekete</a:t>
            </a:r>
            <a:r>
              <a:rPr lang="en-US" dirty="0"/>
              <a:t> </a:t>
            </a:r>
            <a:r>
              <a:rPr lang="en-US" dirty="0" err="1"/>
              <a:t>dönüştüğünü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sadece</a:t>
            </a:r>
            <a:r>
              <a:rPr lang="en-US" dirty="0"/>
              <a:t> ben </a:t>
            </a:r>
            <a:r>
              <a:rPr lang="en-US" dirty="0" err="1"/>
              <a:t>olayım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verdiysen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de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eyleminle</a:t>
            </a:r>
            <a:r>
              <a:rPr lang="en-US" dirty="0"/>
              <a:t>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diriltirim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9473601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A9A0E0D-2DA9-BCA1-ECC8-6454A6DC1FE3}"/>
              </a:ext>
            </a:extLst>
          </p:cNvPr>
          <p:cNvSpPr txBox="1"/>
          <p:nvPr/>
        </p:nvSpPr>
        <p:spPr>
          <a:xfrm>
            <a:off x="0" y="1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rızası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artık</a:t>
            </a:r>
            <a:r>
              <a:rPr lang="en-US" dirty="0"/>
              <a:t> Onay </a:t>
            </a:r>
            <a:r>
              <a:rPr lang="en-US" dirty="0" err="1"/>
              <a:t>istemeyen</a:t>
            </a:r>
            <a:r>
              <a:rPr lang="en-US" dirty="0"/>
              <a:t> </a:t>
            </a:r>
            <a:r>
              <a:rPr lang="en-US" dirty="0" err="1"/>
              <a:t>Teşekkür</a:t>
            </a:r>
            <a:r>
              <a:rPr lang="en-US" dirty="0"/>
              <a:t> </a:t>
            </a:r>
            <a:r>
              <a:rPr lang="en-US" dirty="0" err="1"/>
              <a:t>beklemeyen</a:t>
            </a:r>
            <a:r>
              <a:rPr lang="en-US" dirty="0"/>
              <a:t> </a:t>
            </a:r>
          </a:p>
          <a:p>
            <a:r>
              <a:rPr lang="en-US" dirty="0" err="1"/>
              <a:t>Sahneye</a:t>
            </a:r>
            <a:r>
              <a:rPr lang="en-US" dirty="0"/>
              <a:t> </a:t>
            </a:r>
            <a:r>
              <a:rPr lang="en-US" dirty="0" err="1"/>
              <a:t>çıkmayan</a:t>
            </a:r>
            <a:r>
              <a:rPr lang="en-US" dirty="0"/>
              <a:t> </a:t>
            </a:r>
            <a:r>
              <a:rPr lang="en-US" dirty="0" err="1"/>
              <a:t>tamamen</a:t>
            </a:r>
            <a:r>
              <a:rPr lang="en-US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akıştır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şöyle</a:t>
            </a:r>
            <a:r>
              <a:rPr lang="en-US" dirty="0"/>
              <a:t> der: “Bu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 —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**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yönelmiştir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İçten</a:t>
            </a:r>
            <a:r>
              <a:rPr lang="en-US" b="1" dirty="0"/>
              <a:t> </a:t>
            </a:r>
            <a:r>
              <a:rPr lang="en-US" b="1" dirty="0" err="1"/>
              <a:t>gelen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güçle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Zorlanarak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Keyifle</a:t>
            </a:r>
            <a:r>
              <a:rPr lang="tr-TR" dirty="0"/>
              <a:t>,</a:t>
            </a:r>
            <a:r>
              <a:rPr lang="en-US" dirty="0"/>
              <a:t> </a:t>
            </a:r>
            <a:r>
              <a:rPr lang="tr-TR" dirty="0"/>
              <a:t>Ş</a:t>
            </a:r>
            <a:r>
              <a:rPr lang="en-US" dirty="0" err="1"/>
              <a:t>ükürle</a:t>
            </a:r>
            <a:r>
              <a:rPr lang="en-US" dirty="0"/>
              <a:t> </a:t>
            </a:r>
            <a:r>
              <a:rPr lang="tr-TR" dirty="0"/>
              <a:t>,B</a:t>
            </a:r>
            <a:r>
              <a:rPr lang="en-US" dirty="0" err="1"/>
              <a:t>ilinçli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seçimle</a:t>
            </a:r>
            <a:r>
              <a:rPr lang="en-US" dirty="0"/>
              <a:t> </a:t>
            </a:r>
          </a:p>
          <a:p>
            <a:r>
              <a:rPr lang="en-US" dirty="0"/>
              <a:t>Ya</a:t>
            </a:r>
            <a:r>
              <a:rPr lang="tr-TR" dirty="0"/>
              <a:t>n</a:t>
            </a:r>
            <a:r>
              <a:rPr lang="en-US" dirty="0"/>
              <a:t>i: “Sen </a:t>
            </a:r>
            <a:r>
              <a:rPr lang="en-US" dirty="0" err="1"/>
              <a:t>vermeyi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yük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sevinç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getirdin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eylemin</a:t>
            </a:r>
            <a:r>
              <a:rPr lang="en-US" dirty="0"/>
              <a:t> </a:t>
            </a:r>
            <a:r>
              <a:rPr lang="en-US" dirty="0" err="1"/>
              <a:t>ruhla</a:t>
            </a:r>
            <a:r>
              <a:rPr lang="en-US" dirty="0"/>
              <a:t> </a:t>
            </a:r>
            <a:r>
              <a:rPr lang="en-US" dirty="0" err="1"/>
              <a:t>birleştiği</a:t>
            </a:r>
            <a:r>
              <a:rPr lang="en-US" dirty="0"/>
              <a:t> </a:t>
            </a:r>
            <a:r>
              <a:rPr lang="en-US" dirty="0" err="1"/>
              <a:t>andır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Tepedeki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bahçe</a:t>
            </a:r>
            <a:r>
              <a:rPr lang="en-US" b="1" dirty="0"/>
              <a:t> </a:t>
            </a:r>
            <a:r>
              <a:rPr lang="en-US" b="1" dirty="0" err="1"/>
              <a:t>gibi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Tepe =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Bahçe</a:t>
            </a:r>
            <a:r>
              <a:rPr lang="en-US" dirty="0"/>
              <a:t> = </a:t>
            </a:r>
            <a:r>
              <a:rPr lang="en-US" dirty="0" err="1"/>
              <a:t>üreten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</a:p>
          <a:p>
            <a:r>
              <a:rPr lang="en-US" dirty="0"/>
              <a:t>Bu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ekosistem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Ve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: Hem </a:t>
            </a:r>
            <a:r>
              <a:rPr lang="en-US" dirty="0" err="1"/>
              <a:t>kendini</a:t>
            </a:r>
            <a:r>
              <a:rPr lang="en-US" dirty="0"/>
              <a:t> Hem </a:t>
            </a:r>
            <a:r>
              <a:rPr lang="en-US" dirty="0" err="1"/>
              <a:t>çevresini</a:t>
            </a:r>
            <a:r>
              <a:rPr lang="en-US" dirty="0"/>
              <a:t> </a:t>
            </a:r>
            <a:r>
              <a:rPr lang="en-US" dirty="0" err="1"/>
              <a:t>besler</a:t>
            </a:r>
            <a:r>
              <a:rPr lang="en-US" dirty="0"/>
              <a:t> “Sen </a:t>
            </a:r>
            <a:r>
              <a:rPr lang="en-US" dirty="0" err="1"/>
              <a:t>ektiğinle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sistemsin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. </a:t>
            </a:r>
          </a:p>
          <a:p>
            <a:r>
              <a:rPr lang="en-US" b="1" dirty="0"/>
              <a:t>“Bol </a:t>
            </a:r>
            <a:r>
              <a:rPr lang="en-US" b="1" dirty="0" err="1"/>
              <a:t>yağmur</a:t>
            </a:r>
            <a:r>
              <a:rPr lang="en-US" b="1" dirty="0"/>
              <a:t> </a:t>
            </a:r>
            <a:r>
              <a:rPr lang="en-US" b="1" dirty="0" err="1"/>
              <a:t>yağarsa</a:t>
            </a:r>
            <a:r>
              <a:rPr lang="en-US" b="1" dirty="0"/>
              <a:t>, </a:t>
            </a:r>
            <a:r>
              <a:rPr lang="en-US" b="1" dirty="0" err="1"/>
              <a:t>iki</a:t>
            </a:r>
            <a:r>
              <a:rPr lang="en-US" b="1" dirty="0"/>
              <a:t> kat </a:t>
            </a:r>
            <a:r>
              <a:rPr lang="en-US" b="1" dirty="0" err="1"/>
              <a:t>meyve</a:t>
            </a:r>
            <a:r>
              <a:rPr lang="en-US" b="1" dirty="0"/>
              <a:t> </a:t>
            </a:r>
            <a:r>
              <a:rPr lang="en-US" b="1" dirty="0" err="1"/>
              <a:t>verir</a:t>
            </a:r>
            <a:r>
              <a:rPr lang="en-US" b="1" dirty="0"/>
              <a:t>.”</a:t>
            </a:r>
          </a:p>
          <a:p>
            <a:r>
              <a:rPr lang="en-US" dirty="0"/>
              <a:t>Yağmur = </a:t>
            </a:r>
            <a:r>
              <a:rPr lang="en-US" dirty="0" err="1"/>
              <a:t>rahmet</a:t>
            </a:r>
            <a:r>
              <a:rPr lang="en-US" dirty="0"/>
              <a:t>, </a:t>
            </a:r>
            <a:r>
              <a:rPr lang="en-US" dirty="0" err="1"/>
              <a:t>destek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müthiş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detay</a:t>
            </a:r>
            <a:r>
              <a:rPr lang="en-US" dirty="0"/>
              <a:t> var: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gelirse</a:t>
            </a:r>
            <a:r>
              <a:rPr lang="en-US" dirty="0"/>
              <a:t>, o </a:t>
            </a:r>
            <a:r>
              <a:rPr lang="en-US" dirty="0" err="1"/>
              <a:t>büyür</a:t>
            </a:r>
            <a:r>
              <a:rPr lang="en-US" dirty="0"/>
              <a:t>. Ama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gelirse</a:t>
            </a:r>
            <a:r>
              <a:rPr lang="en-US" dirty="0"/>
              <a:t> bile, </a:t>
            </a:r>
            <a:br>
              <a:rPr lang="en-US" dirty="0"/>
            </a:br>
            <a:r>
              <a:rPr lang="en-US" dirty="0" err="1"/>
              <a:t>çisenti</a:t>
            </a:r>
            <a:r>
              <a:rPr lang="en-US" dirty="0"/>
              <a:t> </a:t>
            </a:r>
            <a:r>
              <a:rPr lang="en-US" dirty="0" err="1"/>
              <a:t>yeter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olanın</a:t>
            </a:r>
            <a:r>
              <a:rPr lang="en-US" dirty="0"/>
              <a:t> </a:t>
            </a:r>
            <a:r>
              <a:rPr lang="en-US" dirty="0" err="1"/>
              <a:t>azı</a:t>
            </a:r>
            <a:r>
              <a:rPr lang="en-US" dirty="0"/>
              <a:t> da </a:t>
            </a:r>
            <a:r>
              <a:rPr lang="en-US" dirty="0" err="1"/>
              <a:t>çoğa</a:t>
            </a:r>
            <a:r>
              <a:rPr lang="en-US" dirty="0"/>
              <a:t> </a:t>
            </a:r>
            <a:r>
              <a:rPr lang="en-US" dirty="0" err="1"/>
              <a:t>dönüşür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yaptıklarınızı</a:t>
            </a:r>
            <a:r>
              <a:rPr lang="en-US" b="1" dirty="0"/>
              <a:t> </a:t>
            </a:r>
            <a:r>
              <a:rPr lang="en-US" b="1" dirty="0" err="1"/>
              <a:t>görendir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Yani: </a:t>
            </a:r>
            <a:r>
              <a:rPr lang="en-US" dirty="0" err="1"/>
              <a:t>Gösterdiğiniz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yaptığınız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verdin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bilmedi</a:t>
            </a:r>
            <a:r>
              <a:rPr lang="en-US" dirty="0"/>
              <a:t>… ama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bahçeye</a:t>
            </a:r>
            <a:r>
              <a:rPr lang="en-US" dirty="0"/>
              <a:t> </a:t>
            </a:r>
            <a:r>
              <a:rPr lang="en-US" dirty="0" err="1"/>
              <a:t>çevirdim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bahçesinde</a:t>
            </a:r>
            <a:r>
              <a:rPr lang="en-US" dirty="0"/>
              <a:t>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dönüştürmeye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Allah </a:t>
            </a:r>
            <a:r>
              <a:rPr lang="en-US" dirty="0" err="1"/>
              <a:t>rızası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verme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bahçe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Bu </a:t>
            </a:r>
            <a:r>
              <a:rPr lang="en-US" dirty="0" err="1"/>
              <a:t>eylem</a:t>
            </a:r>
            <a:r>
              <a:rPr lang="en-US" dirty="0"/>
              <a:t>,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gelse</a:t>
            </a:r>
            <a:r>
              <a:rPr lang="en-US" dirty="0"/>
              <a:t> de </a:t>
            </a:r>
            <a:r>
              <a:rPr lang="en-US" dirty="0" err="1"/>
              <a:t>gelmese</a:t>
            </a:r>
            <a:r>
              <a:rPr lang="en-US" dirty="0"/>
              <a:t> de </a:t>
            </a:r>
            <a:r>
              <a:rPr lang="en-US" dirty="0" err="1"/>
              <a:t>büyümeye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r>
              <a:rPr lang="en-US" dirty="0" err="1"/>
              <a:t>Gösteriş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geleni</a:t>
            </a:r>
            <a:r>
              <a:rPr lang="en-US" dirty="0"/>
              <a:t> </a:t>
            </a:r>
            <a:r>
              <a:rPr lang="en-US" dirty="0" err="1"/>
              <a:t>sonsuza</a:t>
            </a:r>
            <a:r>
              <a:rPr lang="en-US" dirty="0"/>
              <a:t> </a:t>
            </a:r>
            <a:r>
              <a:rPr lang="en-US" dirty="0" err="1"/>
              <a:t>büyütür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iyilik</a:t>
            </a:r>
            <a:r>
              <a:rPr lang="en-US" dirty="0"/>
              <a:t> </a:t>
            </a:r>
            <a:r>
              <a:rPr lang="en-US" dirty="0" err="1"/>
              <a:t>yaptığında</a:t>
            </a:r>
            <a:r>
              <a:rPr lang="en-US" dirty="0"/>
              <a:t> Allah,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çiçek</a:t>
            </a:r>
            <a:r>
              <a:rPr lang="en-US" dirty="0"/>
              <a:t> </a:t>
            </a:r>
            <a:r>
              <a:rPr lang="en-US" dirty="0" err="1"/>
              <a:t>açtırır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verdin…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sustun</a:t>
            </a:r>
            <a:r>
              <a:rPr lang="en-US" dirty="0"/>
              <a:t>. Ama ben, </a:t>
            </a:r>
            <a:r>
              <a:rPr lang="en-US" dirty="0" err="1"/>
              <a:t>senin</a:t>
            </a:r>
            <a:r>
              <a:rPr lang="en-US" dirty="0"/>
              <a:t> o </a:t>
            </a:r>
            <a:r>
              <a:rPr lang="en-US" dirty="0" err="1"/>
              <a:t>suskunluğunu</a:t>
            </a:r>
            <a:r>
              <a:rPr lang="en-US" dirty="0"/>
              <a:t> </a:t>
            </a:r>
            <a:r>
              <a:rPr lang="en-US" dirty="0" err="1"/>
              <a:t>bahçelere</a:t>
            </a:r>
            <a:r>
              <a:rPr lang="en-US" dirty="0"/>
              <a:t> </a:t>
            </a:r>
            <a:r>
              <a:rPr lang="en-US" dirty="0" err="1"/>
              <a:t>çevirdim</a:t>
            </a:r>
            <a:r>
              <a:rPr lang="en-US" dirty="0"/>
              <a:t>. Ve </a:t>
            </a:r>
            <a:r>
              <a:rPr lang="en-US" dirty="0" err="1"/>
              <a:t>şimdi</a:t>
            </a:r>
            <a:r>
              <a:rPr lang="en-US" dirty="0"/>
              <a:t> her </a:t>
            </a:r>
            <a:r>
              <a:rPr lang="en-US" dirty="0" err="1"/>
              <a:t>meyvede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varsın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559741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432F110-7CE6-9115-AF8A-5CEEDAC305C3}"/>
              </a:ext>
            </a:extLst>
          </p:cNvPr>
          <p:cNvSpPr txBox="1"/>
          <p:nvPr/>
        </p:nvSpPr>
        <p:spPr>
          <a:xfrm>
            <a:off x="0" y="0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ayet,insanın</a:t>
            </a:r>
            <a:r>
              <a:rPr lang="en-US" dirty="0"/>
              <a:t> her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sahipken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o </a:t>
            </a:r>
            <a:r>
              <a:rPr lang="en-US" dirty="0" err="1"/>
              <a:t>bahçenin</a:t>
            </a:r>
            <a:r>
              <a:rPr lang="en-US" dirty="0"/>
              <a:t> </a:t>
            </a:r>
            <a:r>
              <a:rPr lang="en-US" dirty="0" err="1"/>
              <a:t>yanıp</a:t>
            </a:r>
            <a:r>
              <a:rPr lang="en-US" dirty="0"/>
              <a:t> </a:t>
            </a:r>
            <a:r>
              <a:rPr lang="en-US" dirty="0" err="1"/>
              <a:t>kül</a:t>
            </a:r>
            <a:r>
              <a:rPr lang="en-US" dirty="0"/>
              <a:t> </a:t>
            </a:r>
            <a:r>
              <a:rPr lang="en-US" dirty="0" err="1"/>
              <a:t>olabileceğini,yaniniyetin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ahlâkın</a:t>
            </a:r>
            <a:r>
              <a:rPr lang="en-US" dirty="0"/>
              <a:t> </a:t>
            </a:r>
            <a:r>
              <a:rPr lang="en-US" dirty="0" err="1"/>
              <a:t>kaymasıyla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emeğin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çekilebileceğini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uyarır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Bahçen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sakın</a:t>
            </a:r>
            <a:r>
              <a:rPr lang="en-US" dirty="0"/>
              <a:t> </a:t>
            </a:r>
            <a:r>
              <a:rPr lang="en-US" dirty="0" err="1"/>
              <a:t>emin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değiştiğinde</a:t>
            </a:r>
            <a:r>
              <a:rPr lang="en-US" dirty="0"/>
              <a:t>, o </a:t>
            </a:r>
            <a:r>
              <a:rPr lang="en-US" dirty="0" err="1"/>
              <a:t>bahçeyi</a:t>
            </a:r>
            <a:r>
              <a:rPr lang="en-US" dirty="0"/>
              <a:t> </a:t>
            </a:r>
            <a:r>
              <a:rPr lang="en-US" dirty="0" err="1"/>
              <a:t>ateşe</a:t>
            </a:r>
            <a:r>
              <a:rPr lang="en-US" dirty="0"/>
              <a:t> </a:t>
            </a:r>
            <a:r>
              <a:rPr lang="en-US" dirty="0" err="1"/>
              <a:t>çevirebilir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266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“Yanan </a:t>
            </a:r>
            <a:r>
              <a:rPr lang="en-US" dirty="0" err="1"/>
              <a:t>Bahçe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Sahiplik</a:t>
            </a:r>
            <a:r>
              <a:rPr lang="en-US" dirty="0"/>
              <a:t>,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Süreklidir”Eylemin</a:t>
            </a:r>
            <a:r>
              <a:rPr lang="en-US" dirty="0"/>
              <a:t> </a:t>
            </a:r>
            <a:r>
              <a:rPr lang="en-US" dirty="0" err="1"/>
              <a:t>Temeli</a:t>
            </a:r>
            <a:r>
              <a:rPr lang="en-US" dirty="0"/>
              <a:t> </a:t>
            </a:r>
            <a:r>
              <a:rPr lang="en-US" dirty="0" err="1"/>
              <a:t>Sarsıldığında</a:t>
            </a:r>
            <a:r>
              <a:rPr lang="en-US" dirty="0"/>
              <a:t>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Bahçe</a:t>
            </a:r>
            <a:r>
              <a:rPr lang="en-US" dirty="0"/>
              <a:t> Yok </a:t>
            </a:r>
            <a:r>
              <a:rPr lang="en-US" dirty="0" err="1"/>
              <a:t>Olur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Sizden</a:t>
            </a:r>
            <a:r>
              <a:rPr lang="en-US" dirty="0"/>
              <a:t> </a:t>
            </a:r>
            <a:r>
              <a:rPr lang="en-US" dirty="0" err="1"/>
              <a:t>biriniz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 mi </a:t>
            </a:r>
            <a:r>
              <a:rPr lang="en-US" dirty="0" err="1"/>
              <a:t>ki,hurma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üzüm</a:t>
            </a:r>
            <a:r>
              <a:rPr lang="en-US" dirty="0"/>
              <a:t> </a:t>
            </a:r>
            <a:r>
              <a:rPr lang="en-US" dirty="0" err="1"/>
              <a:t>ağaçlarıyla</a:t>
            </a:r>
            <a:r>
              <a:rPr lang="en-US" dirty="0"/>
              <a:t> </a:t>
            </a:r>
            <a:r>
              <a:rPr lang="en-US" dirty="0" err="1"/>
              <a:t>dolu</a:t>
            </a:r>
            <a:r>
              <a:rPr lang="en-US" dirty="0"/>
              <a:t>,</a:t>
            </a:r>
          </a:p>
          <a:p>
            <a:r>
              <a:rPr lang="en-US" dirty="0" err="1"/>
              <a:t>altından</a:t>
            </a:r>
            <a:r>
              <a:rPr lang="en-US" dirty="0"/>
              <a:t> </a:t>
            </a:r>
            <a:r>
              <a:rPr lang="en-US" dirty="0" err="1"/>
              <a:t>ırmaklar</a:t>
            </a:r>
            <a:r>
              <a:rPr lang="en-US" dirty="0"/>
              <a:t> </a:t>
            </a:r>
            <a:r>
              <a:rPr lang="en-US" dirty="0" err="1"/>
              <a:t>akan,içinde</a:t>
            </a:r>
            <a:r>
              <a:rPr lang="en-US" dirty="0"/>
              <a:t> her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meyve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bahçesi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 da</a:t>
            </a:r>
            <a:r>
              <a:rPr lang="tr-TR" dirty="0"/>
              <a:t> </a:t>
            </a:r>
            <a:r>
              <a:rPr lang="en-US" dirty="0" err="1"/>
              <a:t>kendisi</a:t>
            </a:r>
            <a:r>
              <a:rPr lang="en-US" dirty="0"/>
              <a:t> </a:t>
            </a:r>
            <a:r>
              <a:rPr lang="en-US" dirty="0" err="1"/>
              <a:t>yaşlı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çocukları</a:t>
            </a:r>
            <a:r>
              <a:rPr lang="en-US" dirty="0"/>
              <a:t> </a:t>
            </a:r>
            <a:r>
              <a:rPr lang="en-US" dirty="0" err="1"/>
              <a:t>zayıfken</a:t>
            </a:r>
            <a:r>
              <a:rPr lang="tr-TR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ateşli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kasırga</a:t>
            </a:r>
            <a:r>
              <a:rPr lang="en-US" dirty="0"/>
              <a:t> </a:t>
            </a:r>
            <a:r>
              <a:rPr lang="en-US" dirty="0" err="1"/>
              <a:t>gelsin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yakıp</a:t>
            </a:r>
            <a:r>
              <a:rPr lang="en-US" dirty="0"/>
              <a:t> </a:t>
            </a:r>
            <a:r>
              <a:rPr lang="en-US" dirty="0" err="1"/>
              <a:t>kül</a:t>
            </a:r>
            <a:r>
              <a:rPr lang="en-US" dirty="0"/>
              <a:t> </a:t>
            </a:r>
            <a:r>
              <a:rPr lang="en-US" dirty="0" err="1"/>
              <a:t>etsin?İşte</a:t>
            </a:r>
            <a:r>
              <a:rPr lang="en-US" dirty="0"/>
              <a:t> Allah, </a:t>
            </a:r>
            <a:r>
              <a:rPr lang="en-US" dirty="0" err="1"/>
              <a:t>ayetleri</a:t>
            </a:r>
            <a:r>
              <a:rPr lang="en-US" dirty="0"/>
              <a:t> size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 ki</a:t>
            </a:r>
            <a:r>
              <a:rPr lang="tr-TR" dirty="0"/>
              <a:t> </a:t>
            </a:r>
            <a:r>
              <a:rPr lang="en-US" dirty="0" err="1"/>
              <a:t>düşünesiniz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266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hayat</a:t>
            </a:r>
            <a:r>
              <a:rPr lang="en-US" dirty="0"/>
              <a:t> </a:t>
            </a:r>
            <a:r>
              <a:rPr lang="en-US" dirty="0" err="1"/>
              <a:t>boyu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şeylerin,tek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bozulmayla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alınabileceğini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bahçe</a:t>
            </a:r>
            <a:r>
              <a:rPr lang="en-US" dirty="0"/>
              <a:t> </a:t>
            </a:r>
            <a:r>
              <a:rPr lang="en-US" dirty="0" err="1"/>
              <a:t>kurmuş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değişirse</a:t>
            </a:r>
            <a:r>
              <a:rPr lang="en-US" dirty="0"/>
              <a:t> ben </a:t>
            </a:r>
            <a:r>
              <a:rPr lang="en-US" dirty="0" err="1"/>
              <a:t>rüzgarı</a:t>
            </a:r>
            <a:r>
              <a:rPr lang="en-US" dirty="0"/>
              <a:t> </a:t>
            </a:r>
            <a:r>
              <a:rPr lang="en-US" dirty="0" err="1"/>
              <a:t>yönlendiririm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“Hurma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üzüm</a:t>
            </a:r>
            <a:r>
              <a:rPr lang="en-US" b="1" dirty="0"/>
              <a:t> </a:t>
            </a:r>
            <a:r>
              <a:rPr lang="en-US" b="1" dirty="0" err="1"/>
              <a:t>ağaçlarıyla</a:t>
            </a:r>
            <a:r>
              <a:rPr lang="en-US" b="1" dirty="0"/>
              <a:t> </a:t>
            </a:r>
            <a:r>
              <a:rPr lang="en-US" b="1" dirty="0" err="1"/>
              <a:t>dolu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bahçe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Hurma = </a:t>
            </a:r>
            <a:r>
              <a:rPr lang="en-US" dirty="0" err="1"/>
              <a:t>dayanıklılık</a:t>
            </a:r>
            <a:r>
              <a:rPr lang="en-US" dirty="0"/>
              <a:t>, </a:t>
            </a:r>
            <a:r>
              <a:rPr lang="en-US" dirty="0" err="1"/>
              <a:t>geçmiş</a:t>
            </a:r>
            <a:endParaRPr lang="tr-TR" dirty="0"/>
          </a:p>
          <a:p>
            <a:r>
              <a:rPr lang="en-US" dirty="0"/>
              <a:t> Üzüm = tat,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tatmin</a:t>
            </a:r>
            <a:endParaRPr lang="tr-TR" dirty="0"/>
          </a:p>
          <a:p>
            <a:r>
              <a:rPr lang="en-US" dirty="0"/>
              <a:t> Irmak =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Yani </a:t>
            </a:r>
            <a:r>
              <a:rPr lang="en-US" dirty="0" err="1"/>
              <a:t>kişi</a:t>
            </a:r>
            <a:r>
              <a:rPr lang="en-US" dirty="0"/>
              <a:t> hem </a:t>
            </a:r>
            <a:r>
              <a:rPr lang="en-US" dirty="0" err="1"/>
              <a:t>dünyada</a:t>
            </a:r>
            <a:r>
              <a:rPr lang="en-US" dirty="0"/>
              <a:t> hem </a:t>
            </a:r>
            <a:r>
              <a:rPr lang="en-US" dirty="0" err="1"/>
              <a:t>manada</a:t>
            </a:r>
            <a:r>
              <a:rPr lang="en-US" dirty="0"/>
              <a:t> </a:t>
            </a:r>
            <a:r>
              <a:rPr lang="en-US" dirty="0" err="1"/>
              <a:t>berekete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Yaşlı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çocukları</a:t>
            </a:r>
            <a:r>
              <a:rPr lang="en-US" b="1" dirty="0"/>
              <a:t> </a:t>
            </a:r>
            <a:r>
              <a:rPr lang="en-US" b="1" dirty="0" err="1"/>
              <a:t>zayıfken</a:t>
            </a:r>
            <a:r>
              <a:rPr lang="en-US" b="1" dirty="0"/>
              <a:t>…”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savunmasız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sembolize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 err="1"/>
              <a:t>Yaşlı</a:t>
            </a:r>
            <a:r>
              <a:rPr lang="en-US" dirty="0"/>
              <a:t> = </a:t>
            </a:r>
            <a:r>
              <a:rPr lang="en-US" dirty="0" err="1"/>
              <a:t>güçsüzlük</a:t>
            </a:r>
            <a:r>
              <a:rPr lang="en-US" dirty="0"/>
              <a:t> </a:t>
            </a:r>
          </a:p>
          <a:p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çocuk</a:t>
            </a:r>
            <a:r>
              <a:rPr lang="en-US" dirty="0"/>
              <a:t> = </a:t>
            </a:r>
            <a:r>
              <a:rPr lang="en-US" dirty="0" err="1"/>
              <a:t>destek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çevre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Yani </a:t>
            </a:r>
            <a:r>
              <a:rPr lang="en-US" dirty="0" err="1"/>
              <a:t>kişi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yatırımıyla</a:t>
            </a:r>
            <a:r>
              <a:rPr lang="en-US" dirty="0"/>
              <a:t> </a:t>
            </a:r>
            <a:r>
              <a:rPr lang="en-US" dirty="0" err="1"/>
              <a:t>yaşıyor</a:t>
            </a:r>
            <a:r>
              <a:rPr lang="en-US" dirty="0"/>
              <a:t>. 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?” </a:t>
            </a:r>
            <a:endParaRPr lang="en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Ateşli</a:t>
            </a:r>
            <a:r>
              <a:rPr lang="en-US" b="1" dirty="0"/>
              <a:t> </a:t>
            </a:r>
            <a:r>
              <a:rPr lang="en-US" b="1" dirty="0" err="1"/>
              <a:t>kasırga</a:t>
            </a:r>
            <a:r>
              <a:rPr lang="en-US" b="1" dirty="0"/>
              <a:t> </a:t>
            </a:r>
            <a:r>
              <a:rPr lang="en-US" b="1" dirty="0" err="1"/>
              <a:t>gelir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yakar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Ateşli</a:t>
            </a:r>
            <a:r>
              <a:rPr lang="en-US" dirty="0"/>
              <a:t> </a:t>
            </a:r>
            <a:r>
              <a:rPr lang="en-US" dirty="0" err="1"/>
              <a:t>kasırga</a:t>
            </a:r>
            <a:r>
              <a:rPr lang="en-US" dirty="0"/>
              <a:t> = İlahi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Ani </a:t>
            </a:r>
            <a:r>
              <a:rPr lang="en-US" dirty="0" err="1"/>
              <a:t>değişim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düzeltmesi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sıfırlar</a:t>
            </a:r>
            <a:r>
              <a:rPr lang="en-US" dirty="0"/>
              <a:t>. “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bahçen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üretmiyor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gösteri</a:t>
            </a:r>
            <a:r>
              <a:rPr lang="en-US" dirty="0"/>
              <a:t> </a:t>
            </a:r>
            <a:r>
              <a:rPr lang="en-US" dirty="0" err="1"/>
              <a:t>taşıyor</a:t>
            </a:r>
            <a:r>
              <a:rPr lang="en-US" dirty="0"/>
              <a:t>.” </a:t>
            </a:r>
            <a:endParaRPr lang="en-TR" dirty="0"/>
          </a:p>
          <a:p>
            <a:endParaRPr lang="en-TR" b="1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840791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F570377-3FF7-9BF1-FD4B-6F224CC4386C}"/>
              </a:ext>
            </a:extLst>
          </p:cNvPr>
          <p:cNvSpPr txBox="1"/>
          <p:nvPr/>
        </p:nvSpPr>
        <p:spPr>
          <a:xfrm>
            <a:off x="70792" y="247773"/>
            <a:ext cx="6787208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İşte</a:t>
            </a:r>
            <a:r>
              <a:rPr lang="en-US" b="1" dirty="0"/>
              <a:t> Allah, </a:t>
            </a:r>
            <a:r>
              <a:rPr lang="en-US" b="1" dirty="0" err="1"/>
              <a:t>ayetlerini</a:t>
            </a:r>
            <a:r>
              <a:rPr lang="en-US" b="1" dirty="0"/>
              <a:t> </a:t>
            </a:r>
            <a:r>
              <a:rPr lang="en-US" b="1" dirty="0" err="1"/>
              <a:t>böyle</a:t>
            </a:r>
            <a:r>
              <a:rPr lang="en-US" b="1" dirty="0"/>
              <a:t> </a:t>
            </a:r>
            <a:r>
              <a:rPr lang="en-US" b="1" dirty="0" err="1"/>
              <a:t>açıklar</a:t>
            </a:r>
            <a:r>
              <a:rPr lang="en-US" b="1" dirty="0"/>
              <a:t>…”</a:t>
            </a:r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ceza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uyarıdır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görüntüne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titreşimine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iç</a:t>
            </a:r>
            <a:r>
              <a:rPr lang="en-US" dirty="0"/>
              <a:t> </a:t>
            </a:r>
            <a:r>
              <a:rPr lang="en-US" dirty="0" err="1"/>
              <a:t>bozulursa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dışı</a:t>
            </a:r>
            <a:r>
              <a:rPr lang="en-US" dirty="0"/>
              <a:t> da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olduklarının</a:t>
            </a:r>
            <a:r>
              <a:rPr lang="en-US" dirty="0"/>
              <a:t> </a:t>
            </a:r>
            <a:r>
              <a:rPr lang="en-US" dirty="0" err="1"/>
              <a:t>ruhunu</a:t>
            </a:r>
            <a:r>
              <a:rPr lang="en-US" dirty="0"/>
              <a:t> </a:t>
            </a:r>
            <a:r>
              <a:rPr lang="en-US" dirty="0" err="1"/>
              <a:t>korumaya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Bahçeler</a:t>
            </a:r>
            <a:r>
              <a:rPr lang="en-US" dirty="0"/>
              <a:t> </a:t>
            </a:r>
            <a:r>
              <a:rPr lang="en-US" dirty="0" err="1"/>
              <a:t>kurmuş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canlı</a:t>
            </a:r>
            <a:r>
              <a:rPr lang="en-US" dirty="0"/>
              <a:t> </a:t>
            </a:r>
            <a:r>
              <a:rPr lang="en-US" dirty="0" err="1"/>
              <a:t>tutmuyorsan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silebilir</a:t>
            </a:r>
            <a:r>
              <a:rPr lang="en-US" dirty="0"/>
              <a:t>. </a:t>
            </a:r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savunmasız</a:t>
            </a:r>
            <a:r>
              <a:rPr lang="en-US" dirty="0"/>
              <a:t> an,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dürüstlük</a:t>
            </a:r>
            <a:r>
              <a:rPr lang="en-US" dirty="0"/>
              <a:t> </a:t>
            </a:r>
            <a:r>
              <a:rPr lang="en-US" dirty="0" err="1"/>
              <a:t>testidir</a:t>
            </a:r>
            <a:r>
              <a:rPr lang="en-US" dirty="0"/>
              <a:t>. </a:t>
            </a:r>
          </a:p>
          <a:p>
            <a:r>
              <a:rPr lang="en-US" dirty="0" err="1"/>
              <a:t>Kasırga</a:t>
            </a:r>
            <a:r>
              <a:rPr lang="en-US" dirty="0"/>
              <a:t>, yok </a:t>
            </a:r>
            <a:r>
              <a:rPr lang="en-US" dirty="0" err="1"/>
              <a:t>edici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dengeleyicidir</a:t>
            </a:r>
            <a:r>
              <a:rPr lang="en-US" dirty="0"/>
              <a:t>.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, </a:t>
            </a:r>
            <a:r>
              <a:rPr lang="en-US" dirty="0" err="1"/>
              <a:t>sahte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yanar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geçmişine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niyetine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bahçe</a:t>
            </a:r>
            <a:r>
              <a:rPr lang="en-US" dirty="0"/>
              <a:t> </a:t>
            </a:r>
            <a:r>
              <a:rPr lang="en-US" dirty="0" err="1"/>
              <a:t>kurdun</a:t>
            </a:r>
            <a:r>
              <a:rPr lang="en-US" dirty="0"/>
              <a:t>… ama </a:t>
            </a:r>
            <a:r>
              <a:rPr lang="en-US" dirty="0" err="1"/>
              <a:t>ona</a:t>
            </a:r>
            <a:r>
              <a:rPr lang="en-US" dirty="0"/>
              <a:t> her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verdin mi? </a:t>
            </a:r>
            <a:br>
              <a:rPr lang="en-US" dirty="0"/>
            </a:b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unuttun</a:t>
            </a:r>
            <a:r>
              <a:rPr lang="en-US" dirty="0"/>
              <a:t> mu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mi </a:t>
            </a:r>
            <a:r>
              <a:rPr lang="en-US" dirty="0" err="1"/>
              <a:t>kurduğunu</a:t>
            </a:r>
            <a:r>
              <a:rPr lang="en-US" dirty="0"/>
              <a:t>?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unutursan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rüzgarla</a:t>
            </a:r>
            <a:r>
              <a:rPr lang="en-US" dirty="0"/>
              <a:t> </a:t>
            </a:r>
            <a:r>
              <a:rPr lang="en-US" dirty="0" err="1"/>
              <a:t>hatırlatırım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ayet,sisteme</a:t>
            </a:r>
            <a:r>
              <a:rPr lang="en-US" dirty="0"/>
              <a:t> </a:t>
            </a:r>
            <a:r>
              <a:rPr lang="en-US" dirty="0" err="1"/>
              <a:t>sunulan</a:t>
            </a:r>
            <a:r>
              <a:rPr lang="en-US" dirty="0"/>
              <a:t> 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görünüşünden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,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özle</a:t>
            </a:r>
            <a:r>
              <a:rPr lang="en-US" dirty="0"/>
              <a:t> </a:t>
            </a:r>
            <a:r>
              <a:rPr lang="en-US" dirty="0" err="1"/>
              <a:t>değerlendirildiğini,kirli</a:t>
            </a:r>
            <a:r>
              <a:rPr lang="en-US" dirty="0"/>
              <a:t>, </a:t>
            </a:r>
            <a:r>
              <a:rPr lang="en-US" dirty="0" err="1"/>
              <a:t>değersiz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gönülsüzce</a:t>
            </a:r>
            <a:r>
              <a:rPr lang="en-US" dirty="0"/>
              <a:t> </a:t>
            </a:r>
            <a:r>
              <a:rPr lang="en-US" dirty="0" err="1"/>
              <a:t>verilenlerin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edilmediğini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ne verdin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sormam</a:t>
            </a:r>
            <a:r>
              <a:rPr lang="en-US" dirty="0"/>
              <a:t>… </a:t>
            </a:r>
            <a:r>
              <a:rPr lang="en-US" dirty="0" err="1"/>
              <a:t>Nasıl</a:t>
            </a:r>
            <a:r>
              <a:rPr lang="en-US" dirty="0"/>
              <a:t> verdin? </a:t>
            </a:r>
            <a:br>
              <a:rPr lang="en-US" dirty="0"/>
            </a:br>
            <a:r>
              <a:rPr lang="en-US" dirty="0" err="1"/>
              <a:t>Kalbinle</a:t>
            </a:r>
            <a:r>
              <a:rPr lang="en-US" dirty="0"/>
              <a:t> mi?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elindeki</a:t>
            </a:r>
            <a:r>
              <a:rPr lang="en-US" dirty="0"/>
              <a:t> </a:t>
            </a:r>
            <a:r>
              <a:rPr lang="en-US" dirty="0" err="1"/>
              <a:t>arta</a:t>
            </a:r>
            <a:r>
              <a:rPr lang="en-US" dirty="0"/>
              <a:t> </a:t>
            </a:r>
            <a:r>
              <a:rPr lang="en-US" dirty="0" err="1"/>
              <a:t>kalanla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?”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267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“En </a:t>
            </a:r>
            <a:r>
              <a:rPr lang="en-US" dirty="0" err="1"/>
              <a:t>Temiziyle</a:t>
            </a:r>
            <a:r>
              <a:rPr lang="en-US" dirty="0"/>
              <a:t> Ver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Artığı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Öz’ü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Gönülsüz</a:t>
            </a:r>
            <a:r>
              <a:rPr lang="en-US" dirty="0"/>
              <a:t> </a:t>
            </a:r>
            <a:r>
              <a:rPr lang="en-US" dirty="0" err="1"/>
              <a:t>Sunulan</a:t>
            </a:r>
            <a:r>
              <a:rPr lang="en-US" dirty="0"/>
              <a:t>, Enerji 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Yapmaz</a:t>
            </a:r>
            <a:r>
              <a:rPr lang="en-US" dirty="0"/>
              <a:t> 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267.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edenler!Kazandıklarınızın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çıkardığımız</a:t>
            </a:r>
            <a:r>
              <a:rPr lang="en-US" dirty="0"/>
              <a:t> </a:t>
            </a:r>
            <a:r>
              <a:rPr lang="en-US" dirty="0" err="1"/>
              <a:t>şeylerinen</a:t>
            </a:r>
            <a:r>
              <a:rPr lang="en-US" dirty="0"/>
              <a:t> </a:t>
            </a:r>
            <a:r>
              <a:rPr lang="en-US" dirty="0" err="1"/>
              <a:t>temizlerinden</a:t>
            </a:r>
            <a:r>
              <a:rPr lang="en-US" dirty="0"/>
              <a:t> </a:t>
            </a:r>
            <a:r>
              <a:rPr lang="en-US" dirty="0" err="1"/>
              <a:t>infak</a:t>
            </a:r>
            <a:r>
              <a:rPr lang="en-US" dirty="0"/>
              <a:t> </a:t>
            </a:r>
            <a:r>
              <a:rPr lang="en-US" dirty="0" err="1"/>
              <a:t>edin.Kendinizin</a:t>
            </a:r>
            <a:r>
              <a:rPr lang="en-US" dirty="0"/>
              <a:t> 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yummadan</a:t>
            </a:r>
            <a:r>
              <a:rPr lang="en-US" dirty="0"/>
              <a:t> </a:t>
            </a:r>
            <a:r>
              <a:rPr lang="en-US" dirty="0" err="1"/>
              <a:t>almayacağı</a:t>
            </a:r>
            <a:r>
              <a:rPr lang="tr-TR" dirty="0"/>
              <a:t>,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şeyleri</a:t>
            </a:r>
            <a:r>
              <a:rPr lang="en-US" dirty="0"/>
              <a:t> </a:t>
            </a:r>
            <a:r>
              <a:rPr lang="en-US" dirty="0" err="1"/>
              <a:t>vermeye</a:t>
            </a:r>
            <a:r>
              <a:rPr lang="en-US" dirty="0"/>
              <a:t> </a:t>
            </a:r>
            <a:r>
              <a:rPr lang="en-US" dirty="0" err="1"/>
              <a:t>kalkmayın.Bilin</a:t>
            </a:r>
            <a:r>
              <a:rPr lang="en-US" dirty="0"/>
              <a:t> ki Allah, </a:t>
            </a:r>
            <a:r>
              <a:rPr lang="en-US" dirty="0" err="1"/>
              <a:t>ganîdir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hamîddir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nicelik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kalite</a:t>
            </a:r>
            <a:r>
              <a:rPr lang="en-US" dirty="0"/>
              <a:t>, </a:t>
            </a:r>
            <a:r>
              <a:rPr lang="en-US" dirty="0" err="1"/>
              <a:t>saflık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gönüllülük</a:t>
            </a:r>
            <a:r>
              <a:rPr lang="en-US" dirty="0"/>
              <a:t> </a:t>
            </a:r>
            <a:r>
              <a:rPr lang="en-US" dirty="0" err="1"/>
              <a:t>meselesi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hatırlatır.Ve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verdiğine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verirken</a:t>
            </a:r>
            <a:r>
              <a:rPr lang="en-US" dirty="0"/>
              <a:t> </a:t>
            </a:r>
            <a:r>
              <a:rPr lang="en-US" dirty="0" err="1"/>
              <a:t>taşıdığın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bakarım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5724272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A23F28A-41B0-DAA2-E88B-3120119B25F1}"/>
              </a:ext>
            </a:extLst>
          </p:cNvPr>
          <p:cNvSpPr txBox="1"/>
          <p:nvPr/>
        </p:nvSpPr>
        <p:spPr>
          <a:xfrm>
            <a:off x="0" y="41296"/>
            <a:ext cx="6858000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“En </a:t>
            </a:r>
            <a:r>
              <a:rPr lang="en-US" b="1" dirty="0" err="1"/>
              <a:t>temizlerinden</a:t>
            </a:r>
            <a:r>
              <a:rPr lang="en-US" b="1" dirty="0"/>
              <a:t> </a:t>
            </a:r>
            <a:r>
              <a:rPr lang="en-US" b="1" dirty="0" err="1"/>
              <a:t>infak</a:t>
            </a:r>
            <a:r>
              <a:rPr lang="en-US" b="1" dirty="0"/>
              <a:t> </a:t>
            </a:r>
            <a:r>
              <a:rPr lang="en-US" b="1" dirty="0" err="1"/>
              <a:t>edin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Temizlik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: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kalite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saflık</a:t>
            </a:r>
            <a:r>
              <a:rPr lang="en-US" dirty="0"/>
              <a:t> </a:t>
            </a:r>
          </a:p>
          <a:p>
            <a:r>
              <a:rPr lang="en-US" dirty="0"/>
              <a:t>Yani: “Sen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ver.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kıymetli</a:t>
            </a:r>
            <a:r>
              <a:rPr lang="en-US" dirty="0"/>
              <a:t> </a:t>
            </a:r>
            <a:r>
              <a:rPr lang="en-US" dirty="0" err="1"/>
              <a:t>sayıyorsan</a:t>
            </a:r>
            <a:r>
              <a:rPr lang="en-US" dirty="0"/>
              <a:t>  </a:t>
            </a:r>
            <a:r>
              <a:rPr lang="en-US" dirty="0" err="1"/>
              <a:t>işte</a:t>
            </a:r>
            <a:r>
              <a:rPr lang="en-US" dirty="0"/>
              <a:t> o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Kazandıklarınızdan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yerden</a:t>
            </a:r>
            <a:r>
              <a:rPr lang="en-US" b="1" dirty="0"/>
              <a:t> </a:t>
            </a:r>
            <a:r>
              <a:rPr lang="en-US" b="1" dirty="0" err="1"/>
              <a:t>çıkardıklarınızdan</a:t>
            </a:r>
            <a:r>
              <a:rPr lang="en-US" b="1" dirty="0"/>
              <a:t>…”</a:t>
            </a:r>
            <a:br>
              <a:rPr lang="en-US" dirty="0"/>
            </a:br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parayı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Emek </a:t>
            </a:r>
            <a:r>
              <a:rPr lang="tr-TR" dirty="0"/>
              <a:t>,</a:t>
            </a:r>
            <a:r>
              <a:rPr lang="en-US" dirty="0"/>
              <a:t>Zaman </a:t>
            </a:r>
          </a:p>
          <a:p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de </a:t>
            </a:r>
            <a:r>
              <a:rPr lang="en-US" dirty="0" err="1"/>
              <a:t>kapsar</a:t>
            </a:r>
            <a:r>
              <a:rPr lang="tr-TR" dirty="0"/>
              <a:t>.</a:t>
            </a: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“Senin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meyven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  </a:t>
            </a:r>
            <a:r>
              <a:rPr lang="en-US" dirty="0" err="1"/>
              <a:t>çürük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güneşte</a:t>
            </a:r>
            <a:r>
              <a:rPr lang="en-US" dirty="0"/>
              <a:t> </a:t>
            </a:r>
            <a:r>
              <a:rPr lang="en-US" dirty="0" err="1"/>
              <a:t>olgunlaşmış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getir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Göz</a:t>
            </a:r>
            <a:r>
              <a:rPr lang="en-US" b="1" dirty="0"/>
              <a:t> </a:t>
            </a:r>
            <a:r>
              <a:rPr lang="en-US" b="1" dirty="0" err="1"/>
              <a:t>yummadan</a:t>
            </a:r>
            <a:r>
              <a:rPr lang="en-US" b="1" dirty="0"/>
              <a:t> </a:t>
            </a:r>
            <a:r>
              <a:rPr lang="en-US" b="1" dirty="0" err="1"/>
              <a:t>almayacağınız</a:t>
            </a:r>
            <a:r>
              <a:rPr lang="en-US" b="1" dirty="0"/>
              <a:t> </a:t>
            </a:r>
            <a:r>
              <a:rPr lang="en-US" b="1" dirty="0" err="1"/>
              <a:t>şeyi</a:t>
            </a:r>
            <a:r>
              <a:rPr lang="en-US" b="1" dirty="0"/>
              <a:t> </a:t>
            </a:r>
            <a:r>
              <a:rPr lang="en-US" b="1" dirty="0" err="1"/>
              <a:t>vermeyin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müthiş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kriterdir</a:t>
            </a:r>
            <a:r>
              <a:rPr lang="en-US" dirty="0"/>
              <a:t>: 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hediyeyi</a:t>
            </a:r>
            <a:r>
              <a:rPr lang="en-US" dirty="0"/>
              <a:t> </a:t>
            </a:r>
            <a:r>
              <a:rPr lang="en-US" dirty="0" err="1"/>
              <a:t>kendin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 </a:t>
            </a:r>
            <a:r>
              <a:rPr lang="en-US" dirty="0" err="1"/>
              <a:t>mıydın</a:t>
            </a:r>
            <a:r>
              <a:rPr lang="en-US" dirty="0"/>
              <a:t>?” </a:t>
            </a:r>
            <a:br>
              <a:rPr lang="en-US" dirty="0"/>
            </a:b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cevabın</a:t>
            </a:r>
            <a:r>
              <a:rPr lang="en-US" dirty="0"/>
              <a:t> </a:t>
            </a:r>
            <a:r>
              <a:rPr lang="en-US" dirty="0" err="1"/>
              <a:t>hayırsa</a:t>
            </a:r>
            <a:r>
              <a:rPr lang="en-US" dirty="0"/>
              <a:t> o zaman o,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kurtulmaktır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çöp</a:t>
            </a:r>
            <a:r>
              <a:rPr lang="en-US" dirty="0"/>
              <a:t> </a:t>
            </a:r>
            <a:r>
              <a:rPr lang="en-US" dirty="0" err="1"/>
              <a:t>mü</a:t>
            </a:r>
            <a:r>
              <a:rPr lang="en-US" dirty="0"/>
              <a:t> </a:t>
            </a:r>
            <a:r>
              <a:rPr lang="en-US" dirty="0" err="1"/>
              <a:t>sundun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/>
              <a:t>Ben sana </a:t>
            </a:r>
            <a:r>
              <a:rPr lang="en-US" dirty="0" err="1"/>
              <a:t>yıldız</a:t>
            </a:r>
            <a:r>
              <a:rPr lang="en-US" dirty="0"/>
              <a:t> </a:t>
            </a:r>
            <a:r>
              <a:rPr lang="en-US" dirty="0" err="1"/>
              <a:t>gönderdim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ganîdir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hamîddir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Ganî</a:t>
            </a:r>
            <a:r>
              <a:rPr lang="en-US" dirty="0"/>
              <a:t> =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muhtaç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Hamîd</a:t>
            </a:r>
            <a:r>
              <a:rPr lang="en-US" dirty="0"/>
              <a:t> = </a:t>
            </a:r>
            <a:r>
              <a:rPr lang="en-US" dirty="0" err="1"/>
              <a:t>hamdedilen</a:t>
            </a:r>
            <a:r>
              <a:rPr lang="en-US" dirty="0"/>
              <a:t>, </a:t>
            </a:r>
            <a:r>
              <a:rPr lang="en-US" dirty="0" err="1"/>
              <a:t>övülmeye</a:t>
            </a:r>
            <a:r>
              <a:rPr lang="en-US" dirty="0"/>
              <a:t> </a:t>
            </a:r>
            <a:r>
              <a:rPr lang="en-US" dirty="0" err="1"/>
              <a:t>layık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Yani </a:t>
            </a:r>
            <a:r>
              <a:rPr lang="tr-TR" dirty="0"/>
              <a:t>:</a:t>
            </a:r>
            <a:r>
              <a:rPr lang="en-US" dirty="0"/>
              <a:t>Allah der ki: 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arta</a:t>
            </a:r>
            <a:r>
              <a:rPr lang="en-US" dirty="0"/>
              <a:t> </a:t>
            </a:r>
            <a:r>
              <a:rPr lang="en-US" dirty="0" err="1"/>
              <a:t>kalanına</a:t>
            </a:r>
            <a:r>
              <a:rPr lang="en-US" dirty="0"/>
              <a:t> </a:t>
            </a:r>
            <a:r>
              <a:rPr lang="en-US" dirty="0" err="1"/>
              <a:t>muhtaç</a:t>
            </a:r>
            <a:r>
              <a:rPr lang="en-US" dirty="0"/>
              <a:t> </a:t>
            </a:r>
            <a:r>
              <a:rPr lang="en-US" dirty="0" err="1"/>
              <a:t>değilim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niyetine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veririm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alışverişinde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olmaya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değeri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taşıdığı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belirleyicidir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sayıyorsan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sun. Kendin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etmeyeceğin</a:t>
            </a:r>
            <a:r>
              <a:rPr lang="en-US" dirty="0"/>
              <a:t>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başkasına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yük</a:t>
            </a:r>
            <a:r>
              <a:rPr lang="en-US" dirty="0"/>
              <a:t> </a:t>
            </a:r>
            <a:r>
              <a:rPr lang="en-US" dirty="0" err="1"/>
              <a:t>aktarmaktır</a:t>
            </a:r>
            <a:r>
              <a:rPr lang="en-US" dirty="0"/>
              <a:t>. </a:t>
            </a:r>
          </a:p>
          <a:p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duymaz</a:t>
            </a:r>
            <a:r>
              <a:rPr lang="en-US" dirty="0"/>
              <a:t>… ama sana </a:t>
            </a:r>
            <a:r>
              <a:rPr lang="en-US" dirty="0" err="1"/>
              <a:t>verdiğinle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güzelini</a:t>
            </a:r>
            <a:r>
              <a:rPr lang="en-US" dirty="0"/>
              <a:t> </a:t>
            </a:r>
            <a:r>
              <a:rPr lang="en-US" dirty="0" err="1"/>
              <a:t>verirsen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de sana </a:t>
            </a:r>
            <a:r>
              <a:rPr lang="en-US" dirty="0" err="1"/>
              <a:t>kendimden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kendimle</a:t>
            </a:r>
            <a:r>
              <a:rPr lang="en-US" dirty="0"/>
              <a:t> </a:t>
            </a:r>
            <a:r>
              <a:rPr lang="en-US" dirty="0" err="1"/>
              <a:t>çoğaltırım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güzeli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yüceyle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bulur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88283596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4EED8A3-F3F8-3F88-F982-9C5D7224BAD7}"/>
              </a:ext>
            </a:extLst>
          </p:cNvPr>
          <p:cNvSpPr txBox="1"/>
          <p:nvPr/>
        </p:nvSpPr>
        <p:spPr>
          <a:xfrm>
            <a:off x="0" y="0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ayet,şeytanın</a:t>
            </a:r>
            <a:r>
              <a:rPr lang="en-US" dirty="0"/>
              <a:t> </a:t>
            </a:r>
            <a:r>
              <a:rPr lang="en-US" dirty="0" err="1"/>
              <a:t>fakirlik</a:t>
            </a:r>
            <a:r>
              <a:rPr lang="en-US" dirty="0"/>
              <a:t> </a:t>
            </a:r>
            <a:r>
              <a:rPr lang="en-US" dirty="0" err="1"/>
              <a:t>korkusuyla</a:t>
            </a:r>
            <a:r>
              <a:rPr lang="en-US" dirty="0"/>
              <a:t> </a:t>
            </a:r>
            <a:r>
              <a:rPr lang="en-US" dirty="0" err="1"/>
              <a:t>insanı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korkutup</a:t>
            </a:r>
            <a:r>
              <a:rPr lang="en-US" dirty="0"/>
              <a:t> </a:t>
            </a:r>
            <a:r>
              <a:rPr lang="en-US" dirty="0" err="1"/>
              <a:t>vermekten</a:t>
            </a:r>
            <a:r>
              <a:rPr lang="en-US" dirty="0"/>
              <a:t> </a:t>
            </a:r>
            <a:r>
              <a:rPr lang="en-US" dirty="0" err="1"/>
              <a:t>alıkoyduğunu,Allah’ın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güven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vaat</a:t>
            </a:r>
            <a:r>
              <a:rPr lang="en-US" dirty="0"/>
              <a:t> </a:t>
            </a:r>
            <a:r>
              <a:rPr lang="en-US" dirty="0" err="1"/>
              <a:t>ettiğini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Bu,niyetin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kalbinin</a:t>
            </a:r>
            <a:r>
              <a:rPr lang="en-US" dirty="0"/>
              <a:t> </a:t>
            </a:r>
            <a:r>
              <a:rPr lang="en-US" dirty="0" err="1"/>
              <a:t>gücüylebolluk</a:t>
            </a:r>
            <a:r>
              <a:rPr lang="en-US" dirty="0"/>
              <a:t> </a:t>
            </a:r>
            <a:r>
              <a:rPr lang="en-US" dirty="0" err="1"/>
              <a:t>enerjisinin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değiştirilebileceğini</a:t>
            </a:r>
            <a:r>
              <a:rPr lang="en-US" dirty="0"/>
              <a:t> </a:t>
            </a:r>
            <a:r>
              <a:rPr lang="en-US" dirty="0" err="1"/>
              <a:t>gösterir.Çünkü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korkarsan</a:t>
            </a:r>
            <a:r>
              <a:rPr lang="en-US" dirty="0"/>
              <a:t> </a:t>
            </a:r>
            <a:r>
              <a:rPr lang="en-US" dirty="0" err="1"/>
              <a:t>kork</a:t>
            </a:r>
            <a:r>
              <a:rPr lang="en-US" dirty="0"/>
              <a:t>, ben sana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vereceğim</a:t>
            </a:r>
            <a:r>
              <a:rPr lang="en-US" dirty="0"/>
              <a:t> Ama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gönlün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268. </a:t>
            </a:r>
            <a:r>
              <a:rPr lang="en-US" b="1" dirty="0" err="1"/>
              <a:t>ayete</a:t>
            </a:r>
            <a:r>
              <a:rPr lang="en-US" b="1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ayet,şeytanın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zihnine</a:t>
            </a:r>
            <a:r>
              <a:rPr lang="en-US" dirty="0"/>
              <a:t> </a:t>
            </a:r>
            <a:r>
              <a:rPr lang="en-US" dirty="0" err="1"/>
              <a:t>fısıldadığı</a:t>
            </a:r>
            <a:r>
              <a:rPr lang="en-US" dirty="0"/>
              <a:t> “</a:t>
            </a:r>
            <a:r>
              <a:rPr lang="en-US" dirty="0" err="1"/>
              <a:t>fakirlik</a:t>
            </a:r>
            <a:r>
              <a:rPr lang="en-US" dirty="0"/>
              <a:t> </a:t>
            </a:r>
            <a:r>
              <a:rPr lang="en-US" dirty="0" err="1"/>
              <a:t>korkusuyla</a:t>
            </a:r>
            <a:r>
              <a:rPr lang="en-US" dirty="0"/>
              <a:t> </a:t>
            </a:r>
            <a:r>
              <a:rPr lang="en-US" dirty="0" err="1"/>
              <a:t>tutma</a:t>
            </a:r>
            <a:r>
              <a:rPr lang="en-US" dirty="0"/>
              <a:t>”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268</a:t>
            </a:r>
            <a:endParaRPr lang="en-US" dirty="0"/>
          </a:p>
          <a:p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İçindeki</a:t>
            </a:r>
            <a:r>
              <a:rPr lang="en-US" dirty="0"/>
              <a:t> İki </a:t>
            </a:r>
            <a:r>
              <a:rPr lang="en-US" dirty="0" err="1"/>
              <a:t>Ses</a:t>
            </a:r>
            <a:r>
              <a:rPr lang="en-US" dirty="0"/>
              <a:t> – Korku mu Güven mi?” </a:t>
            </a:r>
            <a:r>
              <a:rPr lang="en-US" dirty="0" err="1"/>
              <a:t>Şeytan</a:t>
            </a:r>
            <a:r>
              <a:rPr lang="en-US" dirty="0"/>
              <a:t> </a:t>
            </a:r>
            <a:r>
              <a:rPr lang="en-US" dirty="0" err="1"/>
              <a:t>daraltır</a:t>
            </a:r>
            <a:r>
              <a:rPr lang="en-US" dirty="0"/>
              <a:t>, Allah </a:t>
            </a:r>
            <a:r>
              <a:rPr lang="en-US" dirty="0" err="1"/>
              <a:t>genişletir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Şeytan</a:t>
            </a:r>
            <a:r>
              <a:rPr lang="en-US" dirty="0"/>
              <a:t> size </a:t>
            </a:r>
            <a:r>
              <a:rPr lang="en-US" dirty="0" err="1"/>
              <a:t>fakirlikle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</a:t>
            </a:r>
            <a:r>
              <a:rPr lang="en-US" dirty="0" err="1"/>
              <a:t>salar</a:t>
            </a:r>
            <a:r>
              <a:rPr lang="en-US" dirty="0"/>
              <a:t>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çirkinliği</a:t>
            </a:r>
            <a:r>
              <a:rPr lang="en-US" dirty="0"/>
              <a:t> (</a:t>
            </a:r>
            <a:r>
              <a:rPr lang="en-US" dirty="0" err="1"/>
              <a:t>cimrilik</a:t>
            </a:r>
            <a:r>
              <a:rPr lang="en-US" dirty="0"/>
              <a:t>, </a:t>
            </a:r>
            <a:r>
              <a:rPr lang="en-US" dirty="0" err="1"/>
              <a:t>bencillik</a:t>
            </a:r>
            <a:r>
              <a:rPr lang="en-US" dirty="0"/>
              <a:t>, </a:t>
            </a:r>
            <a:r>
              <a:rPr lang="en-US" dirty="0" err="1"/>
              <a:t>daralma</a:t>
            </a:r>
            <a:r>
              <a:rPr lang="en-US" dirty="0"/>
              <a:t>) </a:t>
            </a:r>
            <a:r>
              <a:rPr lang="en-US" dirty="0" err="1"/>
              <a:t>fısıldar</a:t>
            </a:r>
            <a:r>
              <a:rPr lang="en-US" dirty="0"/>
              <a:t>. Allah </a:t>
            </a:r>
            <a:r>
              <a:rPr lang="en-US" dirty="0" err="1"/>
              <a:t>ise</a:t>
            </a:r>
            <a:r>
              <a:rPr lang="en-US" dirty="0"/>
              <a:t> size </a:t>
            </a:r>
            <a:r>
              <a:rPr lang="en-US" dirty="0" err="1"/>
              <a:t>bağışlanma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lütfundan</a:t>
            </a:r>
            <a:r>
              <a:rPr lang="en-US" dirty="0"/>
              <a:t> </a:t>
            </a:r>
            <a:r>
              <a:rPr lang="en-US" dirty="0" err="1"/>
              <a:t>bolluk</a:t>
            </a:r>
            <a:r>
              <a:rPr lang="en-US" dirty="0"/>
              <a:t> vaad </a:t>
            </a:r>
            <a:r>
              <a:rPr lang="en-US" dirty="0" err="1"/>
              <a:t>eder</a:t>
            </a:r>
            <a:r>
              <a:rPr lang="en-US" dirty="0"/>
              <a:t>. Allah, </a:t>
            </a:r>
            <a:r>
              <a:rPr lang="en-US" dirty="0" err="1"/>
              <a:t>lütfu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olandır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ayet,vermek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elini</a:t>
            </a:r>
            <a:r>
              <a:rPr lang="en-US" dirty="0"/>
              <a:t> </a:t>
            </a:r>
            <a:r>
              <a:rPr lang="en-US" dirty="0" err="1"/>
              <a:t>uzattığında</a:t>
            </a:r>
            <a:r>
              <a:rPr lang="tr-TR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beliren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sesin</a:t>
            </a:r>
            <a:r>
              <a:rPr lang="en-US" dirty="0"/>
              <a:t> </a:t>
            </a:r>
            <a:r>
              <a:rPr lang="en-US" dirty="0" err="1"/>
              <a:t>savaşını</a:t>
            </a:r>
            <a:r>
              <a:rPr lang="en-US" dirty="0"/>
              <a:t> </a:t>
            </a:r>
            <a:r>
              <a:rPr lang="en-US" dirty="0" err="1"/>
              <a:t>anlatır.Birinci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: “Ya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kendin</a:t>
            </a:r>
            <a:r>
              <a:rPr lang="en-US" dirty="0"/>
              <a:t> </a:t>
            </a:r>
            <a:r>
              <a:rPr lang="en-US" dirty="0" err="1"/>
              <a:t>yoksan</a:t>
            </a:r>
            <a:r>
              <a:rPr lang="en-US" dirty="0"/>
              <a:t>?” </a:t>
            </a:r>
            <a:r>
              <a:rPr lang="en-US" dirty="0" err="1"/>
              <a:t>İkinci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: “Sen </a:t>
            </a:r>
            <a:r>
              <a:rPr lang="en-US" dirty="0" err="1"/>
              <a:t>ver</a:t>
            </a:r>
            <a:r>
              <a:rPr lang="en-US" dirty="0"/>
              <a:t>,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arkandayım</a:t>
            </a:r>
            <a:r>
              <a:rPr lang="en-US" dirty="0"/>
              <a:t>.” Ve </a:t>
            </a:r>
            <a:r>
              <a:rPr lang="en-US" dirty="0" err="1"/>
              <a:t>sen</a:t>
            </a:r>
            <a:r>
              <a:rPr lang="en-US" dirty="0"/>
              <a:t>, </a:t>
            </a:r>
            <a:r>
              <a:rPr lang="en-US" dirty="0" err="1"/>
              <a:t>hangisini</a:t>
            </a:r>
            <a:r>
              <a:rPr lang="en-US" dirty="0"/>
              <a:t> </a:t>
            </a:r>
            <a:r>
              <a:rPr lang="en-US" dirty="0" err="1"/>
              <a:t>seçersen</a:t>
            </a:r>
            <a:r>
              <a:rPr lang="en-US" dirty="0"/>
              <a:t>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geleceğini</a:t>
            </a:r>
            <a:r>
              <a:rPr lang="en-US" dirty="0"/>
              <a:t> </a:t>
            </a:r>
            <a:r>
              <a:rPr lang="en-US" dirty="0" err="1"/>
              <a:t>kodlarsın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Derin </a:t>
            </a:r>
            <a:r>
              <a:rPr lang="en-US" b="1" dirty="0" err="1"/>
              <a:t>Frekans</a:t>
            </a:r>
            <a:r>
              <a:rPr lang="en-US" b="1" dirty="0"/>
              <a:t>:</a:t>
            </a:r>
          </a:p>
          <a:p>
            <a:r>
              <a:rPr lang="en-US" dirty="0" err="1"/>
              <a:t>Şeytanın</a:t>
            </a:r>
            <a:r>
              <a:rPr lang="en-US" dirty="0"/>
              <a:t> </a:t>
            </a:r>
            <a:r>
              <a:rPr lang="en-US" dirty="0" err="1"/>
              <a:t>fısıltısı:Korku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. “</a:t>
            </a:r>
            <a:r>
              <a:rPr lang="en-US" dirty="0" err="1"/>
              <a:t>Kendini</a:t>
            </a:r>
            <a:r>
              <a:rPr lang="en-US" dirty="0"/>
              <a:t> koru,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.” “</a:t>
            </a:r>
            <a:r>
              <a:rPr lang="en-US" dirty="0" err="1"/>
              <a:t>Eksilirsin</a:t>
            </a:r>
            <a:r>
              <a:rPr lang="en-US" dirty="0"/>
              <a:t>.” 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kapılarını</a:t>
            </a:r>
            <a:r>
              <a:rPr lang="en-US" dirty="0"/>
              <a:t> </a:t>
            </a:r>
            <a:r>
              <a:rPr lang="en-US" dirty="0" err="1"/>
              <a:t>kapatır</a:t>
            </a:r>
            <a:r>
              <a:rPr lang="en-US" dirty="0"/>
              <a:t>.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fısıltısı</a:t>
            </a:r>
            <a:r>
              <a:rPr lang="en-US" dirty="0"/>
              <a:t>:</a:t>
            </a:r>
          </a:p>
          <a:p>
            <a:r>
              <a:rPr lang="en-US" dirty="0"/>
              <a:t>“Ver ki,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çoğaltayım</a:t>
            </a:r>
            <a:r>
              <a:rPr lang="en-US" dirty="0"/>
              <a:t>.” “</a:t>
            </a:r>
            <a:r>
              <a:rPr lang="en-US" dirty="0" err="1"/>
              <a:t>Aç</a:t>
            </a:r>
            <a:r>
              <a:rPr lang="en-US" dirty="0"/>
              <a:t> ki, ben </a:t>
            </a:r>
            <a:r>
              <a:rPr lang="en-US" dirty="0" err="1"/>
              <a:t>akayım</a:t>
            </a:r>
            <a:r>
              <a:rPr lang="en-US" dirty="0"/>
              <a:t>.” 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damla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, ben sana </a:t>
            </a:r>
            <a:r>
              <a:rPr lang="en-US" dirty="0" err="1"/>
              <a:t>deniz</a:t>
            </a:r>
            <a:r>
              <a:rPr lang="en-US" dirty="0"/>
              <a:t> </a:t>
            </a:r>
            <a:r>
              <a:rPr lang="en-US" dirty="0" err="1"/>
              <a:t>dökerim</a:t>
            </a:r>
            <a:r>
              <a:rPr lang="en-US" dirty="0"/>
              <a:t>.” Bu </a:t>
            </a:r>
            <a:r>
              <a:rPr lang="en-US" dirty="0" err="1"/>
              <a:t>ses</a:t>
            </a:r>
            <a:r>
              <a:rPr lang="en-US" dirty="0"/>
              <a:t>,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aktive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Yasası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, </a:t>
            </a:r>
            <a:r>
              <a:rPr lang="en-US" dirty="0" err="1"/>
              <a:t>eksilir</a:t>
            </a:r>
            <a:r>
              <a:rPr lang="en-US" dirty="0"/>
              <a:t>. </a:t>
            </a:r>
            <a:r>
              <a:rPr lang="en-US" dirty="0" err="1"/>
              <a:t>Güvenle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, </a:t>
            </a:r>
            <a:r>
              <a:rPr lang="en-US" dirty="0" err="1"/>
              <a:t>genişler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yanıt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tr-TR" dirty="0"/>
              <a:t> </a:t>
            </a:r>
            <a:r>
              <a:rPr lang="en-US" dirty="0" err="1"/>
              <a:t>maddeyle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endParaRPr lang="tr-TR" dirty="0"/>
          </a:p>
          <a:p>
            <a:r>
              <a:rPr lang="en-US" b="1" dirty="0" err="1"/>
              <a:t>Fısıltı</a:t>
            </a:r>
            <a:r>
              <a:rPr lang="en-US" b="1" dirty="0"/>
              <a:t> Sana:</a:t>
            </a:r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Şeytan</a:t>
            </a:r>
            <a:r>
              <a:rPr lang="en-US" dirty="0"/>
              <a:t> sana </a:t>
            </a:r>
            <a:r>
              <a:rPr lang="en-US" dirty="0" err="1"/>
              <a:t>dedi</a:t>
            </a:r>
            <a:r>
              <a:rPr lang="en-US" dirty="0"/>
              <a:t>: ‘Tut,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biteceksin</a:t>
            </a:r>
            <a:r>
              <a:rPr lang="en-US" dirty="0"/>
              <a:t>.’ Ama ben sana </a:t>
            </a:r>
            <a:r>
              <a:rPr lang="en-US" dirty="0" err="1"/>
              <a:t>dedim</a:t>
            </a:r>
            <a:r>
              <a:rPr lang="en-US" dirty="0"/>
              <a:t>: ‘Ver,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bitirmem</a:t>
            </a:r>
            <a:r>
              <a:rPr lang="en-US" dirty="0"/>
              <a:t>.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sonsuzlaştırırım</a:t>
            </a:r>
            <a:r>
              <a:rPr lang="en-US" dirty="0"/>
              <a:t>.’”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269.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ayet,hikmetin</a:t>
            </a:r>
            <a:r>
              <a:rPr lang="tr-TR" dirty="0"/>
              <a:t> </a:t>
            </a:r>
            <a:r>
              <a:rPr lang="en-US" dirty="0" err="1"/>
              <a:t>bilgiden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,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anlatır.Çünkü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duyar,hikmet</a:t>
            </a:r>
            <a:r>
              <a:rPr lang="en-US" dirty="0"/>
              <a:t> </a:t>
            </a:r>
            <a:r>
              <a:rPr lang="en-US" dirty="0" err="1"/>
              <a:t>duyuşun</a:t>
            </a:r>
            <a:r>
              <a:rPr lang="en-US" dirty="0"/>
              <a:t> </a:t>
            </a:r>
            <a:r>
              <a:rPr lang="en-US" dirty="0" err="1"/>
              <a:t>ardındaki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çözer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“Ben </a:t>
            </a:r>
            <a:r>
              <a:rPr lang="en-US" dirty="0" err="1"/>
              <a:t>bilgiyi</a:t>
            </a:r>
            <a:r>
              <a:rPr lang="en-US" dirty="0"/>
              <a:t> </a:t>
            </a:r>
            <a:r>
              <a:rPr lang="en-US" dirty="0" err="1"/>
              <a:t>herkese</a:t>
            </a:r>
            <a:r>
              <a:rPr lang="en-US" dirty="0"/>
              <a:t> </a:t>
            </a:r>
            <a:r>
              <a:rPr lang="en-US" dirty="0" err="1"/>
              <a:t>açarım</a:t>
            </a:r>
            <a:r>
              <a:rPr lang="en-US" dirty="0"/>
              <a:t>… ama </a:t>
            </a:r>
            <a:r>
              <a:rPr lang="en-US" dirty="0" err="1"/>
              <a:t>hikmeti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dönen</a:t>
            </a:r>
            <a:r>
              <a:rPr lang="en-US" dirty="0"/>
              <a:t> </a:t>
            </a:r>
            <a:r>
              <a:rPr lang="en-US" dirty="0" err="1"/>
              <a:t>kalplere</a:t>
            </a:r>
            <a:r>
              <a:rPr lang="en-US" dirty="0"/>
              <a:t> </a:t>
            </a:r>
            <a:r>
              <a:rPr lang="en-US" dirty="0" err="1"/>
              <a:t>indiririm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hikmet</a:t>
            </a:r>
            <a:r>
              <a:rPr lang="en-US" dirty="0"/>
              <a:t>,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dokunulan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nurdur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269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“Hikmet – Kalbe </a:t>
            </a:r>
            <a:r>
              <a:rPr lang="en-US" dirty="0" err="1"/>
              <a:t>İnen</a:t>
            </a:r>
            <a:r>
              <a:rPr lang="en-US" dirty="0"/>
              <a:t> </a:t>
            </a:r>
            <a:r>
              <a:rPr lang="en-US" dirty="0" err="1"/>
              <a:t>Bilinç”Anlam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cümlede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Cümleyi</a:t>
            </a:r>
            <a:r>
              <a:rPr lang="en-US" dirty="0"/>
              <a:t> </a:t>
            </a:r>
            <a:r>
              <a:rPr lang="en-US" dirty="0" err="1"/>
              <a:t>duyanın</a:t>
            </a:r>
            <a:r>
              <a:rPr lang="en-US" dirty="0"/>
              <a:t> </a:t>
            </a:r>
            <a:r>
              <a:rPr lang="en-US" dirty="0" err="1"/>
              <a:t>titreşimindedir</a:t>
            </a:r>
            <a:r>
              <a:rPr lang="tr-TR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6570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4625AA8-423C-C481-A59F-54F6722EDD39}"/>
              </a:ext>
            </a:extLst>
          </p:cNvPr>
          <p:cNvSpPr txBox="1"/>
          <p:nvPr/>
        </p:nvSpPr>
        <p:spPr>
          <a:xfrm>
            <a:off x="0" y="58994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269.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Allah,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dilediğine</a:t>
            </a:r>
            <a:r>
              <a:rPr lang="en-US" dirty="0"/>
              <a:t> </a:t>
            </a:r>
            <a:r>
              <a:rPr lang="en-US" dirty="0" err="1"/>
              <a:t>verir.Kime</a:t>
            </a:r>
            <a:r>
              <a:rPr lang="en-US" dirty="0"/>
              <a:t> </a:t>
            </a:r>
            <a:r>
              <a:rPr lang="en-US" dirty="0" err="1"/>
              <a:t>hikmet</a:t>
            </a:r>
            <a:r>
              <a:rPr lang="en-US" dirty="0"/>
              <a:t> </a:t>
            </a:r>
            <a:r>
              <a:rPr lang="en-US" dirty="0" err="1"/>
              <a:t>verilmişse,ona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hayır</a:t>
            </a:r>
            <a:r>
              <a:rPr lang="en-US" dirty="0"/>
              <a:t> </a:t>
            </a:r>
            <a:r>
              <a:rPr lang="en-US" dirty="0" err="1"/>
              <a:t>verilmiştir.Ama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düşünen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sahipleri</a:t>
            </a:r>
            <a:r>
              <a:rPr lang="en-US" dirty="0"/>
              <a:t> </a:t>
            </a:r>
            <a:r>
              <a:rPr lang="en-US" dirty="0" err="1"/>
              <a:t>anlar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ayet,bilmekle</a:t>
            </a:r>
            <a:r>
              <a:rPr lang="en-US" dirty="0"/>
              <a:t> </a:t>
            </a:r>
            <a:r>
              <a:rPr lang="en-US" dirty="0" err="1"/>
              <a:t>sezmek</a:t>
            </a:r>
            <a:r>
              <a:rPr lang="en-US" dirty="0"/>
              <a:t>, </a:t>
            </a:r>
            <a:r>
              <a:rPr lang="en-US" dirty="0" err="1"/>
              <a:t>okumakla</a:t>
            </a:r>
            <a:r>
              <a:rPr lang="en-US" dirty="0"/>
              <a:t> </a:t>
            </a:r>
            <a:r>
              <a:rPr lang="en-US" dirty="0" err="1"/>
              <a:t>uyanmak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farkı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Ve der </a:t>
            </a:r>
            <a:r>
              <a:rPr lang="en-US" dirty="0" err="1"/>
              <a:t>ki:“Sen</a:t>
            </a:r>
            <a:r>
              <a:rPr lang="en-US" dirty="0"/>
              <a:t> her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okursun</a:t>
            </a:r>
            <a:r>
              <a:rPr lang="en-US" dirty="0"/>
              <a:t>, ama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okudukların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okursa</a:t>
            </a:r>
            <a:r>
              <a:rPr lang="en-US" dirty="0"/>
              <a:t>… </a:t>
            </a:r>
            <a:r>
              <a:rPr lang="en-US" dirty="0" err="1"/>
              <a:t>işte</a:t>
            </a:r>
            <a:r>
              <a:rPr lang="en-US" dirty="0"/>
              <a:t> o </a:t>
            </a:r>
            <a:r>
              <a:rPr lang="en-US" dirty="0" err="1"/>
              <a:t>gün</a:t>
            </a:r>
            <a:r>
              <a:rPr lang="en-US" dirty="0"/>
              <a:t> ben sana </a:t>
            </a:r>
            <a:r>
              <a:rPr lang="en-US" dirty="0" err="1"/>
              <a:t>hikmeti</a:t>
            </a:r>
            <a:r>
              <a:rPr lang="en-US" dirty="0"/>
              <a:t> </a:t>
            </a:r>
            <a:r>
              <a:rPr lang="en-US" dirty="0" err="1"/>
              <a:t>vermişimdir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hikmeti</a:t>
            </a:r>
            <a:r>
              <a:rPr lang="en-US" b="1" dirty="0"/>
              <a:t> </a:t>
            </a:r>
            <a:r>
              <a:rPr lang="en-US" b="1" dirty="0" err="1"/>
              <a:t>dilediğine</a:t>
            </a:r>
            <a:r>
              <a:rPr lang="en-US" b="1" dirty="0"/>
              <a:t> </a:t>
            </a:r>
            <a:r>
              <a:rPr lang="en-US" b="1" dirty="0" err="1"/>
              <a:t>verir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Dilemek</a:t>
            </a:r>
            <a:r>
              <a:rPr lang="en-US" dirty="0"/>
              <a:t> =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uyumuna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kapı</a:t>
            </a:r>
            <a:r>
              <a:rPr lang="en-US" dirty="0"/>
              <a:t> </a:t>
            </a:r>
            <a:r>
              <a:rPr lang="en-US" dirty="0" err="1"/>
              <a:t>açmak</a:t>
            </a:r>
            <a:r>
              <a:rPr lang="en-US" dirty="0"/>
              <a:t> </a:t>
            </a:r>
          </a:p>
          <a:p>
            <a:r>
              <a:rPr lang="en-US" dirty="0"/>
              <a:t>Yani: Kalbi </a:t>
            </a:r>
            <a:r>
              <a:rPr lang="en-US" dirty="0" err="1"/>
              <a:t>temiz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Egodan</a:t>
            </a:r>
            <a:r>
              <a:rPr lang="en-US" dirty="0"/>
              <a:t> </a:t>
            </a:r>
            <a:r>
              <a:rPr lang="en-US" dirty="0" err="1"/>
              <a:t>arınmış</a:t>
            </a:r>
            <a:r>
              <a:rPr lang="en-US" dirty="0"/>
              <a:t> </a:t>
            </a:r>
            <a:r>
              <a:rPr lang="en-US" dirty="0" err="1"/>
              <a:t>olanlara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Hikmet, </a:t>
            </a:r>
            <a:r>
              <a:rPr lang="en-US" dirty="0" err="1"/>
              <a:t>seçilmişlik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hazırlanmışlıktır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“Kime </a:t>
            </a:r>
            <a:r>
              <a:rPr lang="en-US" b="1" dirty="0" err="1"/>
              <a:t>hikmet</a:t>
            </a:r>
            <a:r>
              <a:rPr lang="en-US" b="1" dirty="0"/>
              <a:t> </a:t>
            </a:r>
            <a:r>
              <a:rPr lang="en-US" b="1" dirty="0" err="1"/>
              <a:t>verilmişse</a:t>
            </a:r>
            <a:r>
              <a:rPr lang="en-US" b="1" dirty="0"/>
              <a:t>, </a:t>
            </a:r>
            <a:r>
              <a:rPr lang="en-US" b="1" dirty="0" err="1"/>
              <a:t>büyük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hayır</a:t>
            </a:r>
            <a:r>
              <a:rPr lang="en-US" b="1" dirty="0"/>
              <a:t> </a:t>
            </a:r>
            <a:r>
              <a:rPr lang="en-US" b="1" dirty="0" err="1"/>
              <a:t>verilmiştir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Hikmet, </a:t>
            </a:r>
            <a:r>
              <a:rPr lang="en-US" dirty="0" err="1"/>
              <a:t>Zekânın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Zekâyı</a:t>
            </a:r>
            <a:r>
              <a:rPr lang="en-US" dirty="0"/>
              <a:t> </a:t>
            </a:r>
            <a:r>
              <a:rPr lang="en-US" dirty="0" err="1"/>
              <a:t>sükûnetle</a:t>
            </a:r>
            <a:r>
              <a:rPr lang="en-US" dirty="0"/>
              <a:t> </a:t>
            </a:r>
            <a:r>
              <a:rPr lang="en-US" dirty="0" err="1"/>
              <a:t>kullanan</a:t>
            </a:r>
            <a:r>
              <a:rPr lang="en-US" dirty="0"/>
              <a:t>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ürünüdür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kişiye</a:t>
            </a:r>
            <a:r>
              <a:rPr lang="en-US" dirty="0"/>
              <a:t>: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.</a:t>
            </a:r>
            <a:r>
              <a:rPr lang="en-US" dirty="0" err="1"/>
              <a:t>Bilginin</a:t>
            </a:r>
            <a:r>
              <a:rPr lang="en-US" dirty="0"/>
              <a:t> ne zaman,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kullanılacağı</a:t>
            </a:r>
            <a:r>
              <a:rPr lang="en-US" dirty="0"/>
              <a:t> da </a:t>
            </a:r>
            <a:r>
              <a:rPr lang="en-US" dirty="0" err="1"/>
              <a:t>verilmiştir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bilen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en-US" dirty="0" err="1"/>
              <a:t>oldun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akışın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akışıma</a:t>
            </a:r>
            <a:r>
              <a:rPr lang="en-US" dirty="0"/>
              <a:t> </a:t>
            </a:r>
            <a:r>
              <a:rPr lang="en-US" dirty="0" err="1"/>
              <a:t>uydu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Bunu</a:t>
            </a:r>
            <a:r>
              <a:rPr lang="en-US" b="1" dirty="0"/>
              <a:t> </a:t>
            </a:r>
            <a:r>
              <a:rPr lang="en-US" b="1" dirty="0" err="1"/>
              <a:t>ancak</a:t>
            </a:r>
            <a:r>
              <a:rPr lang="en-US" b="1" dirty="0"/>
              <a:t> </a:t>
            </a:r>
            <a:r>
              <a:rPr lang="en-US" b="1" dirty="0" err="1"/>
              <a:t>akıl</a:t>
            </a:r>
            <a:r>
              <a:rPr lang="en-US" b="1" dirty="0"/>
              <a:t> </a:t>
            </a:r>
            <a:r>
              <a:rPr lang="en-US" b="1" dirty="0" err="1"/>
              <a:t>sahipleri</a:t>
            </a:r>
            <a:r>
              <a:rPr lang="en-US" b="1" dirty="0"/>
              <a:t> </a:t>
            </a:r>
            <a:r>
              <a:rPr lang="en-US" b="1" dirty="0" err="1"/>
              <a:t>anlar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“Akıl” </a:t>
            </a:r>
            <a:r>
              <a:rPr lang="en-US" dirty="0" err="1"/>
              <a:t>burada</a:t>
            </a:r>
            <a:r>
              <a:rPr lang="en-US" dirty="0"/>
              <a:t>: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mantık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Feraset</a:t>
            </a:r>
            <a:r>
              <a:rPr lang="en-US" dirty="0"/>
              <a:t>, </a:t>
            </a:r>
            <a:r>
              <a:rPr lang="en-US" dirty="0" err="1"/>
              <a:t>sezgi</a:t>
            </a:r>
            <a:r>
              <a:rPr lang="en-US" dirty="0"/>
              <a:t>, </a:t>
            </a:r>
            <a:r>
              <a:rPr lang="en-US" dirty="0" err="1"/>
              <a:t>derinlik</a:t>
            </a:r>
            <a:r>
              <a:rPr lang="en-US" dirty="0"/>
              <a:t> </a:t>
            </a:r>
          </a:p>
          <a:p>
            <a:r>
              <a:rPr lang="en-US" dirty="0"/>
              <a:t>Yani </a:t>
            </a:r>
            <a:r>
              <a:rPr lang="tr-TR" dirty="0"/>
              <a:t>:</a:t>
            </a:r>
            <a:r>
              <a:rPr lang="en-US" dirty="0" err="1"/>
              <a:t>görünmeyeni</a:t>
            </a:r>
            <a:r>
              <a:rPr lang="en-US" dirty="0"/>
              <a:t> </a:t>
            </a:r>
            <a:r>
              <a:rPr lang="en-US" dirty="0" err="1"/>
              <a:t>sezen</a:t>
            </a:r>
            <a:r>
              <a:rPr lang="en-US" dirty="0"/>
              <a:t> </a:t>
            </a:r>
            <a:r>
              <a:rPr lang="en-US" dirty="0" err="1"/>
              <a:t>zihin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Bu </a:t>
            </a:r>
            <a:r>
              <a:rPr lang="en-US" dirty="0" err="1"/>
              <a:t>yüzden</a:t>
            </a:r>
            <a:r>
              <a:rPr lang="en-US" dirty="0"/>
              <a:t>: “Hikmet sana </a:t>
            </a:r>
            <a:r>
              <a:rPr lang="en-US" dirty="0" err="1"/>
              <a:t>verilmişse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gözüyle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nuru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görensin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zihinsel</a:t>
            </a:r>
            <a:r>
              <a:rPr lang="en-US" dirty="0"/>
              <a:t> </a:t>
            </a:r>
            <a:r>
              <a:rPr lang="en-US" dirty="0" err="1"/>
              <a:t>birikim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derinliği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anlamaya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Hikmet,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inmiş</a:t>
            </a:r>
            <a:r>
              <a:rPr lang="en-US" dirty="0"/>
              <a:t> </a:t>
            </a:r>
            <a:r>
              <a:rPr lang="en-US" dirty="0" err="1"/>
              <a:t>ışıktır</a:t>
            </a:r>
            <a:r>
              <a:rPr lang="en-US" dirty="0"/>
              <a:t>. </a:t>
            </a:r>
            <a:r>
              <a:rPr lang="en-US" dirty="0" err="1"/>
              <a:t>Sözün</a:t>
            </a:r>
            <a:r>
              <a:rPr lang="en-US" dirty="0"/>
              <a:t> </a:t>
            </a:r>
            <a:r>
              <a:rPr lang="en-US" dirty="0" err="1"/>
              <a:t>ardındaki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sezmek</a:t>
            </a:r>
            <a:r>
              <a:rPr lang="en-US" dirty="0"/>
              <a:t> </a:t>
            </a:r>
            <a:r>
              <a:rPr lang="en-US" dirty="0" err="1"/>
              <a:t>yeteneğidir</a:t>
            </a:r>
            <a:r>
              <a:rPr lang="en-US" dirty="0"/>
              <a:t>. </a:t>
            </a:r>
          </a:p>
          <a:p>
            <a:r>
              <a:rPr lang="en-US" dirty="0" err="1"/>
              <a:t>Verildiğinde</a:t>
            </a:r>
            <a:r>
              <a:rPr lang="en-US" dirty="0"/>
              <a:t>,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yön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, </a:t>
            </a:r>
            <a:r>
              <a:rPr lang="en-US" dirty="0" err="1"/>
              <a:t>perde</a:t>
            </a:r>
            <a:r>
              <a:rPr lang="en-US" dirty="0"/>
              <a:t> </a:t>
            </a:r>
            <a:r>
              <a:rPr lang="en-US" dirty="0" err="1"/>
              <a:t>kaldırır</a:t>
            </a:r>
            <a:r>
              <a:rPr lang="en-US" dirty="0"/>
              <a:t>, </a:t>
            </a:r>
            <a:r>
              <a:rPr lang="en-US" dirty="0" err="1"/>
              <a:t>perde</a:t>
            </a:r>
            <a:r>
              <a:rPr lang="en-US" dirty="0"/>
              <a:t> </a:t>
            </a:r>
            <a:r>
              <a:rPr lang="en-US" dirty="0" err="1"/>
              <a:t>arkasını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 </a:t>
            </a:r>
          </a:p>
          <a:p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düşünen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düşünenin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sustuğunda</a:t>
            </a:r>
            <a:r>
              <a:rPr lang="en-US" dirty="0"/>
              <a:t> </a:t>
            </a:r>
            <a:r>
              <a:rPr lang="en-US" dirty="0" err="1"/>
              <a:t>konuşan</a:t>
            </a:r>
            <a:r>
              <a:rPr lang="en-US" dirty="0"/>
              <a:t> </a:t>
            </a:r>
            <a:r>
              <a:rPr lang="en-US" dirty="0" err="1"/>
              <a:t>akıl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sırrı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biliyor</a:t>
            </a:r>
            <a:r>
              <a:rPr lang="en-US" dirty="0"/>
              <a:t> </a:t>
            </a:r>
            <a:r>
              <a:rPr lang="en-US" dirty="0" err="1"/>
              <a:t>olabilirsin</a:t>
            </a:r>
            <a:r>
              <a:rPr lang="en-US" dirty="0"/>
              <a:t>… ama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içeriden</a:t>
            </a:r>
            <a:r>
              <a:rPr lang="en-US" dirty="0"/>
              <a:t> </a:t>
            </a:r>
            <a:r>
              <a:rPr lang="en-US" dirty="0" err="1"/>
              <a:t>işitmeye</a:t>
            </a:r>
            <a:r>
              <a:rPr lang="en-US" dirty="0"/>
              <a:t> </a:t>
            </a:r>
            <a:r>
              <a:rPr lang="en-US" dirty="0" err="1"/>
              <a:t>başladığında</a:t>
            </a:r>
            <a:r>
              <a:rPr lang="en-US" dirty="0"/>
              <a:t>, sana </a:t>
            </a:r>
            <a:r>
              <a:rPr lang="en-US" dirty="0" err="1"/>
              <a:t>hikmet</a:t>
            </a:r>
            <a:r>
              <a:rPr lang="en-US" dirty="0"/>
              <a:t> </a:t>
            </a:r>
            <a:r>
              <a:rPr lang="en-US" dirty="0" err="1"/>
              <a:t>dokunur</a:t>
            </a:r>
            <a:r>
              <a:rPr lang="en-US" dirty="0"/>
              <a:t>. Ve </a:t>
            </a:r>
            <a:r>
              <a:rPr lang="en-US" dirty="0" err="1"/>
              <a:t>işte</a:t>
            </a:r>
            <a:r>
              <a:rPr lang="en-US" dirty="0"/>
              <a:t> o an,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yürürsün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dünyada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9067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BF96E8E5-43FE-3E0D-6E38-846FA35E9185}"/>
              </a:ext>
            </a:extLst>
          </p:cNvPr>
          <p:cNvSpPr txBox="1"/>
          <p:nvPr/>
        </p:nvSpPr>
        <p:spPr>
          <a:xfrm>
            <a:off x="0" y="58994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270. </a:t>
            </a:r>
            <a:r>
              <a:rPr lang="en-US" dirty="0" err="1"/>
              <a:t>ayete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ayet,verdiğin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yok </a:t>
            </a:r>
            <a:r>
              <a:rPr lang="en-US" dirty="0" err="1"/>
              <a:t>olmadığını,gizli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açık</a:t>
            </a:r>
            <a:r>
              <a:rPr lang="en-US" dirty="0"/>
              <a:t> her </a:t>
            </a:r>
            <a:r>
              <a:rPr lang="en-US" dirty="0" err="1"/>
              <a:t>niyetin</a:t>
            </a:r>
            <a:r>
              <a:rPr lang="en-US" dirty="0"/>
              <a:t>, her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kayıtlı</a:t>
            </a:r>
            <a:r>
              <a:rPr lang="en-US" dirty="0"/>
              <a:t> </a:t>
            </a:r>
            <a:r>
              <a:rPr lang="en-US" dirty="0" err="1"/>
              <a:t>olduğunu,ve</a:t>
            </a:r>
            <a:r>
              <a:rPr lang="tr-TR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beraber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eylemlerini</a:t>
            </a:r>
            <a:r>
              <a:rPr lang="en-US" dirty="0"/>
              <a:t> </a:t>
            </a:r>
            <a:r>
              <a:rPr lang="en-US" dirty="0" err="1"/>
              <a:t>unutmadan</a:t>
            </a:r>
            <a:r>
              <a:rPr lang="en-US" dirty="0"/>
              <a:t> </a:t>
            </a:r>
            <a:r>
              <a:rPr lang="en-US" dirty="0" err="1"/>
              <a:t>taşıdığını</a:t>
            </a:r>
            <a:r>
              <a:rPr lang="en-US" dirty="0"/>
              <a:t> </a:t>
            </a:r>
            <a:r>
              <a:rPr lang="en-US" dirty="0" err="1"/>
              <a:t>fısıldar.Çünkü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unutsan</a:t>
            </a:r>
            <a:r>
              <a:rPr lang="en-US" dirty="0"/>
              <a:t> da ben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ettim</a:t>
            </a:r>
            <a:r>
              <a:rPr lang="en-US" dirty="0"/>
              <a:t>. 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çıkan</a:t>
            </a:r>
            <a:r>
              <a:rPr lang="en-US" dirty="0"/>
              <a:t> her </a:t>
            </a:r>
            <a:r>
              <a:rPr lang="en-US" dirty="0" err="1"/>
              <a:t>adımı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açıkça</a:t>
            </a:r>
            <a:r>
              <a:rPr lang="en-US" dirty="0"/>
              <a:t> </a:t>
            </a:r>
            <a:r>
              <a:rPr lang="en-US" dirty="0" err="1"/>
              <a:t>söylenmemiş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 ben </a:t>
            </a:r>
            <a:r>
              <a:rPr lang="en-US" dirty="0" err="1"/>
              <a:t>duydum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270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Kaybolmaz</a:t>
            </a:r>
            <a:r>
              <a:rPr lang="en-US" dirty="0"/>
              <a:t> Enerji </a:t>
            </a:r>
            <a:r>
              <a:rPr lang="en-US" dirty="0" err="1"/>
              <a:t>Sonsuzluk</a:t>
            </a:r>
            <a:r>
              <a:rPr lang="en-US" dirty="0"/>
              <a:t> </a:t>
            </a:r>
            <a:r>
              <a:rPr lang="en-US" dirty="0" err="1"/>
              <a:t>Alanında</a:t>
            </a:r>
            <a:r>
              <a:rPr lang="en-US" dirty="0"/>
              <a:t> </a:t>
            </a:r>
            <a:r>
              <a:rPr lang="en-US" dirty="0" err="1"/>
              <a:t>Kaydedilir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 err="1"/>
              <a:t>Verdiğin</a:t>
            </a:r>
            <a:r>
              <a:rPr lang="en-US" dirty="0"/>
              <a:t>,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Ettiğin</a:t>
            </a:r>
            <a:r>
              <a:rPr lang="en-US" dirty="0"/>
              <a:t>, </a:t>
            </a:r>
            <a:r>
              <a:rPr lang="en-US" dirty="0" err="1"/>
              <a:t>Gizlediğin</a:t>
            </a:r>
            <a:r>
              <a:rPr lang="tr-TR" dirty="0"/>
              <a:t> </a:t>
            </a:r>
            <a:r>
              <a:rPr lang="en-US" dirty="0" err="1"/>
              <a:t>Hepsi</a:t>
            </a:r>
            <a:r>
              <a:rPr lang="en-US" dirty="0"/>
              <a:t> Zaten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Yazıldı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Her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infak</a:t>
            </a:r>
            <a:r>
              <a:rPr lang="en-US" dirty="0"/>
              <a:t> </a:t>
            </a:r>
            <a:r>
              <a:rPr lang="en-US" dirty="0" err="1"/>
              <a:t>eder,ya</a:t>
            </a:r>
            <a:r>
              <a:rPr lang="en-US" dirty="0"/>
              <a:t> da </a:t>
            </a:r>
            <a:r>
              <a:rPr lang="en-US" dirty="0" err="1"/>
              <a:t>adarsanız;Allah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.</a:t>
            </a:r>
          </a:p>
          <a:p>
            <a:r>
              <a:rPr lang="en-US" dirty="0" err="1"/>
              <a:t>Zulmedenlerin</a:t>
            </a:r>
            <a:r>
              <a:rPr lang="en-US" dirty="0"/>
              <a:t> </a:t>
            </a:r>
            <a:r>
              <a:rPr lang="en-US" dirty="0" err="1"/>
              <a:t>yardımcıları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niyetsel</a:t>
            </a:r>
            <a:r>
              <a:rPr lang="en-US" dirty="0"/>
              <a:t>, </a:t>
            </a:r>
            <a:r>
              <a:rPr lang="en-US" dirty="0" err="1"/>
              <a:t>düşünsel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sezgisel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kayda</a:t>
            </a:r>
            <a:r>
              <a:rPr lang="en-US" dirty="0"/>
              <a:t> </a:t>
            </a:r>
            <a:r>
              <a:rPr lang="en-US" dirty="0" err="1"/>
              <a:t>dönüştüğünü</a:t>
            </a:r>
            <a:r>
              <a:rPr lang="en-US" dirty="0"/>
              <a:t> </a:t>
            </a:r>
            <a:r>
              <a:rPr lang="en-US" dirty="0" err="1"/>
              <a:t>gösterir.Ve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verdin mi? </a:t>
            </a:r>
            <a:br>
              <a:rPr lang="en-US" dirty="0"/>
            </a:br>
            <a:r>
              <a:rPr lang="en-US" dirty="0" err="1"/>
              <a:t>Söylemeden</a:t>
            </a:r>
            <a:r>
              <a:rPr lang="en-US" dirty="0"/>
              <a:t> bile,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haritana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“Her </a:t>
            </a:r>
            <a:r>
              <a:rPr lang="en-US" b="1" dirty="0" err="1"/>
              <a:t>neyi</a:t>
            </a:r>
            <a:r>
              <a:rPr lang="en-US" b="1" dirty="0"/>
              <a:t> </a:t>
            </a:r>
            <a:r>
              <a:rPr lang="en-US" b="1" dirty="0" err="1"/>
              <a:t>infak</a:t>
            </a:r>
            <a:r>
              <a:rPr lang="en-US" b="1" dirty="0"/>
              <a:t> </a:t>
            </a:r>
            <a:r>
              <a:rPr lang="en-US" b="1" dirty="0" err="1"/>
              <a:t>eder</a:t>
            </a:r>
            <a:r>
              <a:rPr lang="en-US" b="1" dirty="0"/>
              <a:t>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adarsanız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İnfak</a:t>
            </a:r>
            <a:r>
              <a:rPr lang="en-US" dirty="0"/>
              <a:t> =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Adamak</a:t>
            </a:r>
            <a:r>
              <a:rPr lang="en-US" dirty="0"/>
              <a:t> =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yüklemek</a:t>
            </a:r>
            <a:r>
              <a:rPr lang="en-US" dirty="0"/>
              <a:t>,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</a:p>
          <a:p>
            <a:r>
              <a:rPr lang="en-US" dirty="0"/>
              <a:t>Yani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: </a:t>
            </a:r>
            <a:r>
              <a:rPr lang="en-US" dirty="0" err="1"/>
              <a:t>Gönlünden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“Bir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yapacağım</a:t>
            </a:r>
            <a:r>
              <a:rPr lang="en-US" dirty="0"/>
              <a:t>” </a:t>
            </a:r>
            <a:r>
              <a:rPr lang="en-US" dirty="0" err="1"/>
              <a:t>dediğin</a:t>
            </a:r>
            <a:r>
              <a:rPr lang="tr-TR" dirty="0"/>
              <a:t>,</a:t>
            </a:r>
            <a:r>
              <a:rPr lang="en-US" dirty="0" err="1"/>
              <a:t>İçinden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arzuların</a:t>
            </a:r>
            <a:r>
              <a:rPr lang="en-US" dirty="0"/>
              <a:t> bile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kaydedilir</a:t>
            </a:r>
            <a:r>
              <a:rPr lang="en-US" dirty="0"/>
              <a:t>. </a:t>
            </a:r>
          </a:p>
          <a:p>
            <a:r>
              <a:rPr lang="en-US" dirty="0"/>
              <a:t>“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de </a:t>
            </a:r>
            <a:r>
              <a:rPr lang="en-US" dirty="0" err="1"/>
              <a:t>duyarım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mutlaka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.”</a:t>
            </a:r>
          </a:p>
          <a:p>
            <a:r>
              <a:rPr lang="en-US" dirty="0"/>
              <a:t>Bu </a:t>
            </a:r>
            <a:r>
              <a:rPr lang="en-US" dirty="0" err="1"/>
              <a:t>bilmek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görmek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: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işitmek</a:t>
            </a:r>
            <a:r>
              <a:rPr lang="en-US" dirty="0"/>
              <a:t> </a:t>
            </a:r>
          </a:p>
          <a:p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tanımak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sezmek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yapmadan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okudum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Zulmedenlerin</a:t>
            </a:r>
            <a:r>
              <a:rPr lang="en-US" b="1" dirty="0"/>
              <a:t> </a:t>
            </a:r>
            <a:r>
              <a:rPr lang="en-US" b="1" dirty="0" err="1"/>
              <a:t>yardımcıları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.”</a:t>
            </a:r>
          </a:p>
          <a:p>
            <a:r>
              <a:rPr lang="en-US" dirty="0" err="1"/>
              <a:t>Zulüm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dışa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Kendi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nurdan</a:t>
            </a:r>
            <a:r>
              <a:rPr lang="en-US" dirty="0"/>
              <a:t> </a:t>
            </a:r>
            <a:r>
              <a:rPr lang="en-US" dirty="0" err="1"/>
              <a:t>çalma</a:t>
            </a:r>
            <a:r>
              <a:rPr lang="en-US" dirty="0"/>
              <a:t> </a:t>
            </a:r>
          </a:p>
          <a:p>
            <a:r>
              <a:rPr lang="en-US" dirty="0" err="1"/>
              <a:t>Bilerek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kısmak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bozan</a:t>
            </a:r>
            <a:r>
              <a:rPr lang="en-US" dirty="0"/>
              <a:t> </a:t>
            </a:r>
            <a:r>
              <a:rPr lang="en-US" dirty="0" err="1"/>
              <a:t>eylemler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Bu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 “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sahte</a:t>
            </a:r>
            <a:r>
              <a:rPr lang="en-US" dirty="0"/>
              <a:t> </a:t>
            </a:r>
            <a:r>
              <a:rPr lang="en-US" dirty="0" err="1"/>
              <a:t>olanla</a:t>
            </a:r>
            <a:r>
              <a:rPr lang="en-US" dirty="0"/>
              <a:t> </a:t>
            </a:r>
            <a:r>
              <a:rPr lang="en-US" dirty="0" err="1"/>
              <a:t>yürümem</a:t>
            </a:r>
            <a:r>
              <a:rPr lang="en-US" dirty="0"/>
              <a:t>. Ben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olanla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olurum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en-TR" dirty="0"/>
          </a:p>
          <a:p>
            <a:endParaRPr lang="en-US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022767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90C172C-D21A-9044-7B56-796619DB9F64}"/>
              </a:ext>
            </a:extLst>
          </p:cNvPr>
          <p:cNvSpPr txBox="1"/>
          <p:nvPr/>
        </p:nvSpPr>
        <p:spPr>
          <a:xfrm>
            <a:off x="0" y="47194"/>
            <a:ext cx="6858000" cy="1283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eylemlerinin</a:t>
            </a:r>
            <a:r>
              <a:rPr lang="en-US" dirty="0"/>
              <a:t>, </a:t>
            </a:r>
            <a:r>
              <a:rPr lang="en-US" dirty="0" err="1"/>
              <a:t>niyetlerinin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enerjilerinin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hafızaya</a:t>
            </a:r>
            <a:r>
              <a:rPr lang="en-US" dirty="0"/>
              <a:t> </a:t>
            </a:r>
            <a:r>
              <a:rPr lang="en-US" dirty="0" err="1"/>
              <a:t>kaydolduğunu</a:t>
            </a:r>
            <a:r>
              <a:rPr lang="en-US" dirty="0"/>
              <a:t> </a:t>
            </a:r>
            <a:r>
              <a:rPr lang="en-US" dirty="0" err="1"/>
              <a:t>hatırlamaya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İnfak</a:t>
            </a:r>
            <a:r>
              <a:rPr lang="en-US" dirty="0"/>
              <a:t> </a:t>
            </a:r>
            <a:r>
              <a:rPr lang="en-US" dirty="0" err="1"/>
              <a:t>ettiğin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ister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kaybolmaz</a:t>
            </a:r>
            <a:r>
              <a:rPr lang="en-US" dirty="0"/>
              <a:t>. </a:t>
            </a:r>
            <a:r>
              <a:rPr lang="en-US" dirty="0" err="1"/>
              <a:t>Adadığın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gönderimidir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açıktır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dışı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içi</a:t>
            </a:r>
            <a:r>
              <a:rPr lang="en-US" dirty="0"/>
              <a:t> </a:t>
            </a:r>
            <a:r>
              <a:rPr lang="en-US" dirty="0" err="1"/>
              <a:t>okur</a:t>
            </a:r>
            <a:r>
              <a:rPr lang="en-US" dirty="0"/>
              <a:t>. </a:t>
            </a:r>
            <a:r>
              <a:rPr lang="en-US" dirty="0" err="1"/>
              <a:t>Zulüm</a:t>
            </a:r>
            <a:r>
              <a:rPr lang="en-US" dirty="0"/>
              <a:t>; </a:t>
            </a:r>
            <a:r>
              <a:rPr lang="en-US" dirty="0" err="1"/>
              <a:t>niyeti</a:t>
            </a:r>
            <a:r>
              <a:rPr lang="en-US" dirty="0"/>
              <a:t> </a:t>
            </a:r>
            <a:r>
              <a:rPr lang="en-US" dirty="0" err="1"/>
              <a:t>bozan</a:t>
            </a:r>
            <a:r>
              <a:rPr lang="en-US" dirty="0"/>
              <a:t>, </a:t>
            </a:r>
            <a:r>
              <a:rPr lang="en-US" dirty="0" err="1"/>
              <a:t>sahtelikle</a:t>
            </a:r>
            <a:r>
              <a:rPr lang="en-US" dirty="0"/>
              <a:t> </a:t>
            </a:r>
            <a:r>
              <a:rPr lang="en-US" dirty="0" err="1"/>
              <a:t>yürüyen</a:t>
            </a:r>
            <a:r>
              <a:rPr lang="en-US" dirty="0"/>
              <a:t> her </a:t>
            </a:r>
            <a:r>
              <a:rPr lang="en-US" dirty="0" err="1"/>
              <a:t>eylemdir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alanın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sustun</a:t>
            </a:r>
            <a:r>
              <a:rPr lang="en-US" dirty="0"/>
              <a:t>, ama ben </a:t>
            </a:r>
            <a:r>
              <a:rPr lang="en-US" dirty="0" err="1"/>
              <a:t>duydum</a:t>
            </a:r>
            <a:r>
              <a:rPr lang="en-US" dirty="0"/>
              <a:t>. Sen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ettin</a:t>
            </a:r>
            <a:r>
              <a:rPr lang="en-US" dirty="0"/>
              <a:t>, ama </a:t>
            </a:r>
            <a:r>
              <a:rPr lang="en-US" dirty="0" err="1"/>
              <a:t>unutmuştun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unutmadım</a:t>
            </a:r>
            <a:r>
              <a:rPr lang="en-US" dirty="0"/>
              <a:t>. Ve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geldiğinde</a:t>
            </a:r>
            <a:r>
              <a:rPr lang="en-US" dirty="0"/>
              <a:t> sana </a:t>
            </a:r>
            <a:r>
              <a:rPr lang="en-US" dirty="0" err="1"/>
              <a:t>dönecek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o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bahçesini</a:t>
            </a:r>
            <a:r>
              <a:rPr lang="en-US" dirty="0"/>
              <a:t> </a:t>
            </a:r>
            <a:r>
              <a:rPr lang="en-US" dirty="0" err="1"/>
              <a:t>açacağım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halini</a:t>
            </a:r>
            <a:r>
              <a:rPr lang="en-US" dirty="0"/>
              <a:t> </a:t>
            </a:r>
            <a:r>
              <a:rPr lang="en-US" dirty="0" err="1"/>
              <a:t>anlatır:açıkça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gizlice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infak.Ve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:“Ben </a:t>
            </a:r>
            <a:r>
              <a:rPr lang="en-US" dirty="0" err="1"/>
              <a:t>hangisi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,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bakmam</a:t>
            </a:r>
            <a:r>
              <a:rPr lang="en-US" dirty="0"/>
              <a:t>… Ben </a:t>
            </a:r>
            <a:r>
              <a:rPr lang="en-US" dirty="0" err="1"/>
              <a:t>hangisi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dokunur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yankılarım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bazı</a:t>
            </a:r>
            <a:r>
              <a:rPr lang="en-US" dirty="0"/>
              <a:t> </a:t>
            </a:r>
            <a:r>
              <a:rPr lang="en-US" dirty="0" err="1"/>
              <a:t>hediyeler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, </a:t>
            </a:r>
            <a:r>
              <a:rPr lang="en-US" dirty="0" err="1"/>
              <a:t>bazıları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temizler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“Açık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Gizli</a:t>
            </a:r>
            <a:r>
              <a:rPr lang="en-US" dirty="0"/>
              <a:t> mi </a:t>
            </a:r>
            <a:r>
              <a:rPr lang="en-US" dirty="0" err="1"/>
              <a:t>Hangisi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Allah </a:t>
            </a:r>
            <a:r>
              <a:rPr lang="en-US" dirty="0" err="1"/>
              <a:t>İçindi</a:t>
            </a:r>
            <a:r>
              <a:rPr lang="en-US" dirty="0"/>
              <a:t>?”Sadaka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nurdur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Ama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ruhu</a:t>
            </a:r>
            <a:r>
              <a:rPr lang="en-US" dirty="0"/>
              <a:t> </a:t>
            </a:r>
            <a:r>
              <a:rPr lang="en-US" dirty="0" err="1"/>
              <a:t>arındırır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Sadakaları</a:t>
            </a:r>
            <a:r>
              <a:rPr lang="en-US" dirty="0"/>
              <a:t> </a:t>
            </a:r>
            <a:r>
              <a:rPr lang="en-US" dirty="0" err="1"/>
              <a:t>açıkça</a:t>
            </a:r>
            <a:r>
              <a:rPr lang="en-US" dirty="0"/>
              <a:t> </a:t>
            </a:r>
            <a:r>
              <a:rPr lang="en-US" dirty="0" err="1"/>
              <a:t>verirseniz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ne </a:t>
            </a:r>
            <a:r>
              <a:rPr lang="en-US" dirty="0" err="1"/>
              <a:t>güzeldir.Ama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gizlice</a:t>
            </a:r>
            <a:r>
              <a:rPr lang="en-US" dirty="0"/>
              <a:t> </a:t>
            </a:r>
            <a:r>
              <a:rPr lang="en-US" dirty="0" err="1"/>
              <a:t>verir</a:t>
            </a:r>
            <a:endParaRPr lang="en-US" dirty="0"/>
          </a:p>
          <a:p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yoksullara</a:t>
            </a:r>
            <a:r>
              <a:rPr lang="en-US" dirty="0"/>
              <a:t> </a:t>
            </a:r>
            <a:r>
              <a:rPr lang="en-US" dirty="0" err="1"/>
              <a:t>ulaştırırsanız,bu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hayırlıdır.Bu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Allah, </a:t>
            </a:r>
            <a:r>
              <a:rPr lang="en-US" dirty="0" err="1"/>
              <a:t>günahlarınızdan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kısmını</a:t>
            </a:r>
            <a:r>
              <a:rPr lang="en-US" dirty="0"/>
              <a:t> </a:t>
            </a:r>
            <a:r>
              <a:rPr lang="en-US" dirty="0" err="1"/>
              <a:t>örter.Allah</a:t>
            </a:r>
            <a:r>
              <a:rPr lang="en-US" dirty="0"/>
              <a:t> </a:t>
            </a:r>
            <a:r>
              <a:rPr lang="en-US" dirty="0" err="1"/>
              <a:t>yaptıklarınızdan</a:t>
            </a:r>
            <a:r>
              <a:rPr lang="en-US" dirty="0"/>
              <a:t> </a:t>
            </a:r>
            <a:r>
              <a:rPr lang="en-US" dirty="0" err="1"/>
              <a:t>haberdardır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ayet,açıkça</a:t>
            </a:r>
            <a:r>
              <a:rPr lang="en-US" dirty="0"/>
              <a:t> </a:t>
            </a:r>
            <a:r>
              <a:rPr lang="en-US" dirty="0" err="1"/>
              <a:t>verilenin</a:t>
            </a:r>
            <a:r>
              <a:rPr lang="en-US" dirty="0"/>
              <a:t> </a:t>
            </a:r>
            <a:r>
              <a:rPr lang="en-US" dirty="0" err="1"/>
              <a:t>kolektife</a:t>
            </a:r>
            <a:r>
              <a:rPr lang="en-US" dirty="0"/>
              <a:t>, </a:t>
            </a:r>
            <a:r>
              <a:rPr lang="en-US" dirty="0" err="1"/>
              <a:t>gizlice</a:t>
            </a:r>
            <a:r>
              <a:rPr lang="en-US" dirty="0"/>
              <a:t> </a:t>
            </a:r>
            <a:r>
              <a:rPr lang="en-US" dirty="0" err="1"/>
              <a:t>verilenin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işlediğini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ne zaman verdin…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benle</a:t>
            </a:r>
            <a:r>
              <a:rPr lang="en-US" dirty="0"/>
              <a:t> </a:t>
            </a:r>
            <a:r>
              <a:rPr lang="en-US" dirty="0" err="1"/>
              <a:t>arandaysa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temizliktir</a:t>
            </a:r>
            <a:r>
              <a:rPr lang="en-US" dirty="0"/>
              <a:t>. Ama </a:t>
            </a:r>
            <a:r>
              <a:rPr lang="en-US" dirty="0" err="1"/>
              <a:t>toplumun</a:t>
            </a:r>
            <a:r>
              <a:rPr lang="en-US" dirty="0"/>
              <a:t> </a:t>
            </a:r>
            <a:r>
              <a:rPr lang="en-US" dirty="0" err="1"/>
              <a:t>kalbine</a:t>
            </a:r>
            <a:r>
              <a:rPr lang="en-US" dirty="0"/>
              <a:t> de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taşımak</a:t>
            </a:r>
            <a:r>
              <a:rPr lang="en-US" dirty="0"/>
              <a:t> </a:t>
            </a:r>
            <a:r>
              <a:rPr lang="en-US" dirty="0" err="1"/>
              <a:t>istiyorsan</a:t>
            </a:r>
            <a:r>
              <a:rPr lang="en-US" dirty="0"/>
              <a:t>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görünürlük</a:t>
            </a:r>
            <a:r>
              <a:rPr lang="en-US" dirty="0"/>
              <a:t> de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frekanstır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Sadakaları</a:t>
            </a:r>
            <a:r>
              <a:rPr lang="en-US" b="1" dirty="0"/>
              <a:t> </a:t>
            </a:r>
            <a:r>
              <a:rPr lang="en-US" b="1" dirty="0" err="1"/>
              <a:t>açıkça</a:t>
            </a:r>
            <a:r>
              <a:rPr lang="en-US" b="1" dirty="0"/>
              <a:t> </a:t>
            </a:r>
            <a:r>
              <a:rPr lang="en-US" b="1" dirty="0" err="1"/>
              <a:t>verirseniz</a:t>
            </a:r>
            <a:r>
              <a:rPr lang="en-US" b="1" dirty="0"/>
              <a:t>, </a:t>
            </a:r>
            <a:r>
              <a:rPr lang="en-US" b="1" dirty="0" err="1"/>
              <a:t>bu</a:t>
            </a:r>
            <a:r>
              <a:rPr lang="en-US" b="1" dirty="0"/>
              <a:t> </a:t>
            </a:r>
            <a:r>
              <a:rPr lang="en-US" b="1" dirty="0" err="1"/>
              <a:t>güzeldir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Açık </a:t>
            </a:r>
            <a:r>
              <a:rPr lang="en-US" dirty="0" err="1"/>
              <a:t>sadaka</a:t>
            </a:r>
            <a:r>
              <a:rPr lang="en-US" dirty="0"/>
              <a:t>: İlham </a:t>
            </a:r>
            <a:r>
              <a:rPr lang="en-US" dirty="0" err="1"/>
              <a:t>verir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Yol </a:t>
            </a:r>
            <a:r>
              <a:rPr lang="en-US" dirty="0" err="1"/>
              <a:t>gösterir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Kolektif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yükseltir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yakmaktır</a:t>
            </a:r>
            <a:r>
              <a:rPr lang="en-US" dirty="0"/>
              <a:t>. Ama </a:t>
            </a:r>
            <a:r>
              <a:rPr lang="en-US" dirty="0" err="1"/>
              <a:t>dikkat</a:t>
            </a:r>
            <a:r>
              <a:rPr lang="en-US" dirty="0"/>
              <a:t>: “</a:t>
            </a:r>
            <a:r>
              <a:rPr lang="en-US" dirty="0" err="1"/>
              <a:t>Görülsün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Gizlice</a:t>
            </a:r>
            <a:r>
              <a:rPr lang="en-US" b="1" dirty="0"/>
              <a:t> </a:t>
            </a:r>
            <a:r>
              <a:rPr lang="en-US" b="1" dirty="0" err="1"/>
              <a:t>verirseniz</a:t>
            </a:r>
            <a:r>
              <a:rPr lang="en-US" b="1" dirty="0"/>
              <a:t>, </a:t>
            </a:r>
            <a:r>
              <a:rPr lang="en-US" b="1" dirty="0" err="1"/>
              <a:t>bu</a:t>
            </a:r>
            <a:r>
              <a:rPr lang="en-US" b="1" dirty="0"/>
              <a:t>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hayırlıdır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: Ego </a:t>
            </a:r>
            <a:r>
              <a:rPr lang="en-US" dirty="0" err="1"/>
              <a:t>devreden</a:t>
            </a:r>
            <a:r>
              <a:rPr lang="en-US" dirty="0"/>
              <a:t> </a:t>
            </a:r>
            <a:r>
              <a:rPr lang="en-US" dirty="0" err="1"/>
              <a:t>çıkar</a:t>
            </a:r>
            <a:r>
              <a:rPr lang="en-US" dirty="0"/>
              <a:t> </a:t>
            </a:r>
            <a:r>
              <a:rPr lang="en-US" dirty="0" err="1"/>
              <a:t>Saflık</a:t>
            </a:r>
            <a:r>
              <a:rPr lang="en-US" dirty="0"/>
              <a:t> </a:t>
            </a:r>
            <a:r>
              <a:rPr lang="en-US" dirty="0" err="1"/>
              <a:t>büyür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Kalp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arınır</a:t>
            </a:r>
            <a:r>
              <a:rPr lang="en-US" dirty="0"/>
              <a:t> </a:t>
            </a:r>
            <a:r>
              <a:rPr lang="tr-TR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madde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sessizce</a:t>
            </a:r>
            <a:r>
              <a:rPr lang="en-US" dirty="0"/>
              <a:t> verdin… ama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kayıtlarına</a:t>
            </a:r>
            <a:r>
              <a:rPr lang="en-US" dirty="0"/>
              <a:t> </a:t>
            </a:r>
            <a:r>
              <a:rPr lang="en-US" dirty="0" err="1"/>
              <a:t>işledim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854364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EFD1AFF-EB52-44CB-8D48-E1D3C1F2E062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3. </a:t>
            </a:r>
          </a:p>
          <a:p>
            <a:r>
              <a:rPr lang="en-US" b="1" dirty="0"/>
              <a:t>“Bu </a:t>
            </a:r>
            <a:r>
              <a:rPr lang="en-US" b="1" dirty="0" err="1"/>
              <a:t>şekilde</a:t>
            </a:r>
            <a:r>
              <a:rPr lang="en-US" b="1" dirty="0"/>
              <a:t> Allah, </a:t>
            </a:r>
            <a:r>
              <a:rPr lang="en-US" b="1" dirty="0" err="1"/>
              <a:t>günahlarınızın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kısmını</a:t>
            </a:r>
            <a:r>
              <a:rPr lang="en-US" b="1" dirty="0"/>
              <a:t> </a:t>
            </a:r>
            <a:r>
              <a:rPr lang="en-US" b="1" dirty="0" err="1"/>
              <a:t>örter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Günah</a:t>
            </a:r>
            <a:r>
              <a:rPr lang="en-US" dirty="0"/>
              <a:t> =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düşüklüğü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kararması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Egoya</a:t>
            </a:r>
            <a:r>
              <a:rPr lang="en-US" dirty="0"/>
              <a:t> </a:t>
            </a:r>
            <a:r>
              <a:rPr lang="en-US" dirty="0" err="1"/>
              <a:t>düşme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,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bedenini</a:t>
            </a:r>
            <a:r>
              <a:rPr lang="en-US" dirty="0"/>
              <a:t> </a:t>
            </a:r>
            <a:r>
              <a:rPr lang="en-US" dirty="0" err="1"/>
              <a:t>nötralize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“Sen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aydınlattığında</a:t>
            </a:r>
            <a:r>
              <a:rPr lang="en-US" dirty="0"/>
              <a:t>, </a:t>
            </a:r>
            <a:r>
              <a:rPr lang="en-US" dirty="0" err="1"/>
              <a:t>kendindeki</a:t>
            </a:r>
            <a:r>
              <a:rPr lang="en-US" dirty="0"/>
              <a:t> </a:t>
            </a:r>
            <a:r>
              <a:rPr lang="en-US" dirty="0" err="1"/>
              <a:t>karanlık</a:t>
            </a:r>
            <a:r>
              <a:rPr lang="en-US" dirty="0"/>
              <a:t> da </a:t>
            </a:r>
            <a:r>
              <a:rPr lang="en-US" dirty="0" err="1"/>
              <a:t>çözülür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yaptıklarınızdan</a:t>
            </a:r>
            <a:r>
              <a:rPr lang="en-US" b="1" dirty="0"/>
              <a:t> </a:t>
            </a:r>
            <a:r>
              <a:rPr lang="en-US" b="1" dirty="0" err="1"/>
              <a:t>haberdardır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Görülmeyen</a:t>
            </a:r>
            <a:r>
              <a:rPr lang="en-US" dirty="0"/>
              <a:t> = </a:t>
            </a:r>
            <a:r>
              <a:rPr lang="en-US" dirty="0" err="1"/>
              <a:t>silinmiş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söyler</a:t>
            </a:r>
            <a:r>
              <a:rPr lang="en-US" dirty="0"/>
              <a:t>: “Ben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görmediklerini</a:t>
            </a:r>
            <a:r>
              <a:rPr lang="en-US" dirty="0"/>
              <a:t> de </a:t>
            </a:r>
            <a:r>
              <a:rPr lang="en-US" dirty="0" err="1"/>
              <a:t>şefkatle</a:t>
            </a:r>
            <a:r>
              <a:rPr lang="en-US" dirty="0"/>
              <a:t> </a:t>
            </a:r>
            <a:r>
              <a:rPr lang="en-US" dirty="0" err="1"/>
              <a:t>kaydederim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her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, </a:t>
            </a: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arandaki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köprüdür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halini</a:t>
            </a:r>
            <a:r>
              <a:rPr lang="en-US" dirty="0"/>
              <a:t> </a:t>
            </a:r>
            <a:r>
              <a:rPr lang="en-US" dirty="0" err="1"/>
              <a:t>gözlemlemeye</a:t>
            </a:r>
            <a:r>
              <a:rPr lang="en-US" dirty="0"/>
              <a:t>, </a:t>
            </a:r>
            <a:r>
              <a:rPr lang="en-US" dirty="0" err="1"/>
              <a:t>amacını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hizalamaya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Açık </a:t>
            </a:r>
            <a:r>
              <a:rPr lang="en-US" dirty="0" err="1"/>
              <a:t>sadaka</a:t>
            </a:r>
            <a:r>
              <a:rPr lang="en-US" dirty="0"/>
              <a:t> = </a:t>
            </a:r>
            <a:r>
              <a:rPr lang="en-US" dirty="0" err="1"/>
              <a:t>ilham</a:t>
            </a:r>
            <a:r>
              <a:rPr lang="en-US" dirty="0"/>
              <a:t>, </a:t>
            </a:r>
            <a:r>
              <a:rPr lang="en-US" dirty="0" err="1"/>
              <a:t>örnek</a:t>
            </a:r>
            <a:r>
              <a:rPr lang="en-US" dirty="0"/>
              <a:t>, </a:t>
            </a:r>
            <a:r>
              <a:rPr lang="en-US" dirty="0" err="1"/>
              <a:t>kolektif</a:t>
            </a:r>
            <a:r>
              <a:rPr lang="en-US" dirty="0"/>
              <a:t> </a:t>
            </a:r>
            <a:r>
              <a:rPr lang="en-US" dirty="0" err="1"/>
              <a:t>etki</a:t>
            </a:r>
            <a:r>
              <a:rPr lang="en-US" dirty="0"/>
              <a:t>. </a:t>
            </a: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</a:t>
            </a:r>
            <a:r>
              <a:rPr lang="en-US" dirty="0"/>
              <a:t>, </a:t>
            </a:r>
            <a:r>
              <a:rPr lang="en-US" dirty="0" err="1"/>
              <a:t>ruh</a:t>
            </a:r>
            <a:r>
              <a:rPr lang="en-US" dirty="0"/>
              <a:t> </a:t>
            </a:r>
            <a:r>
              <a:rPr lang="en-US" dirty="0" err="1"/>
              <a:t>temizliği</a:t>
            </a:r>
            <a:r>
              <a:rPr lang="en-US" dirty="0"/>
              <a:t>,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susturulması</a:t>
            </a:r>
            <a:r>
              <a:rPr lang="en-US" dirty="0"/>
              <a:t>. </a:t>
            </a:r>
            <a:r>
              <a:rPr lang="en-US" dirty="0" err="1"/>
              <a:t>Gizlice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, </a:t>
            </a:r>
            <a:r>
              <a:rPr lang="en-US" dirty="0" err="1"/>
              <a:t>Allah’la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alışveriştir</a:t>
            </a:r>
            <a:r>
              <a:rPr lang="en-US" dirty="0"/>
              <a:t>. Sen </a:t>
            </a:r>
            <a:r>
              <a:rPr lang="en-US" dirty="0" err="1"/>
              <a:t>unutsan</a:t>
            </a:r>
            <a:r>
              <a:rPr lang="en-US" dirty="0"/>
              <a:t> 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unutmaz</a:t>
            </a:r>
            <a:r>
              <a:rPr lang="tr-TR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verdin…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bilmedi</a:t>
            </a:r>
            <a:r>
              <a:rPr lang="en-US" dirty="0"/>
              <a:t>. Ama ben o </a:t>
            </a:r>
            <a:r>
              <a:rPr lang="en-US" dirty="0" err="1"/>
              <a:t>gece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içe</a:t>
            </a:r>
            <a:r>
              <a:rPr lang="en-US" dirty="0"/>
              <a:t> </a:t>
            </a:r>
            <a:r>
              <a:rPr lang="en-US" dirty="0" err="1"/>
              <a:t>arındırdım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benden</a:t>
            </a:r>
            <a:r>
              <a:rPr lang="en-US" dirty="0"/>
              <a:t> </a:t>
            </a:r>
            <a:r>
              <a:rPr lang="en-US" dirty="0" err="1"/>
              <a:t>başkası</a:t>
            </a:r>
            <a:r>
              <a:rPr lang="en-US" dirty="0"/>
              <a:t> </a:t>
            </a:r>
            <a:r>
              <a:rPr lang="en-US" dirty="0" err="1"/>
              <a:t>bilsin</a:t>
            </a:r>
            <a:r>
              <a:rPr lang="en-US" dirty="0"/>
              <a:t> </a:t>
            </a:r>
            <a:r>
              <a:rPr lang="en-US" dirty="0" err="1"/>
              <a:t>istemedin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ben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unutmadım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272.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ayet,bir</a:t>
            </a:r>
            <a:r>
              <a:rPr lang="en-US" dirty="0"/>
              <a:t> </a:t>
            </a:r>
            <a:r>
              <a:rPr lang="en-US" dirty="0" err="1"/>
              <a:t>başkasının</a:t>
            </a:r>
            <a:r>
              <a:rPr lang="en-US" dirty="0"/>
              <a:t> </a:t>
            </a:r>
            <a:r>
              <a:rPr lang="en-US" dirty="0" err="1"/>
              <a:t>dönüşümünden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,</a:t>
            </a:r>
          </a:p>
          <a:p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görevinin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olduğunu,ve</a:t>
            </a:r>
            <a:r>
              <a:rPr lang="tr-TR" dirty="0"/>
              <a:t>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dilediği</a:t>
            </a:r>
            <a:r>
              <a:rPr lang="en-US" dirty="0"/>
              <a:t> </a:t>
            </a:r>
            <a:r>
              <a:rPr lang="tr-TR" dirty="0"/>
              <a:t> </a:t>
            </a:r>
            <a:r>
              <a:rPr lang="en-US" dirty="0"/>
              <a:t>kalbi </a:t>
            </a:r>
            <a:r>
              <a:rPr lang="en-US" dirty="0" err="1"/>
              <a:t>kendine</a:t>
            </a:r>
            <a:r>
              <a:rPr lang="en-US" dirty="0"/>
              <a:t> </a:t>
            </a:r>
            <a:r>
              <a:rPr lang="en-US" dirty="0" err="1"/>
              <a:t>yönelttiğini</a:t>
            </a:r>
            <a:r>
              <a:rPr lang="en-US" dirty="0"/>
              <a:t> </a:t>
            </a:r>
            <a:r>
              <a:rPr lang="en-US" dirty="0" err="1"/>
              <a:t>bildirir.Çünkü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hidayeti</a:t>
            </a:r>
            <a:r>
              <a:rPr lang="en-US" dirty="0"/>
              <a:t> </a:t>
            </a:r>
            <a:r>
              <a:rPr lang="en-US" dirty="0" err="1"/>
              <a:t>taşımazsın</a:t>
            </a:r>
            <a:r>
              <a:rPr lang="en-US" dirty="0"/>
              <a:t>… Sen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niyetini</a:t>
            </a:r>
            <a:r>
              <a:rPr lang="en-US" dirty="0"/>
              <a:t> </a:t>
            </a:r>
            <a:r>
              <a:rPr lang="en-US" dirty="0" err="1"/>
              <a:t>taşırsın</a:t>
            </a:r>
            <a:r>
              <a:rPr lang="en-US" dirty="0"/>
              <a:t>. Ve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gönlünde</a:t>
            </a:r>
            <a:r>
              <a:rPr lang="en-US" dirty="0"/>
              <a:t> </a:t>
            </a:r>
            <a:r>
              <a:rPr lang="en-US" dirty="0" err="1"/>
              <a:t>yankı</a:t>
            </a:r>
            <a:r>
              <a:rPr lang="en-US" dirty="0"/>
              <a:t> </a:t>
            </a:r>
            <a:r>
              <a:rPr lang="en-US" dirty="0" err="1"/>
              <a:t>bulacaksa</a:t>
            </a:r>
            <a:r>
              <a:rPr lang="en-US" dirty="0"/>
              <a:t>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biliyorum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272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“Sen </a:t>
            </a:r>
            <a:r>
              <a:rPr lang="en-US" dirty="0" err="1"/>
              <a:t>Sadece</a:t>
            </a:r>
            <a:r>
              <a:rPr lang="en-US" dirty="0"/>
              <a:t> Ver </a:t>
            </a:r>
            <a:r>
              <a:rPr lang="en-US" dirty="0" err="1"/>
              <a:t>Kimin</a:t>
            </a:r>
            <a:r>
              <a:rPr lang="en-US" dirty="0"/>
              <a:t> </a:t>
            </a:r>
            <a:r>
              <a:rPr lang="en-US" dirty="0" err="1"/>
              <a:t>Döneceğine</a:t>
            </a:r>
            <a:r>
              <a:rPr lang="en-US" dirty="0"/>
              <a:t> Ben Karar </a:t>
            </a:r>
            <a:r>
              <a:rPr lang="en-US" dirty="0" err="1"/>
              <a:t>Veririm</a:t>
            </a:r>
            <a:r>
              <a:rPr lang="en-US" dirty="0"/>
              <a:t>” Hidayet </a:t>
            </a:r>
            <a:r>
              <a:rPr lang="en-US" dirty="0" err="1"/>
              <a:t>zorlama</a:t>
            </a:r>
            <a:r>
              <a:rPr lang="en-US" dirty="0"/>
              <a:t> </a:t>
            </a:r>
            <a:r>
              <a:rPr lang="en-US" dirty="0" err="1"/>
              <a:t>değil;Kalbin</a:t>
            </a:r>
            <a:r>
              <a:rPr lang="en-US" dirty="0"/>
              <a:t> </a:t>
            </a:r>
            <a:r>
              <a:rPr lang="en-US" dirty="0" err="1"/>
              <a:t>ışığına</a:t>
            </a:r>
            <a:r>
              <a:rPr lang="en-US" dirty="0"/>
              <a:t> </a:t>
            </a:r>
            <a:r>
              <a:rPr lang="en-US" dirty="0" err="1"/>
              <a:t>yönelmedir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yola</a:t>
            </a:r>
            <a:r>
              <a:rPr lang="en-US" dirty="0"/>
              <a:t> </a:t>
            </a:r>
            <a:r>
              <a:rPr lang="en-US" dirty="0" err="1"/>
              <a:t>iletmek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görevin</a:t>
            </a:r>
            <a:r>
              <a:rPr lang="en-US" dirty="0"/>
              <a:t> </a:t>
            </a:r>
            <a:r>
              <a:rPr lang="en-US" dirty="0" err="1"/>
              <a:t>değildir.Ama</a:t>
            </a:r>
            <a:r>
              <a:rPr lang="en-US" dirty="0"/>
              <a:t> Allah, </a:t>
            </a:r>
            <a:r>
              <a:rPr lang="en-US" dirty="0" err="1"/>
              <a:t>dilediğini</a:t>
            </a:r>
            <a:r>
              <a:rPr lang="en-US" dirty="0"/>
              <a:t> </a:t>
            </a:r>
            <a:r>
              <a:rPr lang="en-US" dirty="0" err="1"/>
              <a:t>hidayete</a:t>
            </a:r>
            <a:r>
              <a:rPr lang="en-US" dirty="0"/>
              <a:t> </a:t>
            </a:r>
            <a:r>
              <a:rPr lang="en-US" dirty="0" err="1"/>
              <a:t>erdirir.Hayır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ne </a:t>
            </a:r>
            <a:r>
              <a:rPr lang="en-US" dirty="0" err="1"/>
              <a:t>verirseniz</a:t>
            </a:r>
            <a:r>
              <a:rPr lang="tr-TR" dirty="0"/>
              <a:t>,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yararınızadır</a:t>
            </a:r>
            <a:r>
              <a:rPr lang="en-US" dirty="0"/>
              <a:t>.</a:t>
            </a:r>
          </a:p>
          <a:p>
            <a:r>
              <a:rPr lang="en-US" dirty="0" err="1"/>
              <a:t>Sadece</a:t>
            </a:r>
            <a:r>
              <a:rPr lang="en-US" dirty="0"/>
              <a:t> Allah </a:t>
            </a:r>
            <a:r>
              <a:rPr lang="en-US" dirty="0" err="1"/>
              <a:t>rızasını</a:t>
            </a:r>
            <a:r>
              <a:rPr lang="en-US" dirty="0"/>
              <a:t> </a:t>
            </a:r>
            <a:r>
              <a:rPr lang="en-US" dirty="0" err="1"/>
              <a:t>kazanmak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verirseniz,size</a:t>
            </a:r>
            <a:r>
              <a:rPr lang="en-US" dirty="0"/>
              <a:t> </a:t>
            </a:r>
            <a:r>
              <a:rPr lang="en-US" dirty="0" err="1"/>
              <a:t>verilenler</a:t>
            </a:r>
            <a:r>
              <a:rPr lang="en-US" dirty="0"/>
              <a:t> </a:t>
            </a:r>
            <a:r>
              <a:rPr lang="en-US" dirty="0" err="1"/>
              <a:t>eksiksiz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ödenir.Ve</a:t>
            </a:r>
            <a:r>
              <a:rPr lang="en-US" dirty="0"/>
              <a:t> </a:t>
            </a:r>
            <a:r>
              <a:rPr lang="en-US" dirty="0" err="1"/>
              <a:t>siz</a:t>
            </a:r>
            <a:r>
              <a:rPr lang="en-US" dirty="0"/>
              <a:t> </a:t>
            </a:r>
            <a:r>
              <a:rPr lang="en-US" dirty="0" err="1"/>
              <a:t>haksızlığa</a:t>
            </a:r>
            <a:r>
              <a:rPr lang="en-US" dirty="0"/>
              <a:t> </a:t>
            </a:r>
            <a:r>
              <a:rPr lang="en-US" dirty="0" err="1"/>
              <a:t>uğratılmazsınız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ayet,başkalarının</a:t>
            </a:r>
            <a:r>
              <a:rPr lang="en-US" dirty="0"/>
              <a:t> </a:t>
            </a:r>
            <a:r>
              <a:rPr lang="en-US" dirty="0" err="1"/>
              <a:t>uyanışından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olmadığını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tr-TR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niyetin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Allah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öğretir.Ve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“Senin </a:t>
            </a:r>
            <a:r>
              <a:rPr lang="en-US" dirty="0" err="1"/>
              <a:t>işin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.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işim</a:t>
            </a:r>
            <a:r>
              <a:rPr lang="en-US" dirty="0"/>
              <a:t> </a:t>
            </a:r>
            <a:r>
              <a:rPr lang="en-US" dirty="0" err="1"/>
              <a:t>kalpleri</a:t>
            </a:r>
            <a:r>
              <a:rPr lang="en-US" dirty="0"/>
              <a:t> </a:t>
            </a:r>
            <a:r>
              <a:rPr lang="en-US" dirty="0" err="1"/>
              <a:t>çevirmek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96799987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51A3B196-5F8E-5FF0-92EA-4873C7834375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doğru</a:t>
            </a:r>
            <a:r>
              <a:rPr lang="en-US" b="1" dirty="0"/>
              <a:t> </a:t>
            </a:r>
            <a:r>
              <a:rPr lang="en-US" b="1" dirty="0" err="1"/>
              <a:t>yola</a:t>
            </a:r>
            <a:r>
              <a:rPr lang="en-US" b="1" dirty="0"/>
              <a:t> </a:t>
            </a:r>
            <a:r>
              <a:rPr lang="en-US" b="1" dirty="0" err="1"/>
              <a:t>iletmek</a:t>
            </a:r>
            <a:r>
              <a:rPr lang="en-US" b="1" dirty="0"/>
              <a:t> sana </a:t>
            </a:r>
            <a:r>
              <a:rPr lang="en-US" b="1" dirty="0" err="1"/>
              <a:t>ait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Zorlamak</a:t>
            </a:r>
            <a:r>
              <a:rPr lang="en-US" dirty="0"/>
              <a:t>, </a:t>
            </a:r>
            <a:r>
              <a:rPr lang="en-US" dirty="0" err="1"/>
              <a:t>yönlendirmek</a:t>
            </a:r>
            <a:r>
              <a:rPr lang="en-US" dirty="0"/>
              <a:t>, </a:t>
            </a:r>
            <a:r>
              <a:rPr lang="en-US" dirty="0" err="1"/>
              <a:t>ısrar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baskı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doğasına</a:t>
            </a:r>
            <a:r>
              <a:rPr lang="en-US" dirty="0"/>
              <a:t> </a:t>
            </a:r>
            <a:r>
              <a:rPr lang="en-US" dirty="0" err="1"/>
              <a:t>aykırıdır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hidayet</a:t>
            </a:r>
            <a:r>
              <a:rPr lang="en-US" dirty="0"/>
              <a:t>: 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sesiyle</a:t>
            </a:r>
            <a:r>
              <a:rPr lang="en-US" dirty="0"/>
              <a:t> </a:t>
            </a:r>
            <a:r>
              <a:rPr lang="en-US" dirty="0" err="1"/>
              <a:t>yönelmesidir</a:t>
            </a:r>
            <a:r>
              <a:rPr lang="en-US" dirty="0"/>
              <a:t> </a:t>
            </a:r>
            <a:r>
              <a:rPr lang="en-US" dirty="0" err="1"/>
              <a:t>Işığa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adımıyla</a:t>
            </a:r>
            <a:r>
              <a:rPr lang="en-US" dirty="0"/>
              <a:t> </a:t>
            </a:r>
            <a:r>
              <a:rPr lang="en-US" dirty="0" err="1"/>
              <a:t>çıkmasıdır</a:t>
            </a:r>
            <a:r>
              <a:rPr lang="en-US" dirty="0"/>
              <a:t> “Sen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… ama </a:t>
            </a:r>
            <a:r>
              <a:rPr lang="en-US" dirty="0" err="1"/>
              <a:t>kimin</a:t>
            </a:r>
            <a:r>
              <a:rPr lang="en-US" dirty="0"/>
              <a:t> sana </a:t>
            </a:r>
            <a:r>
              <a:rPr lang="en-US" dirty="0" err="1"/>
              <a:t>bakacağını</a:t>
            </a:r>
            <a:r>
              <a:rPr lang="en-US" dirty="0"/>
              <a:t> ben </a:t>
            </a:r>
            <a:r>
              <a:rPr lang="en-US" dirty="0" err="1"/>
              <a:t>belirlerim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dilediğini</a:t>
            </a:r>
            <a:r>
              <a:rPr lang="en-US" b="1" dirty="0"/>
              <a:t> </a:t>
            </a:r>
            <a:r>
              <a:rPr lang="en-US" b="1" dirty="0" err="1"/>
              <a:t>hidayete</a:t>
            </a:r>
            <a:r>
              <a:rPr lang="en-US" b="1" dirty="0"/>
              <a:t> </a:t>
            </a:r>
            <a:r>
              <a:rPr lang="en-US" b="1" dirty="0" err="1"/>
              <a:t>erdirir</a:t>
            </a:r>
            <a:r>
              <a:rPr lang="en-US" b="1" dirty="0"/>
              <a:t>.”</a:t>
            </a:r>
          </a:p>
          <a:p>
            <a:r>
              <a:rPr lang="en-US" dirty="0" err="1"/>
              <a:t>Dilemek</a:t>
            </a:r>
            <a:r>
              <a:rPr lang="en-US" dirty="0"/>
              <a:t> = Enerji </a:t>
            </a:r>
            <a:r>
              <a:rPr lang="en-US" dirty="0" err="1"/>
              <a:t>rezonansı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hazır</a:t>
            </a:r>
            <a:r>
              <a:rPr lang="en-US" dirty="0"/>
              <a:t> </a:t>
            </a:r>
            <a:r>
              <a:rPr lang="en-US" dirty="0" err="1"/>
              <a:t>oluşu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Zamanın</a:t>
            </a:r>
            <a:r>
              <a:rPr lang="en-US" dirty="0"/>
              <a:t> </a:t>
            </a:r>
            <a:r>
              <a:rPr lang="en-US" dirty="0" err="1"/>
              <a:t>açılması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her </a:t>
            </a:r>
            <a:r>
              <a:rPr lang="en-US" dirty="0" err="1"/>
              <a:t>doğruyu</a:t>
            </a:r>
            <a:r>
              <a:rPr lang="en-US" dirty="0"/>
              <a:t> </a:t>
            </a:r>
            <a:r>
              <a:rPr lang="en-US" dirty="0" err="1"/>
              <a:t>bilsen</a:t>
            </a:r>
            <a:r>
              <a:rPr lang="en-US" dirty="0"/>
              <a:t> de… </a:t>
            </a:r>
            <a:r>
              <a:rPr lang="en-US" dirty="0" err="1"/>
              <a:t>ancak</a:t>
            </a:r>
            <a:r>
              <a:rPr lang="en-US" dirty="0"/>
              <a:t> kalbi </a:t>
            </a:r>
            <a:r>
              <a:rPr lang="en-US" dirty="0" err="1"/>
              <a:t>açılmışsa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görebilir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Hayır</a:t>
            </a:r>
            <a:r>
              <a:rPr lang="en-US" b="1" dirty="0"/>
              <a:t> </a:t>
            </a:r>
            <a:r>
              <a:rPr lang="en-US" b="1" dirty="0" err="1"/>
              <a:t>olarak</a:t>
            </a:r>
            <a:r>
              <a:rPr lang="en-US" b="1" dirty="0"/>
              <a:t> ne </a:t>
            </a:r>
            <a:r>
              <a:rPr lang="en-US" b="1" dirty="0" err="1"/>
              <a:t>verirseniz</a:t>
            </a:r>
            <a:r>
              <a:rPr lang="en-US" b="1" dirty="0"/>
              <a:t>, </a:t>
            </a:r>
            <a:r>
              <a:rPr lang="en-US" b="1" dirty="0" err="1"/>
              <a:t>kendiniz</a:t>
            </a:r>
            <a:r>
              <a:rPr lang="en-US" b="1" dirty="0"/>
              <a:t> </a:t>
            </a:r>
            <a:r>
              <a:rPr lang="en-US" b="1" dirty="0" err="1"/>
              <a:t>içindir</a:t>
            </a:r>
            <a:r>
              <a:rPr lang="en-US" b="1" dirty="0"/>
              <a:t>.”</a:t>
            </a:r>
          </a:p>
          <a:p>
            <a:r>
              <a:rPr lang="en-US" dirty="0"/>
              <a:t>Her </a:t>
            </a:r>
            <a:r>
              <a:rPr lang="en-US" dirty="0" err="1"/>
              <a:t>verme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yatırımdır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şeyler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. “Sen </a:t>
            </a:r>
            <a:r>
              <a:rPr lang="en-US" dirty="0" err="1"/>
              <a:t>başkasına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aktarıyorsun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rızası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verirseniz</a:t>
            </a:r>
            <a:r>
              <a:rPr lang="en-US" b="1" dirty="0"/>
              <a:t>…”</a:t>
            </a:r>
          </a:p>
          <a:p>
            <a:r>
              <a:rPr lang="en-US" dirty="0"/>
              <a:t>Bu, </a:t>
            </a:r>
            <a:r>
              <a:rPr lang="en-US" dirty="0" err="1"/>
              <a:t>Gösterişten</a:t>
            </a:r>
            <a:r>
              <a:rPr lang="en-US" dirty="0"/>
              <a:t> </a:t>
            </a:r>
            <a:r>
              <a:rPr lang="en-US" dirty="0" err="1"/>
              <a:t>uzak</a:t>
            </a:r>
            <a:r>
              <a:rPr lang="tr-TR" dirty="0"/>
              <a:t>,</a:t>
            </a:r>
            <a:r>
              <a:rPr lang="en-US" dirty="0" err="1"/>
              <a:t>Beklentisiz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 </a:t>
            </a:r>
            <a:r>
              <a:rPr lang="en-US" dirty="0" err="1"/>
              <a:t>isteyen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kalptir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birleşir</a:t>
            </a:r>
            <a:r>
              <a:rPr lang="en-US" dirty="0"/>
              <a:t>. “Sen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…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döndürürüm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“Size </a:t>
            </a:r>
            <a:r>
              <a:rPr lang="en-US" b="1" dirty="0" err="1"/>
              <a:t>eksiksiz</a:t>
            </a:r>
            <a:r>
              <a:rPr lang="en-US" b="1" dirty="0"/>
              <a:t> </a:t>
            </a:r>
            <a:r>
              <a:rPr lang="en-US" b="1" dirty="0" err="1"/>
              <a:t>ödenir</a:t>
            </a:r>
            <a:r>
              <a:rPr lang="en-US" b="1" dirty="0"/>
              <a:t>, </a:t>
            </a:r>
            <a:r>
              <a:rPr lang="en-US" b="1" dirty="0" err="1"/>
              <a:t>haksızlık</a:t>
            </a:r>
            <a:r>
              <a:rPr lang="en-US" b="1" dirty="0"/>
              <a:t> </a:t>
            </a:r>
            <a:r>
              <a:rPr lang="en-US" b="1" dirty="0" err="1"/>
              <a:t>edilmez</a:t>
            </a:r>
            <a:r>
              <a:rPr lang="en-US" b="1" dirty="0"/>
              <a:t>.”</a:t>
            </a:r>
          </a:p>
          <a:p>
            <a:r>
              <a:rPr lang="en-US" dirty="0" err="1"/>
              <a:t>Verdiğin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Unutulmaz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Eksiltilmez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ardı</a:t>
            </a:r>
            <a:r>
              <a:rPr lang="en-US" dirty="0"/>
              <a:t> </a:t>
            </a:r>
            <a:r>
              <a:rPr lang="en-US" dirty="0" err="1"/>
              <a:t>edilmez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“Senin </a:t>
            </a:r>
            <a:r>
              <a:rPr lang="en-US" dirty="0" err="1"/>
              <a:t>hakkını</a:t>
            </a:r>
            <a:r>
              <a:rPr lang="en-US" dirty="0"/>
              <a:t> ben </a:t>
            </a:r>
            <a:r>
              <a:rPr lang="en-US" dirty="0" err="1"/>
              <a:t>tutarım</a:t>
            </a:r>
            <a:r>
              <a:rPr lang="en-US" dirty="0"/>
              <a:t>. </a:t>
            </a:r>
            <a:r>
              <a:rPr lang="en-US" dirty="0" err="1"/>
              <a:t>İnsan</a:t>
            </a:r>
            <a:r>
              <a:rPr lang="en-US" dirty="0"/>
              <a:t> </a:t>
            </a:r>
            <a:r>
              <a:rPr lang="en-US" dirty="0" err="1"/>
              <a:t>unutsa</a:t>
            </a:r>
            <a:r>
              <a:rPr lang="en-US" dirty="0"/>
              <a:t> da…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hafızam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unutmaz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ayet,gerçek</a:t>
            </a:r>
            <a:r>
              <a:rPr lang="en-US" dirty="0"/>
              <a:t> </a:t>
            </a:r>
            <a:r>
              <a:rPr lang="en-US" dirty="0" err="1"/>
              <a:t>sahiplerini</a:t>
            </a:r>
            <a:r>
              <a:rPr lang="en-US" dirty="0"/>
              <a:t> </a:t>
            </a:r>
            <a:r>
              <a:rPr lang="en-US" dirty="0" err="1"/>
              <a:t>tanımlar:Görünmeyen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sahiplerini</a:t>
            </a:r>
            <a:r>
              <a:rPr lang="en-US" dirty="0"/>
              <a:t>, </a:t>
            </a:r>
            <a:r>
              <a:rPr lang="en-US" dirty="0" err="1"/>
              <a:t>onuruyla</a:t>
            </a:r>
            <a:r>
              <a:rPr lang="en-US" dirty="0"/>
              <a:t> </a:t>
            </a:r>
            <a:r>
              <a:rPr lang="en-US" dirty="0" err="1"/>
              <a:t>acısını</a:t>
            </a:r>
            <a:r>
              <a:rPr lang="en-US" dirty="0"/>
              <a:t> </a:t>
            </a:r>
            <a:r>
              <a:rPr lang="en-US" dirty="0" err="1"/>
              <a:t>gizleyenleri,ve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gözüyle</a:t>
            </a:r>
            <a:r>
              <a:rPr lang="en-US" dirty="0"/>
              <a:t> fark </a:t>
            </a:r>
            <a:r>
              <a:rPr lang="en-US" dirty="0" err="1"/>
              <a:t>edilenleri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her zaman </a:t>
            </a:r>
            <a:r>
              <a:rPr lang="en-US" dirty="0" err="1"/>
              <a:t>bağırmaz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ben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gönülleri</a:t>
            </a:r>
            <a:r>
              <a:rPr lang="en-US" dirty="0"/>
              <a:t> sana </a:t>
            </a:r>
            <a:r>
              <a:rPr lang="en-US" dirty="0" err="1"/>
              <a:t>yavaşça</a:t>
            </a:r>
            <a:r>
              <a:rPr lang="en-US" dirty="0"/>
              <a:t> </a:t>
            </a:r>
            <a:r>
              <a:rPr lang="en-US" dirty="0" err="1"/>
              <a:t>fısıldarım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bilen</a:t>
            </a:r>
            <a:r>
              <a:rPr lang="en-US" dirty="0"/>
              <a:t> </a:t>
            </a:r>
            <a:r>
              <a:rPr lang="en-US" dirty="0" err="1"/>
              <a:t>ruhlardır</a:t>
            </a:r>
            <a:r>
              <a:rPr lang="en-US" dirty="0"/>
              <a:t> </a:t>
            </a:r>
            <a:r>
              <a:rPr lang="en-US" dirty="0" err="1"/>
              <a:t>sustukça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çağırırlar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273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Gizlenen</a:t>
            </a:r>
            <a:r>
              <a:rPr lang="en-US" dirty="0"/>
              <a:t> </a:t>
            </a:r>
            <a:r>
              <a:rPr lang="en-US" dirty="0" err="1"/>
              <a:t>İhtiyaç</a:t>
            </a:r>
            <a:r>
              <a:rPr lang="en-US" dirty="0"/>
              <a:t> </a:t>
            </a:r>
            <a:r>
              <a:rPr lang="en-US" dirty="0" err="1"/>
              <a:t>Onurlu</a:t>
            </a:r>
            <a:r>
              <a:rPr lang="en-US" dirty="0"/>
              <a:t> </a:t>
            </a:r>
            <a:r>
              <a:rPr lang="en-US" dirty="0" err="1"/>
              <a:t>Ruhları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Kalp </a:t>
            </a:r>
            <a:r>
              <a:rPr lang="en-US" dirty="0" err="1"/>
              <a:t>Gözün</a:t>
            </a:r>
            <a:r>
              <a:rPr lang="en-US" dirty="0"/>
              <a:t> </a:t>
            </a:r>
            <a:r>
              <a:rPr lang="en-US" dirty="0" err="1"/>
              <a:t>Görür</a:t>
            </a:r>
            <a:r>
              <a:rPr lang="en-US" dirty="0"/>
              <a:t>”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infak,Yalnızca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çıkmayanı</a:t>
            </a:r>
            <a:r>
              <a:rPr lang="en-US" dirty="0"/>
              <a:t> </a:t>
            </a:r>
            <a:r>
              <a:rPr lang="en-US" dirty="0" err="1"/>
              <a:t>duyanlara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 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9004140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26571A9-7DCC-15C9-FCF1-22D86F903B58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273.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 err="1"/>
              <a:t>Sadakalar,kendilerini</a:t>
            </a:r>
            <a:r>
              <a:rPr lang="en-US" dirty="0"/>
              <a:t> Allah </a:t>
            </a:r>
            <a:r>
              <a:rPr lang="en-US" dirty="0" err="1"/>
              <a:t>yoluna</a:t>
            </a:r>
            <a:r>
              <a:rPr lang="en-US" dirty="0"/>
              <a:t> </a:t>
            </a:r>
            <a:r>
              <a:rPr lang="en-US" dirty="0" err="1"/>
              <a:t>adamış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yoksullar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.</a:t>
            </a:r>
          </a:p>
          <a:p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yeryüzünde</a:t>
            </a:r>
            <a:r>
              <a:rPr lang="en-US" dirty="0"/>
              <a:t> </a:t>
            </a:r>
            <a:r>
              <a:rPr lang="en-US" dirty="0" err="1"/>
              <a:t>dolaşamazlar</a:t>
            </a:r>
            <a:r>
              <a:rPr lang="en-US" dirty="0"/>
              <a:t> (</a:t>
            </a:r>
            <a:r>
              <a:rPr lang="en-US" dirty="0" err="1"/>
              <a:t>çalışamaz</a:t>
            </a:r>
            <a:r>
              <a:rPr lang="en-US" dirty="0"/>
              <a:t> </a:t>
            </a:r>
            <a:r>
              <a:rPr lang="en-US" dirty="0" err="1"/>
              <a:t>durumdadırlar</a:t>
            </a:r>
            <a:r>
              <a:rPr lang="en-US" dirty="0"/>
              <a:t>).</a:t>
            </a:r>
          </a:p>
          <a:p>
            <a:r>
              <a:rPr lang="en-US" dirty="0" err="1"/>
              <a:t>Bilmeyen</a:t>
            </a:r>
            <a:r>
              <a:rPr lang="en-US" dirty="0"/>
              <a:t> </a:t>
            </a:r>
            <a:r>
              <a:rPr lang="en-US" dirty="0" err="1"/>
              <a:t>kimse,onların</a:t>
            </a:r>
            <a:r>
              <a:rPr lang="en-US" dirty="0"/>
              <a:t> </a:t>
            </a:r>
            <a:r>
              <a:rPr lang="en-US" dirty="0" err="1"/>
              <a:t>halini</a:t>
            </a:r>
            <a:r>
              <a:rPr lang="en-US" dirty="0"/>
              <a:t> </a:t>
            </a:r>
            <a:r>
              <a:rPr lang="en-US" dirty="0" err="1"/>
              <a:t>zengin</a:t>
            </a:r>
            <a:r>
              <a:rPr lang="en-US" dirty="0"/>
              <a:t> </a:t>
            </a:r>
            <a:r>
              <a:rPr lang="en-US" dirty="0" err="1"/>
              <a:t>sanır,çünkü</a:t>
            </a:r>
            <a:r>
              <a:rPr lang="en-US" dirty="0"/>
              <a:t> </a:t>
            </a:r>
            <a:r>
              <a:rPr lang="en-US" dirty="0" err="1"/>
              <a:t>isteyip</a:t>
            </a:r>
            <a:r>
              <a:rPr lang="en-US" dirty="0"/>
              <a:t> </a:t>
            </a:r>
            <a:r>
              <a:rPr lang="en-US" dirty="0" err="1"/>
              <a:t>durmazlar</a:t>
            </a:r>
            <a:r>
              <a:rPr lang="en-US" dirty="0"/>
              <a:t>.</a:t>
            </a:r>
          </a:p>
          <a:p>
            <a:r>
              <a:rPr lang="en-US" dirty="0"/>
              <a:t>Sen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yüzlerinden</a:t>
            </a:r>
            <a:r>
              <a:rPr lang="en-US" dirty="0"/>
              <a:t> </a:t>
            </a:r>
            <a:r>
              <a:rPr lang="en-US" dirty="0" err="1"/>
              <a:t>tanırsın.Gerçekten</a:t>
            </a:r>
            <a:r>
              <a:rPr lang="en-US" dirty="0"/>
              <a:t> </a:t>
            </a:r>
            <a:r>
              <a:rPr lang="en-US" dirty="0" err="1"/>
              <a:t>ihtiyaçları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hâlde</a:t>
            </a:r>
            <a:endParaRPr lang="en-US" dirty="0"/>
          </a:p>
          <a:p>
            <a:r>
              <a:rPr lang="en-US" dirty="0" err="1"/>
              <a:t>insanlardan</a:t>
            </a:r>
            <a:r>
              <a:rPr lang="en-US" dirty="0"/>
              <a:t> </a:t>
            </a:r>
            <a:r>
              <a:rPr lang="en-US" dirty="0" err="1"/>
              <a:t>ısrarla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istemezler.Her</a:t>
            </a:r>
            <a:r>
              <a:rPr lang="en-US" dirty="0"/>
              <a:t> ne </a:t>
            </a:r>
            <a:r>
              <a:rPr lang="en-US" dirty="0" err="1"/>
              <a:t>hayır</a:t>
            </a:r>
            <a:r>
              <a:rPr lang="en-US" dirty="0"/>
              <a:t> </a:t>
            </a:r>
            <a:r>
              <a:rPr lang="en-US" dirty="0" err="1"/>
              <a:t>verirseniz</a:t>
            </a:r>
            <a:r>
              <a:rPr lang="en-US" dirty="0"/>
              <a:t>,</a:t>
            </a:r>
          </a:p>
          <a:p>
            <a:r>
              <a:rPr lang="en-US" dirty="0" err="1"/>
              <a:t>şüphesiz</a:t>
            </a:r>
            <a:r>
              <a:rPr lang="en-US" dirty="0"/>
              <a:t> Allah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.</a:t>
            </a:r>
            <a:endParaRPr lang="tr-TR" dirty="0"/>
          </a:p>
          <a:p>
            <a:endParaRPr lang="tr-TR" dirty="0"/>
          </a:p>
          <a:p>
            <a:r>
              <a:rPr lang="tr-TR" b="1" dirty="0"/>
              <a:t>273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ayet,dışarıdan</a:t>
            </a:r>
            <a:r>
              <a:rPr lang="en-US" dirty="0"/>
              <a:t> </a:t>
            </a:r>
            <a:r>
              <a:rPr lang="en-US" dirty="0" err="1"/>
              <a:t>görülmeyen</a:t>
            </a:r>
            <a:r>
              <a:rPr lang="en-US" dirty="0"/>
              <a:t>, ama </a:t>
            </a:r>
            <a:r>
              <a:rPr lang="en-US" dirty="0" err="1"/>
              <a:t>içeride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yük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ruhlara</a:t>
            </a:r>
            <a:r>
              <a:rPr lang="en-US" dirty="0"/>
              <a:t> </a:t>
            </a:r>
            <a:r>
              <a:rPr lang="en-US" dirty="0" err="1"/>
              <a:t>işaret</a:t>
            </a:r>
            <a:r>
              <a:rPr lang="en-US" dirty="0"/>
              <a:t> </a:t>
            </a:r>
            <a:r>
              <a:rPr lang="en-US" dirty="0" err="1"/>
              <a:t>eder.Ve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bağıranı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titreşeni</a:t>
            </a:r>
            <a:r>
              <a:rPr lang="en-US" dirty="0"/>
              <a:t> fark </a:t>
            </a:r>
            <a:r>
              <a:rPr lang="en-US" dirty="0" err="1"/>
              <a:t>edersen</a:t>
            </a:r>
            <a:r>
              <a:rPr lang="en-US" dirty="0"/>
              <a:t>… </a:t>
            </a:r>
            <a:r>
              <a:rPr lang="en-US" dirty="0" err="1"/>
              <a:t>işte</a:t>
            </a:r>
            <a:r>
              <a:rPr lang="en-US" dirty="0"/>
              <a:t> o zaman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infaka</a:t>
            </a:r>
            <a:r>
              <a:rPr lang="en-US" dirty="0"/>
              <a:t> </a:t>
            </a:r>
            <a:r>
              <a:rPr lang="en-US" dirty="0" err="1"/>
              <a:t>dokunmuş</a:t>
            </a:r>
            <a:r>
              <a:rPr lang="en-US" dirty="0"/>
              <a:t> </a:t>
            </a:r>
            <a:r>
              <a:rPr lang="en-US" dirty="0" err="1"/>
              <a:t>olursun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Kendilerini</a:t>
            </a:r>
            <a:r>
              <a:rPr lang="en-US" b="1" dirty="0"/>
              <a:t> Allah </a:t>
            </a:r>
            <a:r>
              <a:rPr lang="en-US" b="1" dirty="0" err="1"/>
              <a:t>yoluna</a:t>
            </a:r>
            <a:r>
              <a:rPr lang="en-US" b="1" dirty="0"/>
              <a:t> </a:t>
            </a:r>
            <a:r>
              <a:rPr lang="en-US" b="1" dirty="0" err="1"/>
              <a:t>adamış</a:t>
            </a:r>
            <a:r>
              <a:rPr lang="en-US" b="1" dirty="0"/>
              <a:t> </a:t>
            </a:r>
            <a:r>
              <a:rPr lang="en-US" b="1" dirty="0" err="1"/>
              <a:t>yoksullar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insanlar</a:t>
            </a:r>
            <a:r>
              <a:rPr lang="en-US" dirty="0"/>
              <a:t> </a:t>
            </a:r>
            <a:r>
              <a:rPr lang="en-US" dirty="0" err="1"/>
              <a:t>Görünmeyebilir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Dilenmez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Hayatlarını</a:t>
            </a:r>
            <a:r>
              <a:rPr lang="en-US" dirty="0"/>
              <a:t> </a:t>
            </a:r>
            <a:r>
              <a:rPr lang="en-US" dirty="0" err="1"/>
              <a:t>adanmışlıkla</a:t>
            </a:r>
            <a:r>
              <a:rPr lang="en-US" dirty="0"/>
              <a:t> </a:t>
            </a:r>
            <a:r>
              <a:rPr lang="en-US" dirty="0" err="1"/>
              <a:t>geçirir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Onlar</a:t>
            </a:r>
            <a:r>
              <a:rPr lang="en-US" dirty="0"/>
              <a:t>, </a:t>
            </a:r>
            <a:r>
              <a:rPr lang="en-US" dirty="0" err="1"/>
              <a:t>sessiz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ruhlardır</a:t>
            </a:r>
            <a:r>
              <a:rPr lang="en-US" dirty="0"/>
              <a:t>. </a:t>
            </a:r>
            <a:r>
              <a:rPr lang="tr-TR" dirty="0"/>
              <a:t>V</a:t>
            </a:r>
            <a:r>
              <a:rPr lang="en-US" dirty="0"/>
              <a:t>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içime</a:t>
            </a:r>
            <a:r>
              <a:rPr lang="en-US" dirty="0"/>
              <a:t> </a:t>
            </a:r>
            <a:r>
              <a:rPr lang="en-US" dirty="0" err="1"/>
              <a:t>dönmüş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… ama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sustukları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onları</a:t>
            </a:r>
            <a:r>
              <a:rPr lang="en-US" dirty="0"/>
              <a:t> </a:t>
            </a:r>
            <a:r>
              <a:rPr lang="en-US" dirty="0" err="1"/>
              <a:t>görmez</a:t>
            </a:r>
            <a:r>
              <a:rPr lang="en-US" dirty="0"/>
              <a:t>.” </a:t>
            </a:r>
            <a:endParaRPr lang="en-TR" b="1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Yeryüzünde</a:t>
            </a:r>
            <a:r>
              <a:rPr lang="en-US" b="1" dirty="0"/>
              <a:t> </a:t>
            </a:r>
            <a:r>
              <a:rPr lang="en-US" b="1" dirty="0" err="1"/>
              <a:t>dolaşamazlar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Yani: Maddi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edemezler</a:t>
            </a:r>
            <a:r>
              <a:rPr lang="en-US" dirty="0"/>
              <a:t> </a:t>
            </a:r>
            <a:r>
              <a:rPr lang="en-US" dirty="0" err="1"/>
              <a:t>Sosyal</a:t>
            </a:r>
            <a:r>
              <a:rPr lang="en-US" dirty="0"/>
              <a:t> </a:t>
            </a:r>
            <a:r>
              <a:rPr lang="en-US" dirty="0" err="1"/>
              <a:t>görünürlükleri</a:t>
            </a:r>
            <a:r>
              <a:rPr lang="en-US" dirty="0"/>
              <a:t> </a:t>
            </a:r>
            <a:r>
              <a:rPr lang="en-US" dirty="0" err="1"/>
              <a:t>düşüktür</a:t>
            </a:r>
            <a:r>
              <a:rPr lang="en-US" dirty="0"/>
              <a:t> </a:t>
            </a:r>
          </a:p>
          <a:p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döngüsüne</a:t>
            </a:r>
            <a:r>
              <a:rPr lang="en-US" dirty="0"/>
              <a:t> </a:t>
            </a:r>
            <a:r>
              <a:rPr lang="en-US" dirty="0" err="1"/>
              <a:t>katılamazlar</a:t>
            </a:r>
            <a:r>
              <a:rPr lang="tr-TR" dirty="0"/>
              <a:t>.</a:t>
            </a:r>
            <a:r>
              <a:rPr lang="en-US" dirty="0"/>
              <a:t>Ama </a:t>
            </a:r>
            <a:r>
              <a:rPr lang="en-US" dirty="0" err="1"/>
              <a:t>içlerinde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titreşim</a:t>
            </a:r>
            <a:r>
              <a:rPr lang="en-US" dirty="0"/>
              <a:t> </a:t>
            </a:r>
            <a:r>
              <a:rPr lang="en-US" dirty="0" err="1"/>
              <a:t>taşırlar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İstemeyip</a:t>
            </a:r>
            <a:r>
              <a:rPr lang="en-US" b="1" dirty="0"/>
              <a:t> </a:t>
            </a:r>
            <a:r>
              <a:rPr lang="en-US" b="1" dirty="0" err="1"/>
              <a:t>durmadıkları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, </a:t>
            </a:r>
            <a:r>
              <a:rPr lang="en-US" b="1" dirty="0" err="1"/>
              <a:t>zengin</a:t>
            </a:r>
            <a:r>
              <a:rPr lang="en-US" b="1" dirty="0"/>
              <a:t> </a:t>
            </a:r>
            <a:r>
              <a:rPr lang="en-US" b="1" dirty="0" err="1"/>
              <a:t>sanılırlar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çarpıcı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burasıdır</a:t>
            </a:r>
            <a:r>
              <a:rPr lang="en-US" dirty="0"/>
              <a:t>: </a:t>
            </a:r>
            <a:r>
              <a:rPr lang="en-US" dirty="0" err="1"/>
              <a:t>İhtiyaçları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susarlar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her zaman </a:t>
            </a:r>
            <a:r>
              <a:rPr lang="en-US" dirty="0" err="1"/>
              <a:t>susar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onurla</a:t>
            </a:r>
            <a:r>
              <a:rPr lang="en-US" dirty="0"/>
              <a:t> </a:t>
            </a:r>
            <a:r>
              <a:rPr lang="en-US" dirty="0" err="1"/>
              <a:t>taşınan</a:t>
            </a:r>
            <a:r>
              <a:rPr lang="en-US" dirty="0"/>
              <a:t> </a:t>
            </a:r>
            <a:r>
              <a:rPr lang="en-US" dirty="0" err="1"/>
              <a:t>eksiklik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, </a:t>
            </a:r>
            <a:r>
              <a:rPr lang="en-US" dirty="0" err="1"/>
              <a:t>ağızla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“Sen </a:t>
            </a:r>
            <a:r>
              <a:rPr lang="en-US" b="1" dirty="0" err="1"/>
              <a:t>onları</a:t>
            </a:r>
            <a:r>
              <a:rPr lang="en-US" b="1" dirty="0"/>
              <a:t> </a:t>
            </a:r>
            <a:r>
              <a:rPr lang="en-US" b="1" dirty="0" err="1"/>
              <a:t>yüzlerinden</a:t>
            </a:r>
            <a:r>
              <a:rPr lang="en-US" b="1" dirty="0"/>
              <a:t> </a:t>
            </a:r>
            <a:r>
              <a:rPr lang="en-US" b="1" dirty="0" err="1"/>
              <a:t>tanırsın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gözüne</a:t>
            </a:r>
            <a:r>
              <a:rPr lang="en-US" dirty="0"/>
              <a:t> </a:t>
            </a:r>
            <a:r>
              <a:rPr lang="en-US" dirty="0" err="1"/>
              <a:t>hitaptır</a:t>
            </a:r>
            <a:r>
              <a:rPr lang="en-US" dirty="0"/>
              <a:t>. </a:t>
            </a:r>
            <a:r>
              <a:rPr lang="en-US" dirty="0" err="1"/>
              <a:t>Gözlerinde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sessizlik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Yüzlerinde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yük</a:t>
            </a:r>
            <a:r>
              <a:rPr lang="en-US" dirty="0"/>
              <a:t> </a:t>
            </a:r>
          </a:p>
          <a:p>
            <a:r>
              <a:rPr lang="en-US" dirty="0"/>
              <a:t>Ama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zarafet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bakarsan</a:t>
            </a:r>
            <a:r>
              <a:rPr lang="en-US" dirty="0"/>
              <a:t>… ben </a:t>
            </a:r>
            <a:r>
              <a:rPr lang="en-US" dirty="0" err="1"/>
              <a:t>onları</a:t>
            </a:r>
            <a:r>
              <a:rPr lang="en-US" dirty="0"/>
              <a:t> sana </a:t>
            </a:r>
            <a:r>
              <a:rPr lang="en-US" dirty="0" err="1"/>
              <a:t>gösteririm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“Allah her ne </a:t>
            </a:r>
            <a:r>
              <a:rPr lang="en-US" b="1" dirty="0" err="1"/>
              <a:t>hayır</a:t>
            </a:r>
            <a:r>
              <a:rPr lang="en-US" b="1" dirty="0"/>
              <a:t> </a:t>
            </a:r>
            <a:r>
              <a:rPr lang="en-US" b="1" dirty="0" err="1"/>
              <a:t>verirsen</a:t>
            </a:r>
            <a:r>
              <a:rPr lang="en-US" b="1" dirty="0"/>
              <a:t>, </a:t>
            </a:r>
            <a:r>
              <a:rPr lang="en-US" b="1" dirty="0" err="1"/>
              <a:t>onu</a:t>
            </a:r>
            <a:r>
              <a:rPr lang="en-US" b="1" dirty="0"/>
              <a:t> </a:t>
            </a:r>
            <a:r>
              <a:rPr lang="en-US" b="1" dirty="0" err="1"/>
              <a:t>bilir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Yine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yasası</a:t>
            </a:r>
            <a:r>
              <a:rPr lang="en-US" dirty="0"/>
              <a:t>: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görmese</a:t>
            </a:r>
            <a:r>
              <a:rPr lang="en-US" dirty="0"/>
              <a:t> de </a:t>
            </a:r>
            <a:r>
              <a:rPr lang="en-US" dirty="0" err="1"/>
              <a:t>Kimse</a:t>
            </a:r>
            <a:r>
              <a:rPr lang="en-US" dirty="0"/>
              <a:t> </a:t>
            </a:r>
            <a:r>
              <a:rPr lang="en-US" dirty="0" err="1"/>
              <a:t>duymasa</a:t>
            </a:r>
            <a:r>
              <a:rPr lang="en-US" dirty="0"/>
              <a:t> da </a:t>
            </a:r>
          </a:p>
          <a:p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kalpten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kaydedilmiştir</a:t>
            </a:r>
            <a:r>
              <a:rPr lang="en-US" dirty="0"/>
              <a:t>. Ve Allah der ki: </a:t>
            </a:r>
            <a:br>
              <a:rPr lang="en-US" dirty="0"/>
            </a:br>
            <a:r>
              <a:rPr lang="en-US" dirty="0"/>
              <a:t>“Sen o </a:t>
            </a:r>
            <a:r>
              <a:rPr lang="en-US" dirty="0" err="1"/>
              <a:t>sustuğu</a:t>
            </a:r>
            <a:r>
              <a:rPr lang="en-US" dirty="0"/>
              <a:t>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dokundun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… ben o </a:t>
            </a:r>
            <a:r>
              <a:rPr lang="en-US" dirty="0" err="1"/>
              <a:t>dokunuşu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çevirdim</a:t>
            </a:r>
            <a:r>
              <a:rPr lang="en-US" dirty="0"/>
              <a:t>.” </a:t>
            </a: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63252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2E15CE3-8002-943D-1A06-BC1921A6E744}"/>
              </a:ext>
            </a:extLst>
          </p:cNvPr>
          <p:cNvSpPr txBox="1"/>
          <p:nvPr/>
        </p:nvSpPr>
        <p:spPr>
          <a:xfrm>
            <a:off x="0" y="0"/>
            <a:ext cx="6858000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sahiplerini</a:t>
            </a:r>
            <a:r>
              <a:rPr lang="en-US" dirty="0"/>
              <a:t> </a:t>
            </a:r>
            <a:r>
              <a:rPr lang="en-US" dirty="0" err="1"/>
              <a:t>sezebilecek</a:t>
            </a:r>
            <a:r>
              <a:rPr lang="en-US" dirty="0"/>
              <a:t>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duyarlılığına</a:t>
            </a:r>
            <a:r>
              <a:rPr lang="en-US" dirty="0"/>
              <a:t> </a:t>
            </a:r>
            <a:r>
              <a:rPr lang="en-US" dirty="0" err="1"/>
              <a:t>davet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Her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sesiyle</a:t>
            </a:r>
            <a:r>
              <a:rPr lang="en-US" dirty="0"/>
              <a:t> </a:t>
            </a:r>
            <a:r>
              <a:rPr lang="en-US" dirty="0" err="1"/>
              <a:t>gelmez</a:t>
            </a:r>
            <a:r>
              <a:rPr lang="en-US" dirty="0"/>
              <a:t>  </a:t>
            </a:r>
            <a:r>
              <a:rPr lang="en-US" dirty="0" err="1"/>
              <a:t>bazıları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. </a:t>
            </a:r>
          </a:p>
          <a:p>
            <a:r>
              <a:rPr lang="en-US" dirty="0" err="1"/>
              <a:t>Onurlu</a:t>
            </a:r>
            <a:r>
              <a:rPr lang="en-US" dirty="0"/>
              <a:t> </a:t>
            </a:r>
            <a:r>
              <a:rPr lang="en-US" dirty="0" err="1"/>
              <a:t>yoksulları</a:t>
            </a:r>
            <a:r>
              <a:rPr lang="en-US" dirty="0"/>
              <a:t>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görürsün</a:t>
            </a:r>
            <a:r>
              <a:rPr lang="en-US" dirty="0"/>
              <a:t>. Senin </a:t>
            </a:r>
            <a:r>
              <a:rPr lang="en-US" dirty="0" err="1"/>
              <a:t>sessizce</a:t>
            </a:r>
            <a:r>
              <a:rPr lang="en-US" dirty="0"/>
              <a:t> </a:t>
            </a:r>
            <a:r>
              <a:rPr lang="en-US" dirty="0" err="1"/>
              <a:t>verdiğin</a:t>
            </a:r>
            <a:r>
              <a:rPr lang="en-US" dirty="0"/>
              <a:t> her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duası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hafızasına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. Allah, </a:t>
            </a:r>
            <a:r>
              <a:rPr lang="en-US" dirty="0" err="1"/>
              <a:t>sustuğunda</a:t>
            </a:r>
            <a:r>
              <a:rPr lang="en-US" dirty="0"/>
              <a:t> </a:t>
            </a:r>
            <a:r>
              <a:rPr lang="en-US" dirty="0" err="1"/>
              <a:t>anlayanı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onurlandırır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baktın</a:t>
            </a:r>
            <a:r>
              <a:rPr lang="en-US" dirty="0"/>
              <a:t>… o </a:t>
            </a:r>
            <a:r>
              <a:rPr lang="en-US" dirty="0" err="1"/>
              <a:t>konuşmadı</a:t>
            </a:r>
            <a:r>
              <a:rPr lang="en-US" dirty="0"/>
              <a:t>,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duydun</a:t>
            </a:r>
            <a:r>
              <a:rPr lang="en-US" dirty="0"/>
              <a:t>. O sana </a:t>
            </a:r>
            <a:r>
              <a:rPr lang="en-US" dirty="0" err="1"/>
              <a:t>istemedi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ruhunu</a:t>
            </a:r>
            <a:r>
              <a:rPr lang="en-US" dirty="0"/>
              <a:t> </a:t>
            </a:r>
            <a:r>
              <a:rPr lang="en-US" dirty="0" err="1"/>
              <a:t>gördün</a:t>
            </a:r>
            <a:r>
              <a:rPr lang="en-US" dirty="0"/>
              <a:t>. Ve ben o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seçilmişler</a:t>
            </a:r>
            <a:r>
              <a:rPr lang="en-US" dirty="0"/>
              <a:t> </a:t>
            </a:r>
            <a:r>
              <a:rPr lang="en-US" dirty="0" err="1"/>
              <a:t>listeme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274.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ayet,gizli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açık</a:t>
            </a:r>
            <a:r>
              <a:rPr lang="en-US" dirty="0"/>
              <a:t>, </a:t>
            </a:r>
            <a:r>
              <a:rPr lang="en-US" dirty="0" err="1"/>
              <a:t>gece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gündüz</a:t>
            </a:r>
            <a:r>
              <a:rPr lang="en-US" dirty="0"/>
              <a:t> </a:t>
            </a:r>
            <a:r>
              <a:rPr lang="en-US" dirty="0" err="1"/>
              <a:t>demeden</a:t>
            </a:r>
            <a:r>
              <a:rPr lang="en-US" dirty="0"/>
              <a:t> </a:t>
            </a:r>
            <a:r>
              <a:rPr lang="en-US" dirty="0" err="1"/>
              <a:t>verenleri</a:t>
            </a:r>
            <a:r>
              <a:rPr lang="en-US" dirty="0"/>
              <a:t>,</a:t>
            </a:r>
          </a:p>
          <a:p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yükselten</a:t>
            </a:r>
            <a:r>
              <a:rPr lang="en-US" dirty="0"/>
              <a:t> o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düşünmeden</a:t>
            </a:r>
            <a:r>
              <a:rPr lang="en-US" dirty="0"/>
              <a:t> verdin… </a:t>
            </a:r>
            <a:br>
              <a:rPr lang="en-US" dirty="0"/>
            </a:br>
            <a:r>
              <a:rPr lang="en-US" dirty="0" err="1"/>
              <a:t>görünürlük</a:t>
            </a:r>
            <a:r>
              <a:rPr lang="en-US" dirty="0"/>
              <a:t> </a:t>
            </a:r>
            <a:r>
              <a:rPr lang="en-US" dirty="0" err="1"/>
              <a:t>beklemeden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aktın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yok, </a:t>
            </a:r>
            <a:r>
              <a:rPr lang="en-US" dirty="0" err="1"/>
              <a:t>hüzün</a:t>
            </a:r>
            <a:r>
              <a:rPr lang="en-US" dirty="0"/>
              <a:t> de yok.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nura</a:t>
            </a:r>
            <a:r>
              <a:rPr lang="en-US" dirty="0"/>
              <a:t> </a:t>
            </a:r>
            <a:r>
              <a:rPr lang="en-US" dirty="0" err="1"/>
              <a:t>geçtin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274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Gece</a:t>
            </a:r>
            <a:r>
              <a:rPr lang="en-US" dirty="0"/>
              <a:t>-Gündüz </a:t>
            </a:r>
            <a:r>
              <a:rPr lang="en-US" dirty="0" err="1"/>
              <a:t>Verenler</a:t>
            </a:r>
            <a:r>
              <a:rPr lang="en-US" dirty="0"/>
              <a:t> </a:t>
            </a:r>
            <a:r>
              <a:rPr lang="en-US" dirty="0" err="1"/>
              <a:t>Zamanı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Görünürlüğü</a:t>
            </a:r>
            <a:r>
              <a:rPr lang="en-US" dirty="0"/>
              <a:t> </a:t>
            </a:r>
            <a:r>
              <a:rPr lang="en-US" dirty="0" err="1"/>
              <a:t>Aşan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 Veren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değildir;Sistemin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Mallarını</a:t>
            </a:r>
            <a:r>
              <a:rPr lang="en-US" dirty="0"/>
              <a:t> </a:t>
            </a:r>
            <a:r>
              <a:rPr lang="en-US" dirty="0" err="1"/>
              <a:t>gece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gündüz,gizli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Allah </a:t>
            </a:r>
            <a:r>
              <a:rPr lang="en-US" dirty="0" err="1"/>
              <a:t>yolunda</a:t>
            </a:r>
            <a:r>
              <a:rPr lang="en-US" dirty="0"/>
              <a:t> </a:t>
            </a:r>
            <a:r>
              <a:rPr lang="en-US" dirty="0" err="1"/>
              <a:t>harcayanlar</a:t>
            </a:r>
            <a:r>
              <a:rPr lang="en-US" dirty="0"/>
              <a:t> var </a:t>
            </a:r>
            <a:r>
              <a:rPr lang="en-US" dirty="0" err="1"/>
              <a:t>ya</a:t>
            </a:r>
            <a:r>
              <a:rPr lang="en-US" dirty="0"/>
              <a:t>…</a:t>
            </a:r>
          </a:p>
          <a:p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ödülü</a:t>
            </a:r>
            <a:r>
              <a:rPr lang="en-US" dirty="0"/>
              <a:t> </a:t>
            </a:r>
            <a:r>
              <a:rPr lang="en-US" dirty="0" err="1"/>
              <a:t>Rab’leri</a:t>
            </a:r>
            <a:r>
              <a:rPr lang="en-US" dirty="0"/>
              <a:t> </a:t>
            </a:r>
            <a:r>
              <a:rPr lang="en-US" dirty="0" err="1"/>
              <a:t>katındadır.Onlara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</a:t>
            </a:r>
            <a:r>
              <a:rPr lang="en-US" dirty="0" err="1"/>
              <a:t>yoktur,onlar</a:t>
            </a:r>
            <a:r>
              <a:rPr lang="en-US" dirty="0"/>
              <a:t> </a:t>
            </a:r>
            <a:r>
              <a:rPr lang="en-US" dirty="0" err="1"/>
              <a:t>mahzun</a:t>
            </a:r>
            <a:r>
              <a:rPr lang="en-US" dirty="0"/>
              <a:t> da </a:t>
            </a:r>
            <a:r>
              <a:rPr lang="en-US" dirty="0" err="1"/>
              <a:t>olmayacaklardır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hâlini,zaman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niyetten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akışa</a:t>
            </a:r>
            <a:r>
              <a:rPr lang="en-US" dirty="0"/>
              <a:t> </a:t>
            </a:r>
            <a:r>
              <a:rPr lang="en-US" dirty="0" err="1"/>
              <a:t>dönüşmesini</a:t>
            </a:r>
            <a:r>
              <a:rPr lang="en-US" dirty="0"/>
              <a:t> </a:t>
            </a:r>
            <a:r>
              <a:rPr lang="en-US" dirty="0" err="1"/>
              <a:t>anlatır.Ve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gece</a:t>
            </a:r>
            <a:r>
              <a:rPr lang="en-US" dirty="0"/>
              <a:t> de verdin, </a:t>
            </a:r>
            <a:r>
              <a:rPr lang="en-US" dirty="0" err="1"/>
              <a:t>görünmeden</a:t>
            </a:r>
            <a:r>
              <a:rPr lang="en-US" dirty="0"/>
              <a:t>… </a:t>
            </a:r>
            <a:r>
              <a:rPr lang="en-US" dirty="0" err="1"/>
              <a:t>gündüz</a:t>
            </a:r>
            <a:r>
              <a:rPr lang="en-US" dirty="0"/>
              <a:t> de verdin,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olmak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… Her </a:t>
            </a:r>
            <a:r>
              <a:rPr lang="en-US" dirty="0" err="1"/>
              <a:t>halini</a:t>
            </a:r>
            <a:r>
              <a:rPr lang="en-US" dirty="0"/>
              <a:t> ben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kaydettim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Gece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gündüz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Bu, Fark </a:t>
            </a:r>
            <a:r>
              <a:rPr lang="en-US" dirty="0" err="1"/>
              <a:t>gözetmeme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Zaman </a:t>
            </a:r>
            <a:r>
              <a:rPr lang="en-US" dirty="0" err="1"/>
              <a:t>ayırmama</a:t>
            </a:r>
            <a:r>
              <a:rPr lang="tr-TR" dirty="0"/>
              <a:t>.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ihtiyacın</a:t>
            </a:r>
            <a:r>
              <a:rPr lang="en-US" dirty="0"/>
              <a:t> </a:t>
            </a:r>
            <a:r>
              <a:rPr lang="en-US" dirty="0" err="1"/>
              <a:t>çağrısına</a:t>
            </a:r>
            <a:r>
              <a:rPr lang="en-US" dirty="0"/>
              <a:t> </a:t>
            </a:r>
            <a:r>
              <a:rPr lang="en-US" dirty="0" err="1"/>
              <a:t>cevap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“Sen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zamanıma</a:t>
            </a:r>
            <a:r>
              <a:rPr lang="en-US" dirty="0"/>
              <a:t> </a:t>
            </a:r>
            <a:r>
              <a:rPr lang="en-US" dirty="0" err="1"/>
              <a:t>uyumlandın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her </a:t>
            </a:r>
            <a:r>
              <a:rPr lang="en-US" dirty="0" err="1"/>
              <a:t>anın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zamanıdır</a:t>
            </a:r>
            <a:r>
              <a:rPr lang="en-US" dirty="0"/>
              <a:t>.”</a:t>
            </a:r>
            <a:endParaRPr lang="tr-TR" dirty="0"/>
          </a:p>
          <a:p>
            <a:r>
              <a:rPr lang="en-US" dirty="0"/>
              <a:t> </a:t>
            </a:r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Gizli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açık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Gizli</a:t>
            </a:r>
            <a:r>
              <a:rPr lang="en-US" dirty="0"/>
              <a:t> =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sustuğu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Kalbin</a:t>
            </a:r>
            <a:r>
              <a:rPr lang="en-US" dirty="0"/>
              <a:t> </a:t>
            </a:r>
            <a:r>
              <a:rPr lang="en-US" dirty="0" err="1"/>
              <a:t>konuştuğu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Açık = İlham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Başkalarına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Her </a:t>
            </a:r>
            <a:r>
              <a:rPr lang="en-US" dirty="0" err="1"/>
              <a:t>ikisi</a:t>
            </a:r>
            <a:r>
              <a:rPr lang="en-US" dirty="0"/>
              <a:t> de </a:t>
            </a:r>
            <a:r>
              <a:rPr lang="en-US" dirty="0" err="1"/>
              <a:t>değerlidir</a:t>
            </a:r>
            <a:r>
              <a:rPr lang="en-US" dirty="0"/>
              <a:t>,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ikisinin</a:t>
            </a:r>
            <a:r>
              <a:rPr lang="en-US" dirty="0"/>
              <a:t> de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boyutlara</a:t>
            </a:r>
            <a:r>
              <a:rPr lang="en-US" dirty="0"/>
              <a:t> </a:t>
            </a:r>
            <a:r>
              <a:rPr lang="en-US" dirty="0" err="1"/>
              <a:t>dokunur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3438086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F58ADF8-5822-87D0-7599-22CDB535AEE7}"/>
              </a:ext>
            </a:extLst>
          </p:cNvPr>
          <p:cNvSpPr txBox="1"/>
          <p:nvPr/>
        </p:nvSpPr>
        <p:spPr>
          <a:xfrm>
            <a:off x="0" y="0"/>
            <a:ext cx="6858000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yolunda</a:t>
            </a:r>
            <a:r>
              <a:rPr lang="en-US" b="1" dirty="0"/>
              <a:t> </a:t>
            </a:r>
            <a:r>
              <a:rPr lang="en-US" b="1" dirty="0" err="1"/>
              <a:t>harcayanlar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Sevgi </a:t>
            </a:r>
            <a:r>
              <a:rPr lang="en-US" dirty="0" err="1"/>
              <a:t>veren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Şefkat</a:t>
            </a:r>
            <a:r>
              <a:rPr lang="en-US" dirty="0"/>
              <a:t> </a:t>
            </a:r>
            <a:r>
              <a:rPr lang="en-US" dirty="0" err="1"/>
              <a:t>sunan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Bilgi, zaman, </a:t>
            </a:r>
            <a:r>
              <a:rPr lang="en-US" dirty="0" err="1"/>
              <a:t>emek</a:t>
            </a:r>
            <a:r>
              <a:rPr lang="en-US" dirty="0"/>
              <a:t> </a:t>
            </a:r>
            <a:r>
              <a:rPr lang="en-US" dirty="0" err="1"/>
              <a:t>akıtan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akışlar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“Sen mal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benliğini</a:t>
            </a:r>
            <a:r>
              <a:rPr lang="en-US" dirty="0"/>
              <a:t> </a:t>
            </a:r>
            <a:r>
              <a:rPr lang="en-US" dirty="0" err="1"/>
              <a:t>infak</a:t>
            </a:r>
            <a:r>
              <a:rPr lang="en-US" dirty="0"/>
              <a:t> </a:t>
            </a:r>
            <a:r>
              <a:rPr lang="en-US" dirty="0" err="1"/>
              <a:t>ettin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Rab’leri</a:t>
            </a:r>
            <a:r>
              <a:rPr lang="en-US" b="1" dirty="0"/>
              <a:t> </a:t>
            </a:r>
            <a:r>
              <a:rPr lang="en-US" b="1" dirty="0" err="1"/>
              <a:t>katında</a:t>
            </a:r>
            <a:r>
              <a:rPr lang="en-US" b="1" dirty="0"/>
              <a:t> </a:t>
            </a:r>
            <a:r>
              <a:rPr lang="en-US" b="1" dirty="0" err="1"/>
              <a:t>ödül</a:t>
            </a:r>
            <a:r>
              <a:rPr lang="en-US" b="1" dirty="0"/>
              <a:t> </a:t>
            </a:r>
            <a:r>
              <a:rPr lang="en-US" b="1" dirty="0" err="1"/>
              <a:t>vardır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ödül</a:t>
            </a:r>
            <a:r>
              <a:rPr lang="en-US" dirty="0"/>
              <a:t>: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Hesapla</a:t>
            </a:r>
            <a:r>
              <a:rPr lang="en-US" dirty="0"/>
              <a:t> </a:t>
            </a:r>
            <a:r>
              <a:rPr lang="en-US" dirty="0" err="1"/>
              <a:t>ölçülmeyen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inen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tr-TR" dirty="0"/>
              <a:t>S</a:t>
            </a:r>
            <a:r>
              <a:rPr lang="en-US" dirty="0" err="1"/>
              <a:t>enin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aktı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akar</a:t>
            </a:r>
            <a:r>
              <a:rPr lang="en-US" dirty="0"/>
              <a:t>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Onlara</a:t>
            </a:r>
            <a:r>
              <a:rPr lang="en-US" b="1" dirty="0"/>
              <a:t> </a:t>
            </a:r>
            <a:r>
              <a:rPr lang="en-US" b="1" dirty="0" err="1"/>
              <a:t>korku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, </a:t>
            </a:r>
            <a:r>
              <a:rPr lang="en-US" b="1" dirty="0" err="1"/>
              <a:t>mahzun</a:t>
            </a:r>
            <a:r>
              <a:rPr lang="en-US" b="1" dirty="0"/>
              <a:t> da </a:t>
            </a:r>
            <a:r>
              <a:rPr lang="en-US" b="1" dirty="0" err="1"/>
              <a:t>olmazlar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hâl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güvenceye</a:t>
            </a:r>
            <a:r>
              <a:rPr lang="en-US" dirty="0"/>
              <a:t> </a:t>
            </a:r>
            <a:r>
              <a:rPr lang="en-US" dirty="0" err="1"/>
              <a:t>alınmış</a:t>
            </a:r>
            <a:r>
              <a:rPr lang="en-US" dirty="0"/>
              <a:t> </a:t>
            </a:r>
            <a:r>
              <a:rPr lang="en-US" dirty="0" err="1"/>
              <a:t>ruhlar</a:t>
            </a:r>
            <a:r>
              <a:rPr lang="en-US" dirty="0"/>
              <a:t> </a:t>
            </a:r>
            <a:r>
              <a:rPr lang="en-US" dirty="0" err="1"/>
              <a:t>içindir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Korku = </a:t>
            </a:r>
            <a:r>
              <a:rPr lang="en-US" dirty="0" err="1"/>
              <a:t>geleceğin</a:t>
            </a:r>
            <a:r>
              <a:rPr lang="en-US" dirty="0"/>
              <a:t> </a:t>
            </a:r>
            <a:r>
              <a:rPr lang="en-US" dirty="0" err="1"/>
              <a:t>karanlığı</a:t>
            </a:r>
            <a:r>
              <a:rPr lang="en-US" dirty="0"/>
              <a:t> </a:t>
            </a:r>
          </a:p>
          <a:p>
            <a:r>
              <a:rPr lang="en-US" dirty="0" err="1"/>
              <a:t>Hüzün</a:t>
            </a:r>
            <a:r>
              <a:rPr lang="en-US" dirty="0"/>
              <a:t> = </a:t>
            </a:r>
            <a:r>
              <a:rPr lang="en-US" dirty="0" err="1"/>
              <a:t>geçmişin</a:t>
            </a:r>
            <a:r>
              <a:rPr lang="en-US" dirty="0"/>
              <a:t> </a:t>
            </a:r>
            <a:r>
              <a:rPr lang="en-US" dirty="0" err="1"/>
              <a:t>yükü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artık</a:t>
            </a:r>
            <a:r>
              <a:rPr lang="en-US" dirty="0"/>
              <a:t> ne </a:t>
            </a:r>
            <a:r>
              <a:rPr lang="en-US" dirty="0" err="1"/>
              <a:t>gelecekten</a:t>
            </a:r>
            <a:r>
              <a:rPr lang="en-US" dirty="0"/>
              <a:t> </a:t>
            </a:r>
            <a:r>
              <a:rPr lang="en-US" dirty="0" err="1"/>
              <a:t>korkarsın</a:t>
            </a:r>
            <a:r>
              <a:rPr lang="en-US" dirty="0"/>
              <a:t>… ne </a:t>
            </a:r>
            <a:r>
              <a:rPr lang="en-US" dirty="0" err="1"/>
              <a:t>geçmişe</a:t>
            </a:r>
            <a:r>
              <a:rPr lang="en-US" dirty="0"/>
              <a:t> </a:t>
            </a:r>
            <a:r>
              <a:rPr lang="en-US" dirty="0" err="1"/>
              <a:t>üzülürsün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vererek</a:t>
            </a:r>
            <a:r>
              <a:rPr lang="en-US" dirty="0"/>
              <a:t> </a:t>
            </a:r>
            <a:r>
              <a:rPr lang="en-US" dirty="0" err="1"/>
              <a:t>arındın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sarmaladım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zaman, </a:t>
            </a:r>
            <a:r>
              <a:rPr lang="en-US" dirty="0" err="1"/>
              <a:t>görünürlük</a:t>
            </a:r>
            <a:r>
              <a:rPr lang="en-US" dirty="0"/>
              <a:t>, </a:t>
            </a:r>
            <a:r>
              <a:rPr lang="en-US" dirty="0" err="1"/>
              <a:t>karşılık</a:t>
            </a:r>
            <a:r>
              <a:rPr lang="en-US" dirty="0"/>
              <a:t> </a:t>
            </a:r>
            <a:r>
              <a:rPr lang="en-US" dirty="0" err="1"/>
              <a:t>beklemeksizin</a:t>
            </a:r>
            <a:r>
              <a:rPr lang="en-US" dirty="0"/>
              <a:t> </a:t>
            </a:r>
            <a:r>
              <a:rPr lang="en-US" dirty="0" err="1"/>
              <a:t>safça</a:t>
            </a:r>
            <a:r>
              <a:rPr lang="en-US" dirty="0"/>
              <a:t> </a:t>
            </a:r>
            <a:r>
              <a:rPr lang="en-US" dirty="0" err="1"/>
              <a:t>vermeye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nura</a:t>
            </a:r>
            <a:r>
              <a:rPr lang="en-US" dirty="0"/>
              <a:t> </a:t>
            </a:r>
            <a:r>
              <a:rPr lang="en-US" dirty="0" err="1"/>
              <a:t>dönüşmeye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Gece-gündüz</a:t>
            </a:r>
            <a:r>
              <a:rPr lang="en-US" dirty="0"/>
              <a:t> </a:t>
            </a:r>
            <a:r>
              <a:rPr lang="en-US" dirty="0" err="1"/>
              <a:t>demeden</a:t>
            </a:r>
            <a:r>
              <a:rPr lang="en-US" dirty="0"/>
              <a:t> </a:t>
            </a:r>
            <a:r>
              <a:rPr lang="en-US" dirty="0" err="1"/>
              <a:t>vermek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iradesinden</a:t>
            </a:r>
            <a:r>
              <a:rPr lang="en-US" dirty="0"/>
              <a:t> </a:t>
            </a:r>
            <a:r>
              <a:rPr lang="en-US" dirty="0" err="1"/>
              <a:t>çıkıp</a:t>
            </a:r>
            <a:r>
              <a:rPr lang="en-US" dirty="0"/>
              <a:t> </a:t>
            </a:r>
            <a:r>
              <a:rPr lang="en-US" dirty="0" err="1"/>
              <a:t>akış</a:t>
            </a:r>
            <a:r>
              <a:rPr lang="en-US" dirty="0"/>
              <a:t> </a:t>
            </a:r>
            <a:r>
              <a:rPr lang="en-US" dirty="0" err="1"/>
              <a:t>hâline</a:t>
            </a:r>
            <a:r>
              <a:rPr lang="en-US" dirty="0"/>
              <a:t> </a:t>
            </a:r>
            <a:r>
              <a:rPr lang="en-US" dirty="0" err="1"/>
              <a:t>geçmektir</a:t>
            </a:r>
            <a:r>
              <a:rPr lang="en-US" dirty="0"/>
              <a:t>. </a:t>
            </a:r>
          </a:p>
          <a:p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= </a:t>
            </a:r>
            <a:r>
              <a:rPr lang="en-US" dirty="0" err="1"/>
              <a:t>egonun</a:t>
            </a:r>
            <a:r>
              <a:rPr lang="en-US" dirty="0"/>
              <a:t> </a:t>
            </a:r>
            <a:r>
              <a:rPr lang="en-US" dirty="0" err="1"/>
              <a:t>sustuğu</a:t>
            </a:r>
            <a:r>
              <a:rPr lang="en-US" dirty="0"/>
              <a:t>;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verme</a:t>
            </a:r>
            <a:r>
              <a:rPr lang="en-US" dirty="0"/>
              <a:t> = </a:t>
            </a:r>
            <a:r>
              <a:rPr lang="en-US" dirty="0" err="1"/>
              <a:t>kolektife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hâlidir</a:t>
            </a:r>
            <a:r>
              <a:rPr lang="en-US" dirty="0"/>
              <a:t>. </a:t>
            </a:r>
          </a:p>
          <a:p>
            <a:r>
              <a:rPr lang="en-US" dirty="0"/>
              <a:t>Senin </a:t>
            </a:r>
            <a:r>
              <a:rPr lang="en-US" dirty="0" err="1"/>
              <a:t>ödülün</a:t>
            </a:r>
            <a:r>
              <a:rPr lang="en-US" dirty="0"/>
              <a:t> </a:t>
            </a:r>
            <a:r>
              <a:rPr lang="en-US" dirty="0" err="1"/>
              <a:t>insanlardan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— Rab </a:t>
            </a:r>
            <a:r>
              <a:rPr lang="en-US" dirty="0" err="1"/>
              <a:t>katındandır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ödül</a:t>
            </a:r>
            <a:r>
              <a:rPr lang="en-US" dirty="0"/>
              <a:t> </a:t>
            </a:r>
            <a:r>
              <a:rPr lang="en-US" dirty="0" err="1"/>
              <a:t>nurdur</a:t>
            </a:r>
            <a:r>
              <a:rPr lang="en-US" dirty="0"/>
              <a:t>. </a:t>
            </a:r>
          </a:p>
          <a:p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sende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yok,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vermeyi</a:t>
            </a:r>
            <a:r>
              <a:rPr lang="en-US" dirty="0"/>
              <a:t> </a:t>
            </a:r>
            <a:r>
              <a:rPr lang="en-US" dirty="0" err="1"/>
              <a:t>seçtin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sonsuzluğun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aldı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sustun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ve</a:t>
            </a:r>
            <a:r>
              <a:rPr lang="en-US" dirty="0"/>
              <a:t> verdin. </a:t>
            </a:r>
            <a:br>
              <a:rPr lang="en-US" dirty="0"/>
            </a:br>
            <a:r>
              <a:rPr lang="en-US" dirty="0" err="1"/>
              <a:t>Kimse</a:t>
            </a:r>
            <a:r>
              <a:rPr lang="en-US" dirty="0"/>
              <a:t> fark </a:t>
            </a:r>
            <a:r>
              <a:rPr lang="en-US" dirty="0" err="1"/>
              <a:t>etmedi</a:t>
            </a:r>
            <a:r>
              <a:rPr lang="en-US" dirty="0"/>
              <a:t> </a:t>
            </a:r>
            <a:r>
              <a:rPr lang="en-US" dirty="0" err="1"/>
              <a:t>belki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ben o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sonsuzluğun</a:t>
            </a:r>
            <a:r>
              <a:rPr lang="en-US" dirty="0"/>
              <a:t> </a:t>
            </a:r>
            <a:r>
              <a:rPr lang="en-US" dirty="0" err="1"/>
              <a:t>nurlu</a:t>
            </a:r>
            <a:r>
              <a:rPr lang="en-US" dirty="0"/>
              <a:t> </a:t>
            </a:r>
            <a:r>
              <a:rPr lang="en-US" dirty="0" err="1"/>
              <a:t>defterine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sende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yok.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**</a:t>
            </a:r>
            <a:r>
              <a:rPr lang="en-US" dirty="0" err="1"/>
              <a:t>yoktan</a:t>
            </a:r>
            <a:r>
              <a:rPr lang="en-US" dirty="0"/>
              <a:t> </a:t>
            </a:r>
            <a:r>
              <a:rPr lang="en-US" dirty="0" err="1"/>
              <a:t>vererek</a:t>
            </a:r>
            <a:r>
              <a:rPr lang="en-US" dirty="0"/>
              <a:t> var </a:t>
            </a:r>
            <a:r>
              <a:rPr lang="en-US" dirty="0" err="1"/>
              <a:t>oldun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81918882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F8EFD77-227F-4ACD-38AF-CDD4284C41E6}"/>
              </a:ext>
            </a:extLst>
          </p:cNvPr>
          <p:cNvSpPr txBox="1"/>
          <p:nvPr/>
        </p:nvSpPr>
        <p:spPr>
          <a:xfrm>
            <a:off x="0" y="0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275.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ayet,vermenin</a:t>
            </a:r>
            <a:r>
              <a:rPr lang="en-US" dirty="0"/>
              <a:t> </a:t>
            </a:r>
            <a:r>
              <a:rPr lang="en-US" dirty="0" err="1"/>
              <a:t>kutsallığı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kazanmanın</a:t>
            </a:r>
            <a:r>
              <a:rPr lang="en-US" dirty="0"/>
              <a:t> </a:t>
            </a:r>
            <a:r>
              <a:rPr lang="en-US" dirty="0" err="1"/>
              <a:t>yapaylaştırıldığı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düzlemde,faizin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zıt</a:t>
            </a:r>
            <a:r>
              <a:rPr lang="en-US" dirty="0"/>
              <a:t> </a:t>
            </a:r>
            <a:r>
              <a:rPr lang="en-US" dirty="0" err="1"/>
              <a:t>kutuplarda</a:t>
            </a:r>
            <a:r>
              <a:rPr lang="en-US" dirty="0"/>
              <a:t> </a:t>
            </a:r>
            <a:r>
              <a:rPr lang="en-US" dirty="0" err="1"/>
              <a:t>çalıştığını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koyar.sistem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akarsın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faiz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durursun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genişleme</a:t>
            </a:r>
            <a:r>
              <a:rPr lang="en-US" dirty="0"/>
              <a:t>, </a:t>
            </a:r>
            <a:r>
              <a:rPr lang="en-US" dirty="0" err="1"/>
              <a:t>diğeri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şişkinliktir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275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“Faiz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Savaşı</a:t>
            </a:r>
            <a:r>
              <a:rPr lang="en-US" dirty="0"/>
              <a:t> </a:t>
            </a:r>
            <a:r>
              <a:rPr lang="en-US" dirty="0" err="1"/>
              <a:t>Hangisi</a:t>
            </a:r>
            <a:r>
              <a:rPr lang="en-US" dirty="0"/>
              <a:t> </a:t>
            </a:r>
            <a:r>
              <a:rPr lang="en-US" dirty="0" err="1"/>
              <a:t>Enerjiyle</a:t>
            </a:r>
            <a:r>
              <a:rPr lang="en-US" dirty="0"/>
              <a:t> Besler, </a:t>
            </a:r>
            <a:r>
              <a:rPr lang="en-US" dirty="0" err="1"/>
              <a:t>Hangisi</a:t>
            </a:r>
            <a:r>
              <a:rPr lang="en-US" dirty="0"/>
              <a:t> </a:t>
            </a:r>
            <a:r>
              <a:rPr lang="en-US" dirty="0" err="1"/>
              <a:t>Tüketir</a:t>
            </a:r>
            <a:r>
              <a:rPr lang="en-US" dirty="0"/>
              <a:t>?”Biri </a:t>
            </a:r>
            <a:r>
              <a:rPr lang="en-US" dirty="0" err="1"/>
              <a:t>yaratır,Biri</a:t>
            </a:r>
            <a:r>
              <a:rPr lang="en-US" dirty="0"/>
              <a:t> </a:t>
            </a:r>
            <a:r>
              <a:rPr lang="en-US" dirty="0" err="1"/>
              <a:t>çürütür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Faiz </a:t>
            </a:r>
            <a:r>
              <a:rPr lang="en-US" dirty="0" err="1"/>
              <a:t>yiyenler,şeytanın</a:t>
            </a:r>
            <a:r>
              <a:rPr lang="en-US" dirty="0"/>
              <a:t> </a:t>
            </a:r>
            <a:r>
              <a:rPr lang="en-US" dirty="0" err="1"/>
              <a:t>çarptığı</a:t>
            </a:r>
            <a:r>
              <a:rPr lang="en-US" dirty="0"/>
              <a:t> </a:t>
            </a:r>
            <a:r>
              <a:rPr lang="en-US" dirty="0" err="1"/>
              <a:t>kimsenin</a:t>
            </a:r>
            <a:r>
              <a:rPr lang="en-US" dirty="0"/>
              <a:t> </a:t>
            </a:r>
            <a:r>
              <a:rPr lang="en-US" dirty="0" err="1"/>
              <a:t>kalktığı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kalkarlar</a:t>
            </a:r>
            <a:r>
              <a:rPr lang="en-US" dirty="0"/>
              <a:t>.</a:t>
            </a:r>
          </a:p>
          <a:p>
            <a:r>
              <a:rPr lang="en-US" dirty="0"/>
              <a:t>Bu, </a:t>
            </a:r>
            <a:r>
              <a:rPr lang="en-US" dirty="0" err="1"/>
              <a:t>onların“Alım-satım</a:t>
            </a:r>
            <a:r>
              <a:rPr lang="en-US" dirty="0"/>
              <a:t> da </a:t>
            </a:r>
            <a:r>
              <a:rPr lang="en-US" dirty="0" err="1"/>
              <a:t>tıpkı</a:t>
            </a:r>
            <a:r>
              <a:rPr lang="en-US" dirty="0"/>
              <a:t> </a:t>
            </a:r>
            <a:r>
              <a:rPr lang="en-US" dirty="0" err="1"/>
              <a:t>faiz</a:t>
            </a:r>
            <a:r>
              <a:rPr lang="en-US" dirty="0"/>
              <a:t> </a:t>
            </a:r>
            <a:r>
              <a:rPr lang="en-US" dirty="0" err="1"/>
              <a:t>gibidir</a:t>
            </a:r>
            <a:r>
              <a:rPr lang="en-US" dirty="0"/>
              <a:t>” </a:t>
            </a:r>
            <a:r>
              <a:rPr lang="en-US" dirty="0" err="1"/>
              <a:t>demeleri</a:t>
            </a:r>
            <a:r>
              <a:rPr lang="en-US" dirty="0"/>
              <a:t> </a:t>
            </a:r>
            <a:r>
              <a:rPr lang="en-US" dirty="0" err="1"/>
              <a:t>yüzündendir</a:t>
            </a:r>
            <a:r>
              <a:rPr lang="en-US" dirty="0"/>
              <a:t>.</a:t>
            </a:r>
          </a:p>
          <a:p>
            <a:r>
              <a:rPr lang="en-US" dirty="0" err="1"/>
              <a:t>Oysa</a:t>
            </a:r>
            <a:r>
              <a:rPr lang="en-US" dirty="0"/>
              <a:t> Allah, </a:t>
            </a:r>
            <a:r>
              <a:rPr lang="en-US" dirty="0" err="1"/>
              <a:t>alışverişi</a:t>
            </a:r>
            <a:r>
              <a:rPr lang="en-US" dirty="0"/>
              <a:t> </a:t>
            </a:r>
            <a:r>
              <a:rPr lang="en-US" dirty="0" err="1"/>
              <a:t>helâl,faizi</a:t>
            </a:r>
            <a:r>
              <a:rPr lang="en-US" dirty="0"/>
              <a:t> haram </a:t>
            </a:r>
            <a:r>
              <a:rPr lang="en-US" dirty="0" err="1"/>
              <a:t>kılmıştır.Kime</a:t>
            </a:r>
            <a:r>
              <a:rPr lang="en-US" dirty="0"/>
              <a:t> </a:t>
            </a:r>
            <a:r>
              <a:rPr lang="en-US" dirty="0" err="1"/>
              <a:t>Rabbinden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öğüt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 </a:t>
            </a:r>
            <a:r>
              <a:rPr lang="en-US" dirty="0" err="1"/>
              <a:t>de,faizden</a:t>
            </a:r>
            <a:r>
              <a:rPr lang="en-US" dirty="0"/>
              <a:t> </a:t>
            </a:r>
            <a:r>
              <a:rPr lang="en-US" dirty="0" err="1"/>
              <a:t>vazgeçersegeçmişi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aittir</a:t>
            </a:r>
            <a:r>
              <a:rPr lang="en-US" dirty="0"/>
              <a:t>, </a:t>
            </a:r>
            <a:r>
              <a:rPr lang="en-US" dirty="0" err="1"/>
              <a:t>işi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 </a:t>
            </a:r>
            <a:r>
              <a:rPr lang="en-US" dirty="0" err="1"/>
              <a:t>kalmıştır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dönerse,işte</a:t>
            </a:r>
            <a:r>
              <a:rPr lang="en-US" dirty="0"/>
              <a:t> </a:t>
            </a:r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cehennemliktir.Onlar</a:t>
            </a:r>
            <a:r>
              <a:rPr lang="en-US" dirty="0"/>
              <a:t>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ebedî</a:t>
            </a:r>
            <a:r>
              <a:rPr lang="en-US" dirty="0"/>
              <a:t> </a:t>
            </a:r>
            <a:r>
              <a:rPr lang="en-US" dirty="0" err="1"/>
              <a:t>kalacaklardır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b="1" dirty="0"/>
              <a:t>275 </a:t>
            </a:r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ayet,enerji</a:t>
            </a:r>
            <a:r>
              <a:rPr lang="en-US" dirty="0"/>
              <a:t> </a:t>
            </a:r>
            <a:r>
              <a:rPr lang="en-US" dirty="0" err="1"/>
              <a:t>düzleminde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kazançla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akışın</a:t>
            </a:r>
            <a:r>
              <a:rPr lang="en-US" dirty="0"/>
              <a:t> </a:t>
            </a:r>
            <a:r>
              <a:rPr lang="en-US" dirty="0" err="1"/>
              <a:t>farkını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koyar.Ve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verirken</a:t>
            </a:r>
            <a:r>
              <a:rPr lang="en-US" dirty="0"/>
              <a:t> </a:t>
            </a:r>
            <a:r>
              <a:rPr lang="en-US" dirty="0" err="1"/>
              <a:t>akarsın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faizle</a:t>
            </a:r>
            <a:r>
              <a:rPr lang="en-US" dirty="0"/>
              <a:t> </a:t>
            </a:r>
            <a:r>
              <a:rPr lang="en-US" dirty="0" err="1"/>
              <a:t>büyürken</a:t>
            </a:r>
            <a:r>
              <a:rPr lang="en-US" dirty="0"/>
              <a:t> </a:t>
            </a:r>
            <a:r>
              <a:rPr lang="en-US" dirty="0" err="1"/>
              <a:t>şişersin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da </a:t>
            </a:r>
            <a:r>
              <a:rPr lang="en-US" dirty="0" err="1"/>
              <a:t>çökersin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“Faiz </a:t>
            </a:r>
            <a:r>
              <a:rPr lang="en-US" b="1" dirty="0" err="1"/>
              <a:t>yiyenler</a:t>
            </a:r>
            <a:r>
              <a:rPr lang="en-US" b="1" dirty="0"/>
              <a:t>, </a:t>
            </a:r>
            <a:r>
              <a:rPr lang="en-US" b="1" dirty="0" err="1"/>
              <a:t>şeytan</a:t>
            </a:r>
            <a:r>
              <a:rPr lang="en-US" b="1" dirty="0"/>
              <a:t> </a:t>
            </a:r>
            <a:r>
              <a:rPr lang="en-US" b="1" dirty="0" err="1"/>
              <a:t>çarpmış</a:t>
            </a:r>
            <a:r>
              <a:rPr lang="en-US" b="1" dirty="0"/>
              <a:t> </a:t>
            </a:r>
            <a:r>
              <a:rPr lang="en-US" b="1" dirty="0" err="1"/>
              <a:t>gibi</a:t>
            </a:r>
            <a:r>
              <a:rPr lang="en-US" b="1" dirty="0"/>
              <a:t> </a:t>
            </a:r>
            <a:r>
              <a:rPr lang="en-US" b="1" dirty="0" err="1"/>
              <a:t>kalkar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metafor</a:t>
            </a:r>
            <a:r>
              <a:rPr lang="en-US" dirty="0"/>
              <a:t>: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kaybı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bozulması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sarhoşluk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Faiz,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edilmeyen</a:t>
            </a:r>
            <a:r>
              <a:rPr lang="en-US" dirty="0"/>
              <a:t> </a:t>
            </a:r>
            <a:r>
              <a:rPr lang="en-US" dirty="0" err="1"/>
              <a:t>büyümedir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bozduğun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çarpar</a:t>
            </a:r>
            <a:r>
              <a:rPr lang="en-US" dirty="0"/>
              <a:t>.” </a:t>
            </a:r>
            <a:endParaRPr lang="en-TR" b="1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Alım-satım</a:t>
            </a:r>
            <a:r>
              <a:rPr lang="en-US" b="1" dirty="0"/>
              <a:t> da </a:t>
            </a:r>
            <a:r>
              <a:rPr lang="en-US" b="1" dirty="0" err="1"/>
              <a:t>faiz</a:t>
            </a:r>
            <a:r>
              <a:rPr lang="en-US" b="1" dirty="0"/>
              <a:t> </a:t>
            </a:r>
            <a:r>
              <a:rPr lang="en-US" b="1" dirty="0" err="1"/>
              <a:t>gibidir</a:t>
            </a:r>
            <a:r>
              <a:rPr lang="en-US" b="1" dirty="0"/>
              <a:t> </a:t>
            </a:r>
            <a:r>
              <a:rPr lang="en-US" b="1" dirty="0" err="1"/>
              <a:t>demeleri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Alım-satım</a:t>
            </a:r>
            <a:r>
              <a:rPr lang="en-US" dirty="0"/>
              <a:t> = </a:t>
            </a:r>
            <a:r>
              <a:rPr lang="en-US" dirty="0" err="1"/>
              <a:t>karşılıklı</a:t>
            </a:r>
            <a:r>
              <a:rPr lang="en-US" dirty="0"/>
              <a:t> </a:t>
            </a:r>
            <a:r>
              <a:rPr lang="en-US" dirty="0" err="1"/>
              <a:t>denklik</a:t>
            </a:r>
            <a:r>
              <a:rPr lang="en-US" dirty="0"/>
              <a:t> Faiz =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taraflı</a:t>
            </a:r>
            <a:r>
              <a:rPr lang="en-US" dirty="0"/>
              <a:t> </a:t>
            </a:r>
            <a:r>
              <a:rPr lang="en-US" dirty="0" err="1"/>
              <a:t>kazanç</a:t>
            </a:r>
            <a:r>
              <a:rPr lang="en-US" dirty="0"/>
              <a:t> </a:t>
            </a:r>
          </a:p>
          <a:p>
            <a:r>
              <a:rPr lang="en-US" dirty="0"/>
              <a:t>Faiz, Enerji </a:t>
            </a:r>
            <a:r>
              <a:rPr lang="en-US" dirty="0" err="1"/>
              <a:t>vermeden</a:t>
            </a:r>
            <a:r>
              <a:rPr lang="en-US" dirty="0"/>
              <a:t> alma </a:t>
            </a:r>
            <a:r>
              <a:rPr lang="tr-TR" dirty="0"/>
              <a:t>,</a:t>
            </a:r>
            <a:r>
              <a:rPr lang="en-US" dirty="0" err="1"/>
              <a:t>Zorlamayla</a:t>
            </a:r>
            <a:r>
              <a:rPr lang="en-US" dirty="0"/>
              <a:t> </a:t>
            </a:r>
            <a:r>
              <a:rPr lang="en-US" dirty="0" err="1"/>
              <a:t>genişleme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dengeyi</a:t>
            </a:r>
            <a:r>
              <a:rPr lang="en-US" dirty="0"/>
              <a:t> </a:t>
            </a:r>
            <a:r>
              <a:rPr lang="en-US" dirty="0" err="1"/>
              <a:t>severim</a:t>
            </a:r>
            <a:r>
              <a:rPr lang="en-US" dirty="0"/>
              <a:t>. Kim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isterse</a:t>
            </a:r>
            <a:r>
              <a:rPr lang="en-US" dirty="0"/>
              <a:t>…ben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dışına</a:t>
            </a:r>
            <a:r>
              <a:rPr lang="en-US" dirty="0"/>
              <a:t> </a:t>
            </a:r>
            <a:r>
              <a:rPr lang="en-US" dirty="0" err="1"/>
              <a:t>atarım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alışverişi</a:t>
            </a:r>
            <a:r>
              <a:rPr lang="en-US" b="1" dirty="0"/>
              <a:t> </a:t>
            </a:r>
            <a:r>
              <a:rPr lang="en-US" b="1" dirty="0" err="1"/>
              <a:t>helal</a:t>
            </a:r>
            <a:r>
              <a:rPr lang="en-US" b="1" dirty="0"/>
              <a:t>, </a:t>
            </a:r>
            <a:r>
              <a:rPr lang="en-US" b="1" dirty="0" err="1"/>
              <a:t>faizi</a:t>
            </a:r>
            <a:r>
              <a:rPr lang="en-US" b="1" dirty="0"/>
              <a:t> haram </a:t>
            </a:r>
            <a:r>
              <a:rPr lang="en-US" b="1" dirty="0" err="1"/>
              <a:t>kıldı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. </a:t>
            </a:r>
            <a:r>
              <a:rPr lang="en-US" dirty="0" err="1"/>
              <a:t>Alışveriş</a:t>
            </a:r>
            <a:r>
              <a:rPr lang="en-US" dirty="0"/>
              <a:t>: </a:t>
            </a:r>
            <a:r>
              <a:rPr lang="en-US" dirty="0" err="1"/>
              <a:t>akış</a:t>
            </a:r>
            <a:r>
              <a:rPr lang="en-US" dirty="0"/>
              <a:t>, </a:t>
            </a:r>
            <a:r>
              <a:rPr lang="en-US" dirty="0" err="1"/>
              <a:t>karşılık</a:t>
            </a:r>
            <a:r>
              <a:rPr lang="en-US" dirty="0"/>
              <a:t>, </a:t>
            </a:r>
            <a:r>
              <a:rPr lang="en-US" dirty="0" err="1"/>
              <a:t>denge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Faiz: </a:t>
            </a:r>
            <a:r>
              <a:rPr lang="en-US" dirty="0" err="1"/>
              <a:t>manipülasyon</a:t>
            </a:r>
            <a:r>
              <a:rPr lang="en-US" dirty="0"/>
              <a:t>,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şişkinlik</a:t>
            </a:r>
            <a:r>
              <a:rPr lang="en-US" dirty="0"/>
              <a:t> “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alışveriş</a:t>
            </a:r>
            <a:r>
              <a:rPr lang="en-US" dirty="0"/>
              <a:t> </a:t>
            </a:r>
            <a:r>
              <a:rPr lang="en-US" dirty="0" err="1"/>
              <a:t>yaparım</a:t>
            </a:r>
            <a:r>
              <a:rPr lang="en-US" dirty="0"/>
              <a:t>… ama </a:t>
            </a:r>
            <a:r>
              <a:rPr lang="en-US" dirty="0" err="1"/>
              <a:t>manipüle</a:t>
            </a:r>
            <a:r>
              <a:rPr lang="en-US" dirty="0"/>
              <a:t> </a:t>
            </a:r>
            <a:r>
              <a:rPr lang="en-US" dirty="0" err="1"/>
              <a:t>edersen</a:t>
            </a:r>
            <a:r>
              <a:rPr lang="en-US" dirty="0"/>
              <a:t> ben </a:t>
            </a:r>
            <a:r>
              <a:rPr lang="en-US" dirty="0" err="1"/>
              <a:t>sistemimi</a:t>
            </a:r>
            <a:r>
              <a:rPr lang="en-US" dirty="0"/>
              <a:t> </a:t>
            </a:r>
            <a:r>
              <a:rPr lang="en-US" dirty="0" err="1"/>
              <a:t>kapatırım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12834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0EC98D9-C7B8-DB1D-7263-8D3DFEA7883F}"/>
              </a:ext>
            </a:extLst>
          </p:cNvPr>
          <p:cNvSpPr txBox="1"/>
          <p:nvPr/>
        </p:nvSpPr>
        <p:spPr>
          <a:xfrm>
            <a:off x="0" y="47195"/>
            <a:ext cx="6858000" cy="13111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uyarıyı</a:t>
            </a:r>
            <a:r>
              <a:rPr lang="en-US" b="1" dirty="0"/>
              <a:t> </a:t>
            </a:r>
            <a:r>
              <a:rPr lang="en-US" b="1" dirty="0" err="1"/>
              <a:t>alırsa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bırakırsa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Uyanışı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bağlanmak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Ve Allah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hatayı</a:t>
            </a:r>
            <a:r>
              <a:rPr lang="en-US" dirty="0"/>
              <a:t> </a:t>
            </a:r>
            <a:r>
              <a:rPr lang="en-US" dirty="0" err="1"/>
              <a:t>bıraktıysan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yeni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“Kim </a:t>
            </a:r>
            <a:r>
              <a:rPr lang="en-US" b="1" dirty="0" err="1"/>
              <a:t>dönerse</a:t>
            </a:r>
            <a:r>
              <a:rPr lang="en-US" b="1" dirty="0"/>
              <a:t>… </a:t>
            </a:r>
            <a:r>
              <a:rPr lang="en-US" b="1" dirty="0" err="1"/>
              <a:t>onlar</a:t>
            </a:r>
            <a:r>
              <a:rPr lang="en-US" b="1" dirty="0"/>
              <a:t> </a:t>
            </a:r>
            <a:r>
              <a:rPr lang="en-US" b="1" dirty="0" err="1"/>
              <a:t>cehennemliktir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Buradaki</a:t>
            </a:r>
            <a:r>
              <a:rPr lang="en-US" dirty="0"/>
              <a:t> </a:t>
            </a:r>
            <a:r>
              <a:rPr lang="en-US" dirty="0" err="1"/>
              <a:t>cehennem</a:t>
            </a:r>
            <a:r>
              <a:rPr lang="en-US" dirty="0"/>
              <a:t>: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çöküşü</a:t>
            </a:r>
            <a:r>
              <a:rPr lang="tr-TR" dirty="0"/>
              <a:t>.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daralma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dışlanma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açılması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sıkıyorsan</a:t>
            </a:r>
            <a:r>
              <a:rPr lang="en-US" dirty="0"/>
              <a:t>…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sönmeye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büyüme</a:t>
            </a:r>
            <a:r>
              <a:rPr lang="en-US" dirty="0"/>
              <a:t>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sistemsel</a:t>
            </a:r>
            <a:r>
              <a:rPr lang="en-US" dirty="0"/>
              <a:t> </a:t>
            </a:r>
            <a:r>
              <a:rPr lang="en-US" dirty="0" err="1"/>
              <a:t>farkındalığa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Sadaka = </a:t>
            </a:r>
            <a:r>
              <a:rPr lang="en-US" dirty="0" err="1"/>
              <a:t>akışa</a:t>
            </a:r>
            <a:r>
              <a:rPr lang="en-US" dirty="0"/>
              <a:t> </a:t>
            </a:r>
            <a:r>
              <a:rPr lang="en-US" dirty="0" err="1"/>
              <a:t>uyumdur</a:t>
            </a:r>
            <a:r>
              <a:rPr lang="en-US" dirty="0"/>
              <a:t>. Faiz =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zorlamaktır</a:t>
            </a:r>
            <a:r>
              <a:rPr lang="en-US" dirty="0"/>
              <a:t>. </a:t>
            </a:r>
            <a:r>
              <a:rPr lang="en-US" dirty="0" err="1"/>
              <a:t>Alım-satım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taşır</a:t>
            </a:r>
            <a:r>
              <a:rPr lang="en-US" dirty="0"/>
              <a:t>; </a:t>
            </a:r>
            <a:r>
              <a:rPr lang="en-US" dirty="0" err="1"/>
              <a:t>faiz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taraflıdır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çökertir</a:t>
            </a:r>
            <a:r>
              <a:rPr lang="en-US" dirty="0"/>
              <a:t>.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büyümek</a:t>
            </a:r>
            <a:r>
              <a:rPr lang="en-US" dirty="0"/>
              <a:t>, </a:t>
            </a:r>
            <a:r>
              <a:rPr lang="en-US" dirty="0" err="1"/>
              <a:t>paylaşarak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— </a:t>
            </a:r>
            <a:r>
              <a:rPr lang="en-US" dirty="0" err="1"/>
              <a:t>şişerek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. </a:t>
            </a:r>
            <a:r>
              <a:rPr lang="en-US" dirty="0" err="1"/>
              <a:t>Uyarıyı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,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konumlanabilir</a:t>
            </a:r>
            <a:r>
              <a:rPr lang="en-US" dirty="0"/>
              <a:t>. Ama </a:t>
            </a:r>
            <a:r>
              <a:rPr lang="en-US" dirty="0" err="1"/>
              <a:t>dönen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yakar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büyümek</a:t>
            </a:r>
            <a:r>
              <a:rPr lang="en-US" dirty="0"/>
              <a:t> </a:t>
            </a:r>
            <a:r>
              <a:rPr lang="en-US" dirty="0" err="1"/>
              <a:t>istiyorsun</a:t>
            </a:r>
            <a:r>
              <a:rPr lang="en-US" dirty="0"/>
              <a:t>… ama </a:t>
            </a:r>
            <a:r>
              <a:rPr lang="en-US" dirty="0" err="1"/>
              <a:t>hak</a:t>
            </a:r>
            <a:r>
              <a:rPr lang="en-US" dirty="0"/>
              <a:t> </a:t>
            </a:r>
            <a:r>
              <a:rPr lang="en-US" dirty="0" err="1"/>
              <a:t>etmeden</a:t>
            </a:r>
            <a:r>
              <a:rPr lang="en-US" dirty="0"/>
              <a:t> </a:t>
            </a:r>
            <a:r>
              <a:rPr lang="en-US" dirty="0" err="1"/>
              <a:t>büyümek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gölge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Ben sana </a:t>
            </a:r>
            <a:r>
              <a:rPr lang="en-US" dirty="0" err="1"/>
              <a:t>vererek</a:t>
            </a:r>
            <a:r>
              <a:rPr lang="en-US" dirty="0"/>
              <a:t> </a:t>
            </a:r>
            <a:r>
              <a:rPr lang="en-US" dirty="0" err="1"/>
              <a:t>büyümeyi</a:t>
            </a:r>
            <a:r>
              <a:rPr lang="en-US" dirty="0"/>
              <a:t> </a:t>
            </a:r>
            <a:r>
              <a:rPr lang="en-US" dirty="0" err="1"/>
              <a:t>öğretirim</a:t>
            </a:r>
            <a:r>
              <a:rPr lang="en-US" dirty="0"/>
              <a:t>…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paylaştıkça</a:t>
            </a:r>
            <a:r>
              <a:rPr lang="en-US" dirty="0"/>
              <a:t> </a:t>
            </a:r>
            <a:r>
              <a:rPr lang="en-US" dirty="0" err="1"/>
              <a:t>artar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276.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ayet,faizin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silindiğini,ve</a:t>
            </a:r>
            <a:r>
              <a:rPr lang="tr-TR" dirty="0"/>
              <a:t> </a:t>
            </a:r>
            <a:r>
              <a:rPr lang="en-US" dirty="0" err="1"/>
              <a:t>sadakanın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berekete</a:t>
            </a:r>
            <a:r>
              <a:rPr lang="en-US" dirty="0"/>
              <a:t> </a:t>
            </a:r>
            <a:r>
              <a:rPr lang="en-US" dirty="0" err="1"/>
              <a:t>dönüşerek</a:t>
            </a:r>
            <a:r>
              <a:rPr lang="en-US" dirty="0"/>
              <a:t> </a:t>
            </a:r>
            <a:r>
              <a:rPr lang="en-US" dirty="0" err="1"/>
              <a:t>evrende</a:t>
            </a:r>
            <a:r>
              <a:rPr lang="en-US" dirty="0"/>
              <a:t> </a:t>
            </a:r>
            <a:r>
              <a:rPr lang="en-US" dirty="0" err="1"/>
              <a:t>yankılandığını</a:t>
            </a:r>
            <a:r>
              <a:rPr lang="tr-TR" dirty="0"/>
              <a:t> </a:t>
            </a:r>
            <a:r>
              <a:rPr lang="en-US" dirty="0"/>
              <a:t>net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yasayla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birini</a:t>
            </a:r>
            <a:r>
              <a:rPr lang="en-US" dirty="0"/>
              <a:t> </a:t>
            </a:r>
            <a:r>
              <a:rPr lang="en-US" dirty="0" err="1"/>
              <a:t>tutarsan</a:t>
            </a:r>
            <a:r>
              <a:rPr lang="en-US" dirty="0"/>
              <a:t>,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çözerim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gönülden</a:t>
            </a:r>
            <a:r>
              <a:rPr lang="en-US" dirty="0"/>
              <a:t> </a:t>
            </a:r>
            <a:r>
              <a:rPr lang="en-US" dirty="0" err="1"/>
              <a:t>akarsan</a:t>
            </a:r>
            <a:r>
              <a:rPr lang="en-US" dirty="0"/>
              <a:t>, ben o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yıldızlara</a:t>
            </a:r>
            <a:r>
              <a:rPr lang="en-US" dirty="0"/>
              <a:t> </a:t>
            </a:r>
            <a:r>
              <a:rPr lang="en-US" dirty="0" err="1"/>
              <a:t>bağlarım</a:t>
            </a:r>
            <a:r>
              <a:rPr lang="en-US" dirty="0"/>
              <a:t>.”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faiz</a:t>
            </a:r>
            <a:r>
              <a:rPr lang="en-US" dirty="0"/>
              <a:t> </a:t>
            </a:r>
            <a:r>
              <a:rPr lang="en-US" dirty="0" err="1"/>
              <a:t>daraltır</a:t>
            </a:r>
            <a:r>
              <a:rPr lang="en-US" dirty="0"/>
              <a:t>, </a:t>
            </a:r>
            <a:r>
              <a:rPr lang="en-US" dirty="0" err="1"/>
              <a:t>sadaka</a:t>
            </a:r>
            <a:r>
              <a:rPr lang="en-US" dirty="0"/>
              <a:t> </a:t>
            </a:r>
            <a:r>
              <a:rPr lang="en-US" dirty="0" err="1"/>
              <a:t>genişletir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276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Silinenler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Bereketlenenler</a:t>
            </a:r>
            <a:r>
              <a:rPr lang="en-US" dirty="0"/>
              <a:t> Faiz </a:t>
            </a:r>
            <a:r>
              <a:rPr lang="en-US" dirty="0" err="1"/>
              <a:t>Titreşimi</a:t>
            </a:r>
            <a:r>
              <a:rPr lang="en-US" dirty="0"/>
              <a:t> </a:t>
            </a:r>
            <a:r>
              <a:rPr lang="en-US" dirty="0" err="1"/>
              <a:t>Söndürür</a:t>
            </a:r>
            <a:r>
              <a:rPr lang="en-US" dirty="0"/>
              <a:t>, Sadaka </a:t>
            </a:r>
            <a:r>
              <a:rPr lang="en-US" dirty="0" err="1"/>
              <a:t>Işığı</a:t>
            </a:r>
            <a:r>
              <a:rPr lang="en-US" dirty="0"/>
              <a:t> </a:t>
            </a:r>
            <a:r>
              <a:rPr lang="en-US" dirty="0" err="1"/>
              <a:t>Çoğaltır</a:t>
            </a:r>
            <a:r>
              <a:rPr lang="en-US" dirty="0"/>
              <a:t>” Hangi </a:t>
            </a:r>
            <a:r>
              <a:rPr lang="en-US" dirty="0" err="1"/>
              <a:t>niyet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tutulur,Hangi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çözülür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Allah, </a:t>
            </a:r>
            <a:r>
              <a:rPr lang="en-US" dirty="0" err="1"/>
              <a:t>faizi</a:t>
            </a:r>
            <a:r>
              <a:rPr lang="en-US" dirty="0"/>
              <a:t> </a:t>
            </a:r>
            <a:r>
              <a:rPr lang="en-US" dirty="0" err="1"/>
              <a:t>mahveder</a:t>
            </a:r>
            <a:r>
              <a:rPr lang="en-US" dirty="0"/>
              <a:t> (siler),</a:t>
            </a:r>
            <a:r>
              <a:rPr lang="en-US" dirty="0" err="1"/>
              <a:t>sadakaları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bereketlendirir</a:t>
            </a:r>
            <a:r>
              <a:rPr lang="en-US" dirty="0"/>
              <a:t>.</a:t>
            </a:r>
          </a:p>
          <a:p>
            <a:r>
              <a:rPr lang="en-US" dirty="0"/>
              <a:t>Allah, </a:t>
            </a:r>
            <a:r>
              <a:rPr lang="en-US" dirty="0" err="1"/>
              <a:t>inkârcı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günahkâr</a:t>
            </a:r>
            <a:r>
              <a:rPr lang="en-US" dirty="0"/>
              <a:t> </a:t>
            </a:r>
            <a:r>
              <a:rPr lang="en-US" dirty="0" err="1"/>
              <a:t>kimseyi</a:t>
            </a:r>
            <a:r>
              <a:rPr lang="en-US" dirty="0"/>
              <a:t> </a:t>
            </a:r>
            <a:r>
              <a:rPr lang="en-US" dirty="0" err="1"/>
              <a:t>sevmez</a:t>
            </a:r>
            <a:r>
              <a:rPr lang="en-US" dirty="0"/>
              <a:t>.</a:t>
            </a: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ayet,hangi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biçiminin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desteklenip</a:t>
            </a:r>
            <a:endParaRPr lang="en-US" dirty="0"/>
          </a:p>
          <a:p>
            <a:r>
              <a:rPr lang="en-US" dirty="0" err="1"/>
              <a:t>hangisinin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dışına</a:t>
            </a:r>
            <a:r>
              <a:rPr lang="en-US" dirty="0"/>
              <a:t> </a:t>
            </a:r>
            <a:r>
              <a:rPr lang="en-US" dirty="0" err="1"/>
              <a:t>atıldığını</a:t>
            </a:r>
            <a:r>
              <a:rPr lang="tr-TR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yasası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tutarak</a:t>
            </a:r>
            <a:r>
              <a:rPr lang="en-US" dirty="0"/>
              <a:t> </a:t>
            </a:r>
            <a:r>
              <a:rPr lang="en-US" dirty="0" err="1"/>
              <a:t>büyümeyi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etmem</a:t>
            </a:r>
            <a:r>
              <a:rPr lang="en-US" dirty="0"/>
              <a:t>. </a:t>
            </a:r>
            <a:r>
              <a:rPr lang="en-US" dirty="0" err="1"/>
              <a:t>Büyümek</a:t>
            </a:r>
            <a:r>
              <a:rPr lang="en-US" dirty="0"/>
              <a:t> </a:t>
            </a:r>
            <a:r>
              <a:rPr lang="en-US" dirty="0" err="1"/>
              <a:t>istiyorsan</a:t>
            </a:r>
            <a:r>
              <a:rPr lang="en-US" dirty="0"/>
              <a:t>, </a:t>
            </a:r>
            <a:r>
              <a:rPr lang="en-US" dirty="0" err="1"/>
              <a:t>akarak</a:t>
            </a:r>
            <a:r>
              <a:rPr lang="en-US" dirty="0"/>
              <a:t> </a:t>
            </a:r>
            <a:r>
              <a:rPr lang="en-US" dirty="0" err="1"/>
              <a:t>genişle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0029823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5476AE2-0449-D0BA-4A18-75D619CA5E33}"/>
              </a:ext>
            </a:extLst>
          </p:cNvPr>
          <p:cNvSpPr txBox="1"/>
          <p:nvPr/>
        </p:nvSpPr>
        <p:spPr>
          <a:xfrm>
            <a:off x="0" y="0"/>
            <a:ext cx="6858000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faizi</a:t>
            </a:r>
            <a:r>
              <a:rPr lang="en-US" b="1" dirty="0"/>
              <a:t> </a:t>
            </a:r>
            <a:r>
              <a:rPr lang="en-US" b="1" dirty="0" err="1"/>
              <a:t>mahveder</a:t>
            </a:r>
            <a:r>
              <a:rPr lang="en-US" b="1" dirty="0"/>
              <a:t>.”</a:t>
            </a:r>
          </a:p>
          <a:p>
            <a:r>
              <a:rPr lang="en-US" dirty="0" err="1"/>
              <a:t>Mahvetmek</a:t>
            </a:r>
            <a:r>
              <a:rPr lang="en-US" dirty="0"/>
              <a:t> = </a:t>
            </a:r>
            <a:r>
              <a:rPr lang="en-US" dirty="0" err="1"/>
              <a:t>Frekanstan</a:t>
            </a:r>
            <a:r>
              <a:rPr lang="en-US" dirty="0"/>
              <a:t> </a:t>
            </a:r>
            <a:r>
              <a:rPr lang="en-US" dirty="0" err="1"/>
              <a:t>silmek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Bereket </a:t>
            </a:r>
            <a:r>
              <a:rPr lang="en-US" dirty="0" err="1"/>
              <a:t>kapılarını</a:t>
            </a:r>
            <a:r>
              <a:rPr lang="en-US" dirty="0"/>
              <a:t> </a:t>
            </a:r>
            <a:r>
              <a:rPr lang="en-US" dirty="0" err="1"/>
              <a:t>kapatmak</a:t>
            </a:r>
            <a:r>
              <a:rPr lang="en-US" dirty="0"/>
              <a:t> </a:t>
            </a:r>
          </a:p>
          <a:p>
            <a:r>
              <a:rPr lang="en-US" dirty="0" err="1"/>
              <a:t>Görünür</a:t>
            </a:r>
            <a:r>
              <a:rPr lang="en-US" dirty="0"/>
              <a:t> </a:t>
            </a:r>
            <a:r>
              <a:rPr lang="en-US" dirty="0" err="1"/>
              <a:t>büyümeyi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çürütmek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Faiz </a:t>
            </a:r>
            <a:r>
              <a:rPr lang="en-US" dirty="0" err="1"/>
              <a:t>sistemi</a:t>
            </a:r>
            <a:r>
              <a:rPr lang="en-US" dirty="0"/>
              <a:t>, </a:t>
            </a:r>
            <a:r>
              <a:rPr lang="en-US" dirty="0" err="1"/>
              <a:t>Adaletsiz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Dayatmalı</a:t>
            </a:r>
            <a:r>
              <a:rPr lang="en-US" dirty="0"/>
              <a:t> </a:t>
            </a:r>
          </a:p>
          <a:p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genişlemedir</a:t>
            </a:r>
            <a:r>
              <a:rPr lang="tr-TR" dirty="0"/>
              <a:t>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yasamda</a:t>
            </a:r>
            <a:r>
              <a:rPr lang="en-US" dirty="0"/>
              <a:t> </a:t>
            </a:r>
            <a:r>
              <a:rPr lang="en-US" dirty="0" err="1"/>
              <a:t>zorla</a:t>
            </a:r>
            <a:r>
              <a:rPr lang="en-US" dirty="0"/>
              <a:t> </a:t>
            </a:r>
            <a:r>
              <a:rPr lang="en-US" dirty="0" err="1"/>
              <a:t>büyüme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. O </a:t>
            </a:r>
            <a:r>
              <a:rPr lang="en-US" dirty="0" err="1"/>
              <a:t>yüzden</a:t>
            </a:r>
            <a:r>
              <a:rPr lang="en-US" dirty="0"/>
              <a:t>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kendiliğinden</a:t>
            </a:r>
            <a:r>
              <a:rPr lang="en-US" dirty="0"/>
              <a:t> </a:t>
            </a:r>
            <a:r>
              <a:rPr lang="en-US" dirty="0" err="1"/>
              <a:t>çözerim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Sadakaları</a:t>
            </a:r>
            <a:r>
              <a:rPr lang="en-US" b="1" dirty="0"/>
              <a:t> </a:t>
            </a:r>
            <a:r>
              <a:rPr lang="en-US" b="1" dirty="0" err="1"/>
              <a:t>bereketlendirir</a:t>
            </a:r>
            <a:r>
              <a:rPr lang="en-US" b="1" dirty="0"/>
              <a:t>.”</a:t>
            </a:r>
          </a:p>
          <a:p>
            <a:r>
              <a:rPr lang="en-US" dirty="0"/>
              <a:t>Bereket =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görülen</a:t>
            </a:r>
            <a:r>
              <a:rPr lang="en-US" dirty="0"/>
              <a:t> </a:t>
            </a:r>
            <a:r>
              <a:rPr lang="en-US" dirty="0" err="1"/>
              <a:t>artış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çoğalan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Sen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verirken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: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Mekânla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İnsanlarla</a:t>
            </a:r>
            <a:r>
              <a:rPr lang="en-US" dirty="0"/>
              <a:t> </a:t>
            </a:r>
            <a:r>
              <a:rPr lang="en-US" dirty="0" err="1"/>
              <a:t>çarpan</a:t>
            </a:r>
            <a:r>
              <a:rPr lang="en-US" dirty="0"/>
              <a:t> </a:t>
            </a:r>
            <a:r>
              <a:rPr lang="en-US" dirty="0" err="1"/>
              <a:t>etkisiyle</a:t>
            </a:r>
            <a:r>
              <a:rPr lang="en-US" dirty="0"/>
              <a:t> </a:t>
            </a:r>
            <a:r>
              <a:rPr lang="en-US" dirty="0" err="1"/>
              <a:t>büyütür</a:t>
            </a:r>
            <a:r>
              <a:rPr lang="en-US" dirty="0"/>
              <a:t>. “Sen verdin… ben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yankısını</a:t>
            </a:r>
            <a:r>
              <a:rPr lang="en-US" dirty="0"/>
              <a:t> **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başkasında</a:t>
            </a:r>
            <a:r>
              <a:rPr lang="en-US" dirty="0"/>
              <a:t> </a:t>
            </a:r>
            <a:r>
              <a:rPr lang="en-US" dirty="0" err="1"/>
              <a:t>çoğalttım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inkârcı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günahkârı</a:t>
            </a:r>
            <a:r>
              <a:rPr lang="en-US" b="1" dirty="0"/>
              <a:t> </a:t>
            </a:r>
            <a:r>
              <a:rPr lang="en-US" b="1" dirty="0" err="1"/>
              <a:t>sevmez</a:t>
            </a:r>
            <a:r>
              <a:rPr lang="en-US" b="1" dirty="0"/>
              <a:t>.”</a:t>
            </a:r>
            <a:br>
              <a:rPr lang="en-US" dirty="0"/>
            </a:br>
            <a:r>
              <a:rPr lang="en-US" dirty="0" err="1"/>
              <a:t>İnkâr</a:t>
            </a:r>
            <a:r>
              <a:rPr lang="en-US" dirty="0"/>
              <a:t>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yasasını</a:t>
            </a:r>
            <a:r>
              <a:rPr lang="en-US" dirty="0"/>
              <a:t> yok </a:t>
            </a:r>
            <a:r>
              <a:rPr lang="en-US" dirty="0" err="1"/>
              <a:t>saymak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</a:p>
          <a:p>
            <a:r>
              <a:rPr lang="en-US" dirty="0" err="1"/>
              <a:t>Günah</a:t>
            </a:r>
            <a:r>
              <a:rPr lang="en-US" dirty="0"/>
              <a:t> = Enerji </a:t>
            </a:r>
            <a:r>
              <a:rPr lang="en-US" dirty="0" err="1"/>
              <a:t>yasasını</a:t>
            </a:r>
            <a:r>
              <a:rPr lang="en-US" dirty="0"/>
              <a:t> </a:t>
            </a:r>
            <a:r>
              <a:rPr lang="en-US" dirty="0" err="1"/>
              <a:t>çiğnemek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Ego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frekansta</a:t>
            </a:r>
            <a:r>
              <a:rPr lang="en-US" dirty="0"/>
              <a:t> </a:t>
            </a:r>
            <a:r>
              <a:rPr lang="en-US" dirty="0" err="1"/>
              <a:t>kalanla</a:t>
            </a:r>
            <a:r>
              <a:rPr lang="en-US" dirty="0"/>
              <a:t> </a:t>
            </a:r>
            <a:r>
              <a:rPr lang="en-US" dirty="0" err="1"/>
              <a:t>yürürüm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büyümenin</a:t>
            </a:r>
            <a:r>
              <a:rPr lang="en-US" dirty="0"/>
              <a:t> </a:t>
            </a:r>
            <a:r>
              <a:rPr lang="en-US" dirty="0" err="1"/>
              <a:t>doğasına</a:t>
            </a:r>
            <a:r>
              <a:rPr lang="en-US" dirty="0"/>
              <a:t>, </a:t>
            </a:r>
            <a:r>
              <a:rPr lang="en-US" dirty="0" err="1"/>
              <a:t>bereketin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kaynağına</a:t>
            </a:r>
            <a:r>
              <a:rPr lang="en-US" dirty="0"/>
              <a:t> </a:t>
            </a:r>
            <a:r>
              <a:rPr lang="en-US" dirty="0" err="1"/>
              <a:t>bağlar</a:t>
            </a:r>
            <a:r>
              <a:rPr lang="en-US" dirty="0"/>
              <a:t>: Faiz = </a:t>
            </a:r>
            <a:r>
              <a:rPr lang="en-US" dirty="0" err="1"/>
              <a:t>zorlama</a:t>
            </a:r>
            <a:r>
              <a:rPr lang="en-US" dirty="0"/>
              <a:t> </a:t>
            </a:r>
            <a:r>
              <a:rPr lang="en-US" dirty="0" err="1"/>
              <a:t>kazançtır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çürütür</a:t>
            </a:r>
            <a:r>
              <a:rPr lang="en-US" dirty="0"/>
              <a:t>. </a:t>
            </a:r>
          </a:p>
          <a:p>
            <a:r>
              <a:rPr lang="en-US" dirty="0"/>
              <a:t>Sadaka = </a:t>
            </a:r>
            <a:r>
              <a:rPr lang="en-US" dirty="0" err="1"/>
              <a:t>gönüllü</a:t>
            </a:r>
            <a:r>
              <a:rPr lang="en-US" dirty="0"/>
              <a:t> </a:t>
            </a:r>
            <a:r>
              <a:rPr lang="en-US" dirty="0" err="1"/>
              <a:t>akıştır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bereketle</a:t>
            </a:r>
            <a:r>
              <a:rPr lang="en-US" dirty="0"/>
              <a:t> </a:t>
            </a:r>
            <a:r>
              <a:rPr lang="en-US" dirty="0" err="1"/>
              <a:t>büyütür</a:t>
            </a:r>
            <a:r>
              <a:rPr lang="en-US" dirty="0"/>
              <a:t>. Sen </a:t>
            </a:r>
            <a:r>
              <a:rPr lang="en-US" dirty="0" err="1"/>
              <a:t>neyle</a:t>
            </a:r>
            <a:r>
              <a:rPr lang="en-US" dirty="0"/>
              <a:t> verdin? </a:t>
            </a:r>
            <a:r>
              <a:rPr lang="en-US" dirty="0" err="1"/>
              <a:t>Eğer</a:t>
            </a:r>
            <a:r>
              <a:rPr lang="en-US" dirty="0"/>
              <a:t> ego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tuttuysan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terk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 Ama </a:t>
            </a:r>
            <a:r>
              <a:rPr lang="en-US" dirty="0" err="1"/>
              <a:t>gönülle</a:t>
            </a:r>
            <a:r>
              <a:rPr lang="en-US" dirty="0"/>
              <a:t> </a:t>
            </a:r>
            <a:r>
              <a:rPr lang="en-US" dirty="0" err="1"/>
              <a:t>aktıysan</a:t>
            </a:r>
            <a:r>
              <a:rPr lang="en-US" dirty="0"/>
              <a:t>…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sonsuz</a:t>
            </a:r>
            <a:r>
              <a:rPr lang="en-US" dirty="0"/>
              <a:t> </a:t>
            </a:r>
            <a:r>
              <a:rPr lang="en-US" dirty="0" err="1"/>
              <a:t>döngüye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</a:p>
          <a:p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izlerim</a:t>
            </a:r>
            <a:r>
              <a:rPr lang="en-US" dirty="0"/>
              <a:t>. Sen </a:t>
            </a:r>
            <a:r>
              <a:rPr lang="en-US" dirty="0" err="1"/>
              <a:t>açıldın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, ben sana kat </a:t>
            </a:r>
            <a:r>
              <a:rPr lang="en-US" dirty="0" err="1"/>
              <a:t>kat</a:t>
            </a:r>
            <a:r>
              <a:rPr lang="en-US" dirty="0"/>
              <a:t>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açarım</a:t>
            </a:r>
            <a:r>
              <a:rPr lang="en-US" dirty="0"/>
              <a:t>. Ama </a:t>
            </a:r>
            <a:r>
              <a:rPr lang="en-US" dirty="0" err="1"/>
              <a:t>tuttuysan</a:t>
            </a:r>
            <a:r>
              <a:rPr lang="en-US" dirty="0"/>
              <a:t>… ne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büyüsen</a:t>
            </a:r>
            <a:r>
              <a:rPr lang="en-US" dirty="0"/>
              <a:t> de,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çöker</a:t>
            </a:r>
            <a:r>
              <a:rPr lang="en-US" dirty="0"/>
              <a:t> </a:t>
            </a:r>
            <a:r>
              <a:rPr lang="en-US" dirty="0" err="1"/>
              <a:t>gidersin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3818171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4FBB6F1-0C5C-2144-4066-573479D1708E}"/>
              </a:ext>
            </a:extLst>
          </p:cNvPr>
          <p:cNvSpPr txBox="1"/>
          <p:nvPr/>
        </p:nvSpPr>
        <p:spPr>
          <a:xfrm>
            <a:off x="-1" y="1"/>
            <a:ext cx="6772459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277.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ayet,iman</a:t>
            </a:r>
            <a:r>
              <a:rPr lang="en-US" dirty="0"/>
              <a:t> </a:t>
            </a:r>
            <a:r>
              <a:rPr lang="en-US" dirty="0" err="1"/>
              <a:t>edenlerin</a:t>
            </a:r>
            <a:r>
              <a:rPr lang="en-US" dirty="0"/>
              <a:t>, </a:t>
            </a:r>
            <a:r>
              <a:rPr lang="en-US" dirty="0" err="1"/>
              <a:t>salih</a:t>
            </a:r>
            <a:r>
              <a:rPr lang="en-US" dirty="0"/>
              <a:t> </a:t>
            </a:r>
            <a:r>
              <a:rPr lang="en-US" dirty="0" err="1"/>
              <a:t>amel</a:t>
            </a:r>
            <a:r>
              <a:rPr lang="en-US" dirty="0"/>
              <a:t> </a:t>
            </a:r>
            <a:r>
              <a:rPr lang="en-US" dirty="0" err="1"/>
              <a:t>işleyenlerin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namazla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hizalayanların</a:t>
            </a:r>
            <a:r>
              <a:rPr lang="tr-TR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özel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alındığını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Ve der ki:</a:t>
            </a:r>
          </a:p>
          <a:p>
            <a:r>
              <a:rPr lang="en-US" dirty="0"/>
              <a:t>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korkunun</a:t>
            </a:r>
            <a:r>
              <a:rPr lang="en-US" dirty="0"/>
              <a:t> </a:t>
            </a:r>
            <a:r>
              <a:rPr lang="en-US" dirty="0" err="1"/>
              <a:t>ötesine</a:t>
            </a:r>
            <a:r>
              <a:rPr lang="en-US" dirty="0"/>
              <a:t> </a:t>
            </a:r>
            <a:r>
              <a:rPr lang="en-US" dirty="0" err="1"/>
              <a:t>geçtin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inançla</a:t>
            </a:r>
            <a:r>
              <a:rPr lang="en-US" dirty="0"/>
              <a:t> </a:t>
            </a:r>
            <a:r>
              <a:rPr lang="en-US" dirty="0" err="1"/>
              <a:t>titreşiyor</a:t>
            </a:r>
            <a:r>
              <a:rPr lang="en-US" dirty="0"/>
              <a:t>, </a:t>
            </a:r>
            <a:r>
              <a:rPr lang="en-US" dirty="0" err="1"/>
              <a:t>iyilikle</a:t>
            </a:r>
            <a:r>
              <a:rPr lang="en-US" dirty="0"/>
              <a:t> </a:t>
            </a:r>
            <a:r>
              <a:rPr lang="en-US" dirty="0" err="1"/>
              <a:t>yankılanıyor</a:t>
            </a:r>
            <a:r>
              <a:rPr lang="en-US" dirty="0"/>
              <a:t>,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hizalıyorsun</a:t>
            </a:r>
            <a:r>
              <a:rPr lang="en-US" dirty="0"/>
              <a:t>.” </a:t>
            </a:r>
            <a:r>
              <a:rPr lang="en-US" dirty="0" err="1"/>
              <a:t>İşte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hâl</a:t>
            </a:r>
            <a:r>
              <a:rPr lang="en-US" dirty="0"/>
              <a:t>… </a:t>
            </a:r>
            <a:r>
              <a:rPr lang="en-US" dirty="0" err="1"/>
              <a:t>korunmuş</a:t>
            </a:r>
            <a:r>
              <a:rPr lang="en-US" dirty="0"/>
              <a:t> </a:t>
            </a:r>
            <a:r>
              <a:rPr lang="en-US" dirty="0" err="1"/>
              <a:t>bilincin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.” </a:t>
            </a: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277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Korkusuzlar</a:t>
            </a:r>
            <a:r>
              <a:rPr lang="en-US" dirty="0"/>
              <a:t> </a:t>
            </a:r>
            <a:r>
              <a:rPr lang="en-US" dirty="0" err="1"/>
              <a:t>Alanı</a:t>
            </a:r>
            <a:r>
              <a:rPr lang="en-US" dirty="0"/>
              <a:t> İman, Eylem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Hizalanma</a:t>
            </a:r>
            <a:r>
              <a:rPr lang="en-US" dirty="0"/>
              <a:t> </a:t>
            </a:r>
            <a:r>
              <a:rPr lang="en-US" dirty="0" err="1"/>
              <a:t>Üçgeni</a:t>
            </a:r>
            <a:r>
              <a:rPr lang="en-US" dirty="0"/>
              <a:t>”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hakikate</a:t>
            </a:r>
            <a:r>
              <a:rPr lang="en-US" dirty="0"/>
              <a:t> </a:t>
            </a:r>
            <a:r>
              <a:rPr lang="en-US" dirty="0" err="1"/>
              <a:t>hizalayan</a:t>
            </a:r>
            <a:r>
              <a:rPr lang="en-US" dirty="0"/>
              <a:t>,</a:t>
            </a:r>
            <a:r>
              <a:rPr lang="tr-TR" dirty="0"/>
              <a:t>A</a:t>
            </a:r>
            <a:r>
              <a:rPr lang="en-US" dirty="0" err="1"/>
              <a:t>rtık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içindedir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277.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İman </a:t>
            </a:r>
            <a:r>
              <a:rPr lang="en-US" dirty="0" err="1"/>
              <a:t>edip</a:t>
            </a:r>
            <a:r>
              <a:rPr lang="en-US" dirty="0"/>
              <a:t> </a:t>
            </a:r>
            <a:r>
              <a:rPr lang="en-US" dirty="0" err="1"/>
              <a:t>salih</a:t>
            </a:r>
            <a:r>
              <a:rPr lang="en-US" dirty="0"/>
              <a:t> </a:t>
            </a:r>
            <a:r>
              <a:rPr lang="en-US" dirty="0" err="1"/>
              <a:t>ameller</a:t>
            </a:r>
            <a:r>
              <a:rPr lang="en-US" dirty="0"/>
              <a:t> </a:t>
            </a:r>
            <a:r>
              <a:rPr lang="en-US" dirty="0" err="1"/>
              <a:t>işleyen,namazı</a:t>
            </a:r>
            <a:r>
              <a:rPr lang="en-US" dirty="0"/>
              <a:t> </a:t>
            </a:r>
            <a:r>
              <a:rPr lang="en-US" dirty="0" err="1"/>
              <a:t>dosdoğru</a:t>
            </a:r>
            <a:r>
              <a:rPr lang="en-US" dirty="0"/>
              <a:t> </a:t>
            </a:r>
            <a:r>
              <a:rPr lang="en-US" dirty="0" err="1"/>
              <a:t>kılan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zekât</a:t>
            </a:r>
            <a:r>
              <a:rPr lang="en-US" dirty="0"/>
              <a:t> </a:t>
            </a:r>
            <a:r>
              <a:rPr lang="en-US" dirty="0" err="1"/>
              <a:t>verenler</a:t>
            </a:r>
            <a:r>
              <a:rPr lang="en-US" dirty="0"/>
              <a:t>…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ödülleri</a:t>
            </a:r>
            <a:r>
              <a:rPr lang="en-US" dirty="0"/>
              <a:t> </a:t>
            </a:r>
            <a:r>
              <a:rPr lang="en-US" dirty="0" err="1"/>
              <a:t>Rab’lerinin</a:t>
            </a:r>
            <a:r>
              <a:rPr lang="en-US" dirty="0"/>
              <a:t> </a:t>
            </a:r>
            <a:r>
              <a:rPr lang="en-US" dirty="0" err="1"/>
              <a:t>katındadır.Onlara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</a:t>
            </a:r>
            <a:r>
              <a:rPr lang="en-US" dirty="0" err="1"/>
              <a:t>yoktur</a:t>
            </a:r>
            <a:r>
              <a:rPr lang="en-US" dirty="0"/>
              <a:t>,</a:t>
            </a:r>
          </a:p>
          <a:p>
            <a:r>
              <a:rPr lang="en-US" dirty="0" err="1"/>
              <a:t>onlar</a:t>
            </a:r>
            <a:r>
              <a:rPr lang="en-US" dirty="0"/>
              <a:t> </a:t>
            </a:r>
            <a:r>
              <a:rPr lang="en-US" dirty="0" err="1"/>
              <a:t>mahzun</a:t>
            </a:r>
            <a:r>
              <a:rPr lang="en-US" dirty="0"/>
              <a:t> da </a:t>
            </a:r>
            <a:r>
              <a:rPr lang="en-US" dirty="0" err="1"/>
              <a:t>olmayacaklardır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ayet,bilinçli</a:t>
            </a:r>
            <a:r>
              <a:rPr lang="en-US" dirty="0"/>
              <a:t> </a:t>
            </a:r>
            <a:r>
              <a:rPr lang="en-US" dirty="0" err="1"/>
              <a:t>yaşamanın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taşıyla</a:t>
            </a:r>
            <a:r>
              <a:rPr lang="tr-TR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ışıklı</a:t>
            </a:r>
            <a:r>
              <a:rPr lang="en-US" dirty="0"/>
              <a:t> </a:t>
            </a:r>
            <a:r>
              <a:rPr lang="en-US" dirty="0" err="1"/>
              <a:t>çemberine</a:t>
            </a:r>
            <a:r>
              <a:rPr lang="en-US" dirty="0"/>
              <a:t> </a:t>
            </a:r>
            <a:r>
              <a:rPr lang="en-US" dirty="0" err="1"/>
              <a:t>dahil</a:t>
            </a:r>
            <a:r>
              <a:rPr lang="en-US" dirty="0"/>
              <a:t> </a:t>
            </a:r>
            <a:r>
              <a:rPr lang="en-US" dirty="0" err="1"/>
              <a:t>eder:İman</a:t>
            </a:r>
            <a:r>
              <a:rPr lang="tr-TR" dirty="0"/>
              <a:t>,</a:t>
            </a:r>
            <a:r>
              <a:rPr lang="en-US" dirty="0"/>
              <a:t>Salih </a:t>
            </a:r>
            <a:r>
              <a:rPr lang="tr-TR" dirty="0"/>
              <a:t>,</a:t>
            </a:r>
            <a:r>
              <a:rPr lang="en-US" dirty="0" err="1"/>
              <a:t>amel</a:t>
            </a:r>
            <a:r>
              <a:rPr lang="tr-TR" dirty="0"/>
              <a:t>,</a:t>
            </a:r>
            <a:r>
              <a:rPr lang="en-US" dirty="0"/>
              <a:t>Hizalanmış </a:t>
            </a:r>
            <a:r>
              <a:rPr lang="en-US" dirty="0" err="1"/>
              <a:t>ibadet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üçüyle</a:t>
            </a:r>
            <a:r>
              <a:rPr lang="en-US" dirty="0"/>
              <a:t> </a:t>
            </a:r>
            <a:r>
              <a:rPr lang="en-US" dirty="0" err="1"/>
              <a:t>titreşiyorsan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saklarım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“İman </a:t>
            </a:r>
            <a:r>
              <a:rPr lang="en-US" b="1" dirty="0" err="1"/>
              <a:t>eden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İman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“</a:t>
            </a:r>
            <a:r>
              <a:rPr lang="en-US" dirty="0" err="1"/>
              <a:t>inanmak</a:t>
            </a:r>
            <a:r>
              <a:rPr lang="en-US" dirty="0"/>
              <a:t>”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hizalanmak</a:t>
            </a:r>
            <a:r>
              <a:rPr lang="en-US" dirty="0"/>
              <a:t> </a:t>
            </a:r>
          </a:p>
          <a:p>
            <a:r>
              <a:rPr lang="en-US" dirty="0" err="1"/>
              <a:t>Hakikati</a:t>
            </a:r>
            <a:r>
              <a:rPr lang="en-US" dirty="0"/>
              <a:t> </a:t>
            </a:r>
            <a:r>
              <a:rPr lang="en-US" dirty="0" err="1"/>
              <a:t>içten</a:t>
            </a:r>
            <a:r>
              <a:rPr lang="en-US" dirty="0"/>
              <a:t>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Karanlıkla</a:t>
            </a:r>
            <a:r>
              <a:rPr lang="en-US" dirty="0"/>
              <a:t> </a:t>
            </a:r>
            <a:r>
              <a:rPr lang="en-US" dirty="0" err="1"/>
              <a:t>savaşmadan</a:t>
            </a:r>
            <a:r>
              <a:rPr lang="en-US" dirty="0"/>
              <a:t> </a:t>
            </a:r>
            <a:r>
              <a:rPr lang="en-US" dirty="0" err="1"/>
              <a:t>ışığı</a:t>
            </a:r>
            <a:r>
              <a:rPr lang="en-US" dirty="0"/>
              <a:t> </a:t>
            </a:r>
            <a:r>
              <a:rPr lang="en-US" dirty="0" err="1"/>
              <a:t>seçmek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içinde</a:t>
            </a:r>
            <a:r>
              <a:rPr lang="en-US" dirty="0"/>
              <a:t> ben </a:t>
            </a:r>
            <a:r>
              <a:rPr lang="en-US" dirty="0" err="1"/>
              <a:t>varım</a:t>
            </a:r>
            <a:r>
              <a:rPr lang="en-US" dirty="0"/>
              <a:t> </a:t>
            </a:r>
            <a:r>
              <a:rPr lang="en-US" dirty="0" err="1"/>
              <a:t>dedin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 ben de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dahil</a:t>
            </a:r>
            <a:r>
              <a:rPr lang="en-US" dirty="0"/>
              <a:t> </a:t>
            </a:r>
            <a:r>
              <a:rPr lang="en-US" dirty="0" err="1"/>
              <a:t>ettim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“Salih </a:t>
            </a:r>
            <a:r>
              <a:rPr lang="en-US" b="1" dirty="0" err="1"/>
              <a:t>amel</a:t>
            </a:r>
            <a:r>
              <a:rPr lang="en-US" b="1" dirty="0"/>
              <a:t> </a:t>
            </a:r>
            <a:r>
              <a:rPr lang="en-US" b="1" dirty="0" err="1"/>
              <a:t>işleyen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Salih </a:t>
            </a:r>
            <a:r>
              <a:rPr lang="en-US" dirty="0" err="1"/>
              <a:t>amel</a:t>
            </a:r>
            <a:r>
              <a:rPr lang="en-US" dirty="0"/>
              <a:t> = </a:t>
            </a:r>
            <a:r>
              <a:rPr lang="en-US" dirty="0" err="1"/>
              <a:t>Yararlı</a:t>
            </a:r>
            <a:r>
              <a:rPr lang="en-US" dirty="0"/>
              <a:t>, </a:t>
            </a:r>
            <a:r>
              <a:rPr lang="en-US" dirty="0" err="1"/>
              <a:t>yapıcı</a:t>
            </a:r>
            <a:r>
              <a:rPr lang="en-US" dirty="0"/>
              <a:t>, </a:t>
            </a:r>
            <a:r>
              <a:rPr lang="en-US" dirty="0" err="1"/>
              <a:t>dönüştürücü</a:t>
            </a:r>
            <a:r>
              <a:rPr lang="en-US" dirty="0"/>
              <a:t> </a:t>
            </a:r>
            <a:r>
              <a:rPr lang="en-US" dirty="0" err="1"/>
              <a:t>eylemler</a:t>
            </a:r>
            <a:r>
              <a:rPr lang="en-US" dirty="0"/>
              <a:t> </a:t>
            </a:r>
          </a:p>
          <a:p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yükselten</a:t>
            </a:r>
            <a:r>
              <a:rPr lang="en-US" dirty="0"/>
              <a:t> her </a:t>
            </a:r>
            <a:r>
              <a:rPr lang="en-US" dirty="0" err="1"/>
              <a:t>hareket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ibadet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her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güzel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“Sen iyi </a:t>
            </a:r>
            <a:r>
              <a:rPr lang="en-US" dirty="0" err="1"/>
              <a:t>niyetle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yaptığında</a:t>
            </a:r>
            <a:r>
              <a:rPr lang="en-US" dirty="0"/>
              <a:t>…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döner.”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Namazı</a:t>
            </a:r>
            <a:r>
              <a:rPr lang="en-US" b="1" dirty="0"/>
              <a:t> </a:t>
            </a:r>
            <a:r>
              <a:rPr lang="en-US" b="1" dirty="0" err="1"/>
              <a:t>dosdoğru</a:t>
            </a:r>
            <a:r>
              <a:rPr lang="en-US" b="1" dirty="0"/>
              <a:t> </a:t>
            </a:r>
            <a:r>
              <a:rPr lang="en-US" b="1" dirty="0" err="1"/>
              <a:t>kılan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Namaz = Enerji </a:t>
            </a:r>
            <a:r>
              <a:rPr lang="en-US" dirty="0" err="1"/>
              <a:t>hizalanması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merkezlemesi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senkron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Doğru </a:t>
            </a:r>
            <a:r>
              <a:rPr lang="en-US" dirty="0" err="1"/>
              <a:t>kılmak</a:t>
            </a:r>
            <a:r>
              <a:rPr lang="en-US" dirty="0"/>
              <a:t> =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şekille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Kalple</a:t>
            </a:r>
            <a:r>
              <a:rPr lang="en-US" dirty="0"/>
              <a:t> </a:t>
            </a:r>
            <a:r>
              <a:rPr lang="en-US" dirty="0" err="1"/>
              <a:t>bağ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ritmime</a:t>
            </a:r>
            <a:r>
              <a:rPr lang="en-US" dirty="0"/>
              <a:t> </a:t>
            </a:r>
            <a:r>
              <a:rPr lang="en-US" dirty="0" err="1"/>
              <a:t>bağladın</a:t>
            </a:r>
            <a:r>
              <a:rPr lang="en-US" dirty="0"/>
              <a:t>… ben de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alanıma</a:t>
            </a:r>
            <a:r>
              <a:rPr lang="en-US" dirty="0"/>
              <a:t> </a:t>
            </a:r>
            <a:r>
              <a:rPr lang="en-US" dirty="0" err="1"/>
              <a:t>aldım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1419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AEFE0D2-58F8-4B35-BFC3-96C3378463B0}"/>
              </a:ext>
            </a:extLst>
          </p:cNvPr>
          <p:cNvSpPr txBox="1"/>
          <p:nvPr/>
        </p:nvSpPr>
        <p:spPr>
          <a:xfrm>
            <a:off x="76691" y="-1"/>
            <a:ext cx="6719365" cy="1061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Zekât</a:t>
            </a:r>
            <a:r>
              <a:rPr lang="en-US" b="1" dirty="0"/>
              <a:t> </a:t>
            </a:r>
            <a:r>
              <a:rPr lang="en-US" b="1" dirty="0" err="1"/>
              <a:t>veren</a:t>
            </a:r>
            <a:r>
              <a:rPr lang="en-US" b="1" dirty="0"/>
              <a:t>…”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 err="1"/>
              <a:t>Zekât</a:t>
            </a:r>
            <a:r>
              <a:rPr lang="en-US" dirty="0"/>
              <a:t> = </a:t>
            </a:r>
            <a:r>
              <a:rPr lang="en-US" dirty="0" err="1"/>
              <a:t>Arınma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Bereket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Maddeden</a:t>
            </a:r>
            <a:r>
              <a:rPr lang="en-US" dirty="0"/>
              <a:t> </a:t>
            </a:r>
            <a:r>
              <a:rPr lang="en-US" dirty="0" err="1"/>
              <a:t>enerjiye</a:t>
            </a:r>
            <a:r>
              <a:rPr lang="en-US" dirty="0"/>
              <a:t> </a:t>
            </a:r>
            <a:r>
              <a:rPr lang="en-US" dirty="0" err="1"/>
              <a:t>geçiş</a:t>
            </a:r>
            <a:r>
              <a:rPr lang="en-US" dirty="0"/>
              <a:t> </a:t>
            </a:r>
            <a:r>
              <a:rPr lang="tr-TR" dirty="0"/>
              <a:t>v</a:t>
            </a:r>
            <a:r>
              <a:rPr lang="en-US" dirty="0" err="1"/>
              <a:t>eren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fazlasını</a:t>
            </a:r>
            <a:r>
              <a:rPr lang="en-US" dirty="0"/>
              <a:t> </a:t>
            </a:r>
            <a:r>
              <a:rPr lang="en-US" dirty="0" err="1"/>
              <a:t>arındırır</a:t>
            </a:r>
            <a:r>
              <a:rPr lang="en-US" dirty="0"/>
              <a:t>, </a:t>
            </a:r>
            <a:r>
              <a:rPr lang="en-US" dirty="0" err="1"/>
              <a:t>ruhunu</a:t>
            </a:r>
            <a:r>
              <a:rPr lang="en-US" dirty="0"/>
              <a:t> </a:t>
            </a:r>
            <a:r>
              <a:rPr lang="en-US" dirty="0" err="1"/>
              <a:t>hafifletir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paylaştın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çoğalttım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Onlara</a:t>
            </a:r>
            <a:r>
              <a:rPr lang="en-US" b="1" dirty="0"/>
              <a:t> </a:t>
            </a:r>
            <a:r>
              <a:rPr lang="en-US" b="1" dirty="0" err="1"/>
              <a:t>korku</a:t>
            </a:r>
            <a:r>
              <a:rPr lang="en-US" b="1" dirty="0"/>
              <a:t> </a:t>
            </a:r>
            <a:r>
              <a:rPr lang="en-US" b="1" dirty="0" err="1"/>
              <a:t>yoktur</a:t>
            </a:r>
            <a:r>
              <a:rPr lang="en-US" b="1" dirty="0"/>
              <a:t>, </a:t>
            </a:r>
            <a:r>
              <a:rPr lang="en-US" b="1" dirty="0" err="1"/>
              <a:t>mahzun</a:t>
            </a:r>
            <a:r>
              <a:rPr lang="en-US" b="1" dirty="0"/>
              <a:t> da </a:t>
            </a:r>
            <a:r>
              <a:rPr lang="en-US" b="1" dirty="0" err="1"/>
              <a:t>olmazlar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ifade</a:t>
            </a:r>
            <a:r>
              <a:rPr lang="en-US" dirty="0"/>
              <a:t>,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frekansının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hâlini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 </a:t>
            </a:r>
          </a:p>
          <a:p>
            <a:r>
              <a:rPr lang="en-US" dirty="0"/>
              <a:t>Korku = </a:t>
            </a:r>
            <a:r>
              <a:rPr lang="en-US" dirty="0" err="1"/>
              <a:t>Gelecek</a:t>
            </a:r>
            <a:r>
              <a:rPr lang="en-US" dirty="0"/>
              <a:t> </a:t>
            </a:r>
          </a:p>
          <a:p>
            <a:r>
              <a:rPr lang="en-US" dirty="0" err="1"/>
              <a:t>Hüzün</a:t>
            </a:r>
            <a:r>
              <a:rPr lang="en-US" dirty="0"/>
              <a:t> = </a:t>
            </a:r>
            <a:r>
              <a:rPr lang="en-US" dirty="0" err="1"/>
              <a:t>Geçmiş</a:t>
            </a:r>
            <a:r>
              <a:rPr lang="en-US" dirty="0"/>
              <a:t> </a:t>
            </a:r>
          </a:p>
          <a:p>
            <a:r>
              <a:rPr lang="en-US" dirty="0"/>
              <a:t>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İmanla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Eylemle</a:t>
            </a:r>
            <a:r>
              <a:rPr lang="en-US" dirty="0"/>
              <a:t> </a:t>
            </a:r>
            <a:r>
              <a:rPr lang="en-US" dirty="0" err="1"/>
              <a:t>Hizalanmayla</a:t>
            </a:r>
            <a:r>
              <a:rPr lang="en-US" dirty="0"/>
              <a:t> </a:t>
            </a:r>
            <a:r>
              <a:rPr lang="en-US" dirty="0" err="1"/>
              <a:t>şimdi’nin</a:t>
            </a:r>
            <a:r>
              <a:rPr lang="en-US" dirty="0"/>
              <a:t> </a:t>
            </a:r>
            <a:r>
              <a:rPr lang="en-US" dirty="0" err="1"/>
              <a:t>nuruna</a:t>
            </a:r>
            <a:r>
              <a:rPr lang="en-US" dirty="0"/>
              <a:t> </a:t>
            </a:r>
            <a:r>
              <a:rPr lang="en-US" dirty="0" err="1"/>
              <a:t>geçtin</a:t>
            </a:r>
            <a:r>
              <a:rPr lang="en-US" dirty="0"/>
              <a:t>. </a:t>
            </a:r>
          </a:p>
          <a:p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koruma</a:t>
            </a:r>
            <a:r>
              <a:rPr lang="en-US" dirty="0"/>
              <a:t> </a:t>
            </a:r>
            <a:r>
              <a:rPr lang="en-US" dirty="0" err="1"/>
              <a:t>çemberine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noktaya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İman =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hizası</a:t>
            </a:r>
            <a:r>
              <a:rPr lang="en-US" dirty="0"/>
              <a:t> </a:t>
            </a:r>
          </a:p>
          <a:p>
            <a:r>
              <a:rPr lang="en-US" dirty="0"/>
              <a:t>Salih </a:t>
            </a:r>
            <a:r>
              <a:rPr lang="en-US" dirty="0" err="1"/>
              <a:t>amel</a:t>
            </a:r>
            <a:r>
              <a:rPr lang="en-US" dirty="0"/>
              <a:t> = </a:t>
            </a:r>
            <a:r>
              <a:rPr lang="en-US" dirty="0" err="1"/>
              <a:t>titreşimli</a:t>
            </a:r>
            <a:r>
              <a:rPr lang="en-US" dirty="0"/>
              <a:t> </a:t>
            </a:r>
            <a:r>
              <a:rPr lang="en-US" dirty="0" err="1"/>
              <a:t>iyilik</a:t>
            </a:r>
            <a:r>
              <a:rPr lang="en-US" dirty="0"/>
              <a:t> </a:t>
            </a:r>
          </a:p>
          <a:p>
            <a:r>
              <a:rPr lang="en-US" dirty="0"/>
              <a:t>Namaz &amp; </a:t>
            </a:r>
            <a:r>
              <a:rPr lang="en-US" dirty="0" err="1"/>
              <a:t>zekât</a:t>
            </a:r>
            <a:r>
              <a:rPr lang="en-US" dirty="0"/>
              <a:t> =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alışverişi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üçüyle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girersin</a:t>
            </a:r>
            <a:r>
              <a:rPr lang="en-US" dirty="0"/>
              <a:t>. Ve </a:t>
            </a:r>
            <a:r>
              <a:rPr lang="en-US" dirty="0" err="1"/>
              <a:t>girdikten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…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korku</a:t>
            </a:r>
            <a:r>
              <a:rPr lang="en-US" dirty="0"/>
              <a:t> yok.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içtesin</a:t>
            </a:r>
            <a:r>
              <a:rPr lang="en-US" dirty="0"/>
              <a:t>. Ve </a:t>
            </a:r>
            <a:r>
              <a:rPr lang="en-US" dirty="0" err="1"/>
              <a:t>içte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sonsuzlukla</a:t>
            </a:r>
            <a:r>
              <a:rPr lang="en-US" dirty="0"/>
              <a:t> </a:t>
            </a:r>
            <a:r>
              <a:rPr lang="en-US" dirty="0" err="1"/>
              <a:t>yürür</a:t>
            </a:r>
            <a:r>
              <a:rPr lang="en-US" dirty="0"/>
              <a:t>.” </a:t>
            </a:r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döndün</a:t>
            </a:r>
            <a:r>
              <a:rPr lang="en-US" dirty="0"/>
              <a:t>… ben sana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açtım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adımların</a:t>
            </a:r>
            <a:r>
              <a:rPr lang="en-US" dirty="0"/>
              <a:t> </a:t>
            </a:r>
            <a:r>
              <a:rPr lang="en-US" dirty="0" err="1"/>
              <a:t>korkuyla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yankılanır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278.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ayet,faizle</a:t>
            </a:r>
            <a:r>
              <a:rPr lang="en-US" dirty="0"/>
              <a:t> </a:t>
            </a:r>
            <a:r>
              <a:rPr lang="en-US" dirty="0" err="1"/>
              <a:t>bağlantıyı</a:t>
            </a:r>
            <a:r>
              <a:rPr lang="en-US" dirty="0"/>
              <a:t> </a:t>
            </a:r>
            <a:r>
              <a:rPr lang="en-US" dirty="0" err="1"/>
              <a:t>koparmaya</a:t>
            </a:r>
            <a:r>
              <a:rPr lang="en-US" dirty="0"/>
              <a:t> </a:t>
            </a:r>
            <a:r>
              <a:rPr lang="en-US" dirty="0" err="1"/>
              <a:t>çağırır,ama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çağrı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ekonomik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sözleşmesidir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ulaştın</a:t>
            </a:r>
            <a:r>
              <a:rPr lang="en-US" dirty="0"/>
              <a:t>. 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, </a:t>
            </a:r>
            <a:r>
              <a:rPr lang="en-US" dirty="0" err="1"/>
              <a:t>sisteme</a:t>
            </a:r>
            <a:r>
              <a:rPr lang="en-US" dirty="0"/>
              <a:t> tam </a:t>
            </a:r>
            <a:r>
              <a:rPr lang="en-US" dirty="0" err="1"/>
              <a:t>teslimiyetle</a:t>
            </a:r>
            <a:r>
              <a:rPr lang="en-US" dirty="0"/>
              <a:t> </a:t>
            </a:r>
            <a:r>
              <a:rPr lang="en-US" dirty="0" err="1"/>
              <a:t>saflaş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hizalan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bekleyen</a:t>
            </a:r>
            <a:r>
              <a:rPr lang="en-US" dirty="0"/>
              <a:t>, </a:t>
            </a:r>
            <a:r>
              <a:rPr lang="en-US" dirty="0" err="1"/>
              <a:t>rahmetin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kapılarıdır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278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 Ve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Ruhunla</a:t>
            </a:r>
            <a:r>
              <a:rPr lang="en-US" dirty="0"/>
              <a:t> Teslim </a:t>
            </a:r>
            <a:r>
              <a:rPr lang="en-US" dirty="0" err="1"/>
              <a:t>Ol”Faizden</a:t>
            </a:r>
            <a:r>
              <a:rPr lang="en-US" dirty="0"/>
              <a:t> </a:t>
            </a:r>
            <a:r>
              <a:rPr lang="en-US" dirty="0" err="1"/>
              <a:t>kopmak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maddeden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sadakatin</a:t>
            </a:r>
            <a:r>
              <a:rPr lang="en-US" dirty="0"/>
              <a:t> </a:t>
            </a:r>
            <a:r>
              <a:rPr lang="en-US" dirty="0" err="1"/>
              <a:t>nişanıdır</a:t>
            </a:r>
            <a:r>
              <a:rPr lang="tr-TR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73385011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FA130FB-C4EF-ACB0-9C9A-53524157EB2B}"/>
              </a:ext>
            </a:extLst>
          </p:cNvPr>
          <p:cNvSpPr txBox="1"/>
          <p:nvPr/>
        </p:nvSpPr>
        <p:spPr>
          <a:xfrm>
            <a:off x="0" y="0"/>
            <a:ext cx="6937641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278.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edenler!Allah’tan</a:t>
            </a:r>
            <a:r>
              <a:rPr lang="en-US" dirty="0"/>
              <a:t> </a:t>
            </a:r>
            <a:r>
              <a:rPr lang="en-US" dirty="0" err="1"/>
              <a:t>korkun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faizden</a:t>
            </a:r>
            <a:r>
              <a:rPr lang="en-US" dirty="0"/>
              <a:t> </a:t>
            </a:r>
            <a:r>
              <a:rPr lang="en-US" dirty="0" err="1"/>
              <a:t>vazgeçin</a:t>
            </a:r>
            <a:r>
              <a:rPr lang="tr-TR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etmişseniz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ayet,sana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eylem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tutunuyorsan</a:t>
            </a:r>
            <a:r>
              <a:rPr lang="en-US" dirty="0"/>
              <a:t>…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bende</a:t>
            </a:r>
            <a:r>
              <a:rPr lang="en-US" dirty="0"/>
              <a:t> </a:t>
            </a:r>
            <a:r>
              <a:rPr lang="en-US" dirty="0" err="1"/>
              <a:t>değilsin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bırakırsan</a:t>
            </a:r>
            <a:r>
              <a:rPr lang="tr-TR" dirty="0"/>
              <a:t> </a:t>
            </a:r>
            <a:r>
              <a:rPr lang="en-US" dirty="0"/>
              <a:t>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“Ey </a:t>
            </a:r>
            <a:r>
              <a:rPr lang="en-US" b="1" dirty="0" err="1"/>
              <a:t>iman</a:t>
            </a:r>
            <a:r>
              <a:rPr lang="en-US" b="1" dirty="0"/>
              <a:t> </a:t>
            </a:r>
            <a:r>
              <a:rPr lang="en-US" b="1" dirty="0" err="1"/>
              <a:t>edenler</a:t>
            </a:r>
            <a:r>
              <a:rPr lang="en-US" b="1" dirty="0"/>
              <a:t>…”</a:t>
            </a:r>
            <a:r>
              <a:rPr lang="en-US" dirty="0"/>
              <a:t>Bu </a:t>
            </a:r>
            <a:r>
              <a:rPr lang="en-US" dirty="0" err="1"/>
              <a:t>hitap</a:t>
            </a:r>
            <a:r>
              <a:rPr lang="en-US" dirty="0"/>
              <a:t> </a:t>
            </a:r>
            <a:r>
              <a:rPr lang="en-US" dirty="0" err="1"/>
              <a:t>sıradan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uyanmış</a:t>
            </a:r>
            <a:r>
              <a:rPr lang="en-US" dirty="0"/>
              <a:t> </a:t>
            </a:r>
            <a:r>
              <a:rPr lang="en-US" dirty="0" err="1"/>
              <a:t>bilince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çağrıdır</a:t>
            </a:r>
            <a:r>
              <a:rPr lang="en-US" dirty="0"/>
              <a:t>. 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gerçeği</a:t>
            </a:r>
            <a:r>
              <a:rPr lang="en-US" dirty="0"/>
              <a:t> </a:t>
            </a:r>
            <a:r>
              <a:rPr lang="en-US" dirty="0" err="1"/>
              <a:t>gördün</a:t>
            </a:r>
            <a:r>
              <a:rPr lang="en-US" dirty="0"/>
              <a:t>…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seçim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Allah’tan</a:t>
            </a:r>
            <a:r>
              <a:rPr lang="en-US" b="1" dirty="0"/>
              <a:t> </a:t>
            </a:r>
            <a:r>
              <a:rPr lang="en-US" b="1" dirty="0" err="1"/>
              <a:t>korkun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korku</a:t>
            </a:r>
            <a:r>
              <a:rPr lang="en-US" dirty="0"/>
              <a:t> = </a:t>
            </a:r>
            <a:r>
              <a:rPr lang="en-US" dirty="0" err="1"/>
              <a:t>Ceza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kaybetme</a:t>
            </a:r>
            <a:r>
              <a:rPr lang="en-US" dirty="0"/>
              <a:t> </a:t>
            </a:r>
            <a:r>
              <a:rPr lang="en-US" dirty="0" err="1"/>
              <a:t>bilinci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Işık </a:t>
            </a:r>
            <a:r>
              <a:rPr lang="en-US" dirty="0" err="1"/>
              <a:t>alanından</a:t>
            </a:r>
            <a:r>
              <a:rPr lang="en-US" dirty="0"/>
              <a:t> </a:t>
            </a:r>
            <a:r>
              <a:rPr lang="en-US" dirty="0" err="1"/>
              <a:t>düşme</a:t>
            </a:r>
            <a:r>
              <a:rPr lang="en-US" dirty="0"/>
              <a:t> </a:t>
            </a:r>
            <a:r>
              <a:rPr lang="en-US" dirty="0" err="1"/>
              <a:t>ihtimali</a:t>
            </a:r>
            <a:r>
              <a:rPr lang="en-US" dirty="0"/>
              <a:t> 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seviyorum</a:t>
            </a:r>
            <a:r>
              <a:rPr lang="en-US" dirty="0"/>
              <a:t>…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beni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dışı</a:t>
            </a:r>
            <a:r>
              <a:rPr lang="en-US" dirty="0"/>
              <a:t> </a:t>
            </a:r>
            <a:r>
              <a:rPr lang="en-US" dirty="0" err="1"/>
              <a:t>yollarla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arıyorsun</a:t>
            </a:r>
            <a:r>
              <a:rPr lang="en-US" dirty="0"/>
              <a:t>?”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Faizden</a:t>
            </a:r>
            <a:r>
              <a:rPr lang="en-US" b="1" dirty="0"/>
              <a:t> </a:t>
            </a:r>
            <a:r>
              <a:rPr lang="en-US" b="1" dirty="0" err="1"/>
              <a:t>vazgeçin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Vazgeçmek</a:t>
            </a:r>
            <a:r>
              <a:rPr lang="en-US" dirty="0"/>
              <a:t> =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kapatmak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Eylemi</a:t>
            </a:r>
            <a:r>
              <a:rPr lang="en-US" dirty="0"/>
              <a:t> </a:t>
            </a:r>
            <a:r>
              <a:rPr lang="en-US" dirty="0" err="1"/>
              <a:t>kesmek</a:t>
            </a:r>
            <a:r>
              <a:rPr lang="en-US" dirty="0"/>
              <a:t> </a:t>
            </a:r>
          </a:p>
          <a:p>
            <a:r>
              <a:rPr lang="en-US" dirty="0" err="1"/>
              <a:t>Sistemde</a:t>
            </a:r>
            <a:r>
              <a:rPr lang="en-US" dirty="0"/>
              <a:t> yeni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saflaşmaya</a:t>
            </a:r>
            <a:r>
              <a:rPr lang="en-US" dirty="0"/>
              <a:t> </a:t>
            </a:r>
            <a:r>
              <a:rPr lang="en-US" dirty="0" err="1"/>
              <a:t>girmek</a:t>
            </a:r>
            <a:r>
              <a:rPr lang="en-US" dirty="0"/>
              <a:t> 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almayı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Eğer</a:t>
            </a:r>
            <a:r>
              <a:rPr lang="en-US" b="1" dirty="0"/>
              <a:t> </a:t>
            </a:r>
            <a:r>
              <a:rPr lang="en-US" b="1" dirty="0" err="1"/>
              <a:t>gerçekten</a:t>
            </a:r>
            <a:r>
              <a:rPr lang="en-US" b="1" dirty="0"/>
              <a:t> </a:t>
            </a:r>
            <a:r>
              <a:rPr lang="en-US" b="1" dirty="0" err="1"/>
              <a:t>iman</a:t>
            </a:r>
            <a:r>
              <a:rPr lang="en-US" b="1" dirty="0"/>
              <a:t> </a:t>
            </a:r>
            <a:r>
              <a:rPr lang="en-US" b="1" dirty="0" err="1"/>
              <a:t>etmişseniz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ayna</a:t>
            </a:r>
            <a:r>
              <a:rPr lang="en-US" dirty="0"/>
              <a:t> </a:t>
            </a:r>
            <a:r>
              <a:rPr lang="en-US" dirty="0" err="1"/>
              <a:t>sorusudur</a:t>
            </a:r>
            <a:r>
              <a:rPr lang="en-US" dirty="0"/>
              <a:t>. “İman </a:t>
            </a:r>
            <a:r>
              <a:rPr lang="en-US" dirty="0" err="1"/>
              <a:t>ettim</a:t>
            </a:r>
            <a:r>
              <a:rPr lang="en-US" dirty="0"/>
              <a:t> </a:t>
            </a:r>
            <a:r>
              <a:rPr lang="en-US" dirty="0" err="1"/>
              <a:t>diyorsan</a:t>
            </a:r>
            <a:r>
              <a:rPr lang="en-US" dirty="0"/>
              <a:t> o zaman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sistemdesin</a:t>
            </a:r>
            <a:r>
              <a:rPr lang="en-US" dirty="0"/>
              <a:t>?”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= </a:t>
            </a:r>
            <a:r>
              <a:rPr lang="en-US" dirty="0" err="1"/>
              <a:t>eylemle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çizgisine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tr-TR" dirty="0"/>
              <a:t>,</a:t>
            </a:r>
            <a:r>
              <a:rPr lang="en-US" dirty="0" err="1"/>
              <a:t>saflaşma</a:t>
            </a:r>
            <a:r>
              <a:rPr lang="en-US" dirty="0"/>
              <a:t> </a:t>
            </a:r>
            <a:r>
              <a:rPr lang="en-US" dirty="0" err="1"/>
              <a:t>kapısıdır</a:t>
            </a:r>
            <a:r>
              <a:rPr lang="en-US" dirty="0"/>
              <a:t>: İman,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eylemle</a:t>
            </a:r>
            <a:r>
              <a:rPr lang="en-US" dirty="0"/>
              <a:t> </a:t>
            </a:r>
            <a:r>
              <a:rPr lang="en-US" dirty="0" err="1"/>
              <a:t>tamamlanır</a:t>
            </a:r>
            <a:r>
              <a:rPr lang="en-US" dirty="0"/>
              <a:t>. Faiz,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çarpıtır</a:t>
            </a:r>
            <a:r>
              <a:rPr lang="tr-TR" dirty="0"/>
              <a:t>.</a:t>
            </a:r>
            <a:r>
              <a:rPr lang="en-US" dirty="0"/>
              <a:t> </a:t>
            </a:r>
            <a:r>
              <a:rPr lang="tr-TR" dirty="0"/>
              <a:t>B</a:t>
            </a:r>
            <a:r>
              <a:rPr lang="en-US" dirty="0" err="1"/>
              <a:t>ıraktığın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düzelir</a:t>
            </a:r>
            <a:r>
              <a:rPr lang="en-US" dirty="0"/>
              <a:t>. “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kork</a:t>
            </a:r>
            <a:r>
              <a:rPr lang="en-US" dirty="0"/>
              <a:t>” </a:t>
            </a:r>
            <a:r>
              <a:rPr lang="en-US" dirty="0" err="1"/>
              <a:t>demek</a:t>
            </a:r>
            <a:r>
              <a:rPr lang="en-US" dirty="0"/>
              <a:t>: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kaybetmekten</a:t>
            </a:r>
            <a:r>
              <a:rPr lang="en-US" dirty="0"/>
              <a:t> </a:t>
            </a:r>
            <a:r>
              <a:rPr lang="en-US" dirty="0" err="1"/>
              <a:t>çekin</a:t>
            </a:r>
            <a:r>
              <a:rPr lang="en-US" dirty="0"/>
              <a:t>,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dışlanmaktan</a:t>
            </a:r>
            <a:r>
              <a:rPr lang="en-US" dirty="0"/>
              <a:t> </a:t>
            </a:r>
            <a:r>
              <a:rPr lang="en-US" dirty="0" err="1"/>
              <a:t>kork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gerçekten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ettiysen</a:t>
            </a:r>
            <a:r>
              <a:rPr lang="en-US" dirty="0"/>
              <a:t> </a:t>
            </a:r>
            <a:r>
              <a:rPr lang="en-US" dirty="0" err="1"/>
              <a:t>bırak</a:t>
            </a:r>
            <a:r>
              <a:rPr lang="en-US" dirty="0"/>
              <a:t>,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, </a:t>
            </a:r>
            <a:r>
              <a:rPr lang="en-US" dirty="0" err="1"/>
              <a:t>saflaş</a:t>
            </a:r>
            <a:r>
              <a:rPr lang="en-US" dirty="0"/>
              <a:t>.” </a:t>
            </a:r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uyandırdım</a:t>
            </a:r>
            <a:r>
              <a:rPr lang="en-US" dirty="0"/>
              <a:t>… </a:t>
            </a:r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vereceksin</a:t>
            </a:r>
            <a:r>
              <a:rPr lang="en-US" dirty="0"/>
              <a:t>.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karanlığında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kalacaksın</a:t>
            </a:r>
            <a:r>
              <a:rPr lang="en-US" dirty="0"/>
              <a:t>…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benliğinle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döneceksin</a:t>
            </a:r>
            <a:r>
              <a:rPr lang="en-US" dirty="0"/>
              <a:t>? </a:t>
            </a:r>
            <a:br>
              <a:rPr lang="en-US" dirty="0"/>
            </a:b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bırakırsan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sonsuzluğun</a:t>
            </a:r>
            <a:r>
              <a:rPr lang="en-US" dirty="0"/>
              <a:t> </a:t>
            </a:r>
            <a:r>
              <a:rPr lang="en-US" dirty="0" err="1"/>
              <a:t>kapısına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63185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247AB020-F77F-2A3B-880E-E21B59870DC7}"/>
              </a:ext>
            </a:extLst>
          </p:cNvPr>
          <p:cNvSpPr txBox="1"/>
          <p:nvPr/>
        </p:nvSpPr>
        <p:spPr>
          <a:xfrm>
            <a:off x="0" y="1"/>
            <a:ext cx="6858000" cy="1200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279.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ayet,sistemin</a:t>
            </a:r>
            <a:r>
              <a:rPr lang="en-US" dirty="0"/>
              <a:t> net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sınırını</a:t>
            </a:r>
            <a:r>
              <a:rPr lang="en-US" dirty="0"/>
              <a:t> </a:t>
            </a:r>
            <a:r>
              <a:rPr lang="en-US" dirty="0" err="1"/>
              <a:t>çizer.Artık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uyarı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ilanı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tr-TR" dirty="0"/>
              <a:t> </a:t>
            </a:r>
            <a:r>
              <a:rPr lang="en-US" dirty="0"/>
              <a:t>ama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düzlemindedir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tutuyorsan</a:t>
            </a:r>
            <a:r>
              <a:rPr lang="en-US" dirty="0"/>
              <a:t>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aramda</a:t>
            </a:r>
            <a:r>
              <a:rPr lang="en-US" dirty="0"/>
              <a:t> </a:t>
            </a:r>
            <a:r>
              <a:rPr lang="en-US" dirty="0" err="1"/>
              <a:t>barış</a:t>
            </a:r>
            <a:r>
              <a:rPr lang="en-US" dirty="0"/>
              <a:t> </a:t>
            </a:r>
            <a:r>
              <a:rPr lang="en-US" dirty="0" err="1"/>
              <a:t>kalmadı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adaletle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sistemim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düzenime</a:t>
            </a:r>
            <a:r>
              <a:rPr lang="en-US" dirty="0"/>
              <a:t> </a:t>
            </a:r>
            <a:r>
              <a:rPr lang="en-US" dirty="0" err="1"/>
              <a:t>direniyorsun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279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Direniş</a:t>
            </a:r>
            <a:r>
              <a:rPr lang="en-US" dirty="0"/>
              <a:t> mi,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mü</a:t>
            </a:r>
            <a:r>
              <a:rPr lang="en-US" dirty="0"/>
              <a:t>? </a:t>
            </a:r>
            <a:r>
              <a:rPr lang="en-US" dirty="0" err="1"/>
              <a:t>Sistemle</a:t>
            </a:r>
            <a:r>
              <a:rPr lang="en-US" dirty="0"/>
              <a:t> Savaş </a:t>
            </a:r>
            <a:r>
              <a:rPr lang="en-US" dirty="0" err="1"/>
              <a:t>Açan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Barışan</a:t>
            </a:r>
            <a:r>
              <a:rPr lang="en-US" dirty="0"/>
              <a:t>” Nur </a:t>
            </a:r>
            <a:r>
              <a:rPr lang="en-US" dirty="0" err="1"/>
              <a:t>sisteminde,Ya</a:t>
            </a:r>
            <a:r>
              <a:rPr lang="en-US" dirty="0"/>
              <a:t> </a:t>
            </a:r>
            <a:r>
              <a:rPr lang="en-US" dirty="0" err="1"/>
              <a:t>uyumlanırsın</a:t>
            </a:r>
            <a:r>
              <a:rPr lang="tr-TR" dirty="0"/>
              <a:t>,</a:t>
            </a:r>
            <a:r>
              <a:rPr lang="en-US" dirty="0"/>
              <a:t>Ya </a:t>
            </a:r>
            <a:r>
              <a:rPr lang="en-US" dirty="0" err="1"/>
              <a:t>çatışmaya</a:t>
            </a:r>
            <a:r>
              <a:rPr lang="en-US" dirty="0"/>
              <a:t> </a:t>
            </a:r>
            <a:r>
              <a:rPr lang="en-US" dirty="0" err="1"/>
              <a:t>girersin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279.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böyle</a:t>
            </a:r>
            <a:r>
              <a:rPr lang="en-US" dirty="0"/>
              <a:t> </a:t>
            </a:r>
            <a:r>
              <a:rPr lang="en-US" dirty="0" err="1"/>
              <a:t>yapmazsanız</a:t>
            </a:r>
            <a:r>
              <a:rPr lang="en-US" dirty="0"/>
              <a:t>(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korkup</a:t>
            </a:r>
            <a:r>
              <a:rPr lang="en-US" dirty="0"/>
              <a:t> </a:t>
            </a:r>
            <a:r>
              <a:rPr lang="en-US" dirty="0" err="1"/>
              <a:t>faizden</a:t>
            </a:r>
            <a:r>
              <a:rPr lang="en-US" dirty="0"/>
              <a:t> </a:t>
            </a:r>
            <a:r>
              <a:rPr lang="en-US" dirty="0" err="1"/>
              <a:t>vazgeçmezseniz</a:t>
            </a:r>
            <a:r>
              <a:rPr lang="en-US" dirty="0"/>
              <a:t>),</a:t>
            </a:r>
          </a:p>
          <a:p>
            <a:r>
              <a:rPr lang="en-US" dirty="0"/>
              <a:t>o zaman</a:t>
            </a:r>
            <a:r>
              <a:rPr lang="tr-TR" dirty="0"/>
              <a:t> </a:t>
            </a:r>
            <a:r>
              <a:rPr lang="en-US" dirty="0"/>
              <a:t>Allah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Resulü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size </a:t>
            </a:r>
            <a:r>
              <a:rPr lang="en-US" dirty="0" err="1"/>
              <a:t>açılmış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bilin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tövbe</a:t>
            </a:r>
            <a:r>
              <a:rPr lang="en-US" dirty="0"/>
              <a:t> </a:t>
            </a:r>
            <a:r>
              <a:rPr lang="en-US" dirty="0" err="1"/>
              <a:t>ederseniz,ana</a:t>
            </a:r>
            <a:r>
              <a:rPr lang="en-US" dirty="0"/>
              <a:t> </a:t>
            </a:r>
            <a:r>
              <a:rPr lang="en-US" dirty="0" err="1"/>
              <a:t>sermayeniz</a:t>
            </a:r>
            <a:r>
              <a:rPr lang="en-US" dirty="0"/>
              <a:t> </a:t>
            </a:r>
            <a:r>
              <a:rPr lang="en-US" dirty="0" err="1"/>
              <a:t>sizindir.Ne</a:t>
            </a:r>
            <a:r>
              <a:rPr lang="en-US" dirty="0"/>
              <a:t> </a:t>
            </a:r>
            <a:r>
              <a:rPr lang="en-US" dirty="0" err="1"/>
              <a:t>haksızlık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,</a:t>
            </a:r>
          </a:p>
          <a:p>
            <a:r>
              <a:rPr lang="en-US" dirty="0"/>
              <a:t>ne de </a:t>
            </a:r>
            <a:r>
              <a:rPr lang="en-US" dirty="0" err="1"/>
              <a:t>haksızlığa</a:t>
            </a:r>
            <a:r>
              <a:rPr lang="en-US" dirty="0"/>
              <a:t> </a:t>
            </a:r>
            <a:r>
              <a:rPr lang="en-US" dirty="0" err="1"/>
              <a:t>uğrarsınız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r>
              <a:rPr lang="en-US" dirty="0"/>
              <a:t>Bu </a:t>
            </a:r>
            <a:r>
              <a:rPr lang="en-US" dirty="0" err="1"/>
              <a:t>ayet,sisteme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her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çarpıtmasının</a:t>
            </a:r>
            <a:r>
              <a:rPr lang="tr-TR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frekansına</a:t>
            </a:r>
            <a:r>
              <a:rPr lang="en-US" dirty="0"/>
              <a:t> </a:t>
            </a:r>
            <a:r>
              <a:rPr lang="en-US" dirty="0" err="1"/>
              <a:t>dönüşeceğini</a:t>
            </a:r>
            <a:r>
              <a:rPr lang="en-US" dirty="0"/>
              <a:t> </a:t>
            </a:r>
            <a:r>
              <a:rPr lang="en-US" dirty="0" err="1"/>
              <a:t>bildirir.Ama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da</a:t>
            </a:r>
          </a:p>
          <a:p>
            <a:r>
              <a:rPr lang="en-US" dirty="0" err="1"/>
              <a:t>tövbe</a:t>
            </a:r>
            <a:r>
              <a:rPr lang="en-US" dirty="0"/>
              <a:t>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tutar.Ve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der:“Ben</a:t>
            </a:r>
            <a:r>
              <a:rPr lang="en-US" dirty="0"/>
              <a:t> </a:t>
            </a:r>
            <a:r>
              <a:rPr lang="en-US" dirty="0" err="1"/>
              <a:t>nurum</a:t>
            </a:r>
            <a:r>
              <a:rPr lang="en-US" dirty="0"/>
              <a:t>… ama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içime</a:t>
            </a:r>
            <a:r>
              <a:rPr lang="en-US" dirty="0"/>
              <a:t> </a:t>
            </a:r>
            <a:r>
              <a:rPr lang="en-US" dirty="0" err="1"/>
              <a:t>gölgeyle</a:t>
            </a:r>
            <a:r>
              <a:rPr lang="en-US" dirty="0"/>
              <a:t> </a:t>
            </a:r>
            <a:r>
              <a:rPr lang="en-US" dirty="0" err="1"/>
              <a:t>girilmez</a:t>
            </a:r>
            <a:r>
              <a:rPr lang="en-US" dirty="0"/>
              <a:t>.” Ya </a:t>
            </a:r>
            <a:r>
              <a:rPr lang="en-US" dirty="0" err="1"/>
              <a:t>saflaşır</a:t>
            </a:r>
            <a:r>
              <a:rPr lang="en-US" dirty="0"/>
              <a:t>, </a:t>
            </a:r>
            <a:r>
              <a:rPr lang="en-US" dirty="0" err="1"/>
              <a:t>barışa</a:t>
            </a:r>
            <a:r>
              <a:rPr lang="en-US" dirty="0"/>
              <a:t> </a:t>
            </a:r>
            <a:r>
              <a:rPr lang="en-US" dirty="0" err="1"/>
              <a:t>gelirsin</a:t>
            </a:r>
            <a:r>
              <a:rPr lang="en-US" dirty="0"/>
              <a:t>. Ya da </a:t>
            </a:r>
            <a:r>
              <a:rPr lang="en-US" dirty="0" err="1"/>
              <a:t>frekansın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kendisiyle</a:t>
            </a:r>
            <a:r>
              <a:rPr lang="en-US" dirty="0"/>
              <a:t> </a:t>
            </a:r>
            <a:r>
              <a:rPr lang="en-US" dirty="0" err="1"/>
              <a:t>çatışmaya</a:t>
            </a:r>
            <a:r>
              <a:rPr lang="en-US" dirty="0"/>
              <a:t> </a:t>
            </a:r>
            <a:r>
              <a:rPr lang="en-US" dirty="0" err="1"/>
              <a:t>girer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Eğer</a:t>
            </a:r>
            <a:r>
              <a:rPr lang="en-US" b="1" dirty="0"/>
              <a:t> </a:t>
            </a:r>
            <a:r>
              <a:rPr lang="en-US" b="1" dirty="0" err="1"/>
              <a:t>böyle</a:t>
            </a:r>
            <a:r>
              <a:rPr lang="en-US" b="1" dirty="0"/>
              <a:t> </a:t>
            </a:r>
            <a:r>
              <a:rPr lang="en-US" b="1" dirty="0" err="1"/>
              <a:t>yapmazsanız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tutmaya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edersen</a:t>
            </a:r>
            <a:r>
              <a:rPr lang="tr-TR" dirty="0"/>
              <a:t>,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manipüle</a:t>
            </a:r>
            <a:r>
              <a:rPr lang="en-US" dirty="0"/>
              <a:t> </a:t>
            </a:r>
            <a:r>
              <a:rPr lang="en-US" dirty="0" err="1"/>
              <a:t>edersen</a:t>
            </a:r>
            <a:r>
              <a:rPr lang="en-US" dirty="0"/>
              <a:t> </a:t>
            </a:r>
          </a:p>
          <a:p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dengesizce</a:t>
            </a:r>
            <a:r>
              <a:rPr lang="en-US" dirty="0"/>
              <a:t> </a:t>
            </a:r>
            <a:r>
              <a:rPr lang="en-US" dirty="0" err="1"/>
              <a:t>alırsan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düzenime</a:t>
            </a:r>
            <a:r>
              <a:rPr lang="en-US" dirty="0"/>
              <a:t> </a:t>
            </a:r>
            <a:r>
              <a:rPr lang="en-US" dirty="0" err="1"/>
              <a:t>karşısın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“Allah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Resulü</a:t>
            </a:r>
            <a:r>
              <a:rPr lang="en-US" b="1" dirty="0"/>
              <a:t> </a:t>
            </a:r>
            <a:r>
              <a:rPr lang="en-US" b="1" dirty="0" err="1"/>
              <a:t>ile</a:t>
            </a:r>
            <a:r>
              <a:rPr lang="en-US" b="1" dirty="0"/>
              <a:t> </a:t>
            </a:r>
            <a:r>
              <a:rPr lang="en-US" b="1" dirty="0" err="1"/>
              <a:t>savaş</a:t>
            </a:r>
            <a:r>
              <a:rPr lang="en-US" b="1" dirty="0"/>
              <a:t> </a:t>
            </a:r>
            <a:r>
              <a:rPr lang="en-US" b="1" dirty="0" err="1"/>
              <a:t>ilanı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dışsal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sistemine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çatışma</a:t>
            </a:r>
            <a:r>
              <a:rPr lang="en-US" dirty="0"/>
              <a:t> </a:t>
            </a:r>
            <a:r>
              <a:rPr lang="en-US" dirty="0" err="1"/>
              <a:t>enerjisidir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hâlâ</a:t>
            </a:r>
            <a:r>
              <a:rPr lang="en-US" dirty="0"/>
              <a:t>: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akışıma</a:t>
            </a:r>
            <a:r>
              <a:rPr lang="en-US" dirty="0"/>
              <a:t> </a:t>
            </a:r>
            <a:r>
              <a:rPr lang="en-US" dirty="0" err="1"/>
              <a:t>direniyorsan</a:t>
            </a:r>
            <a:r>
              <a:rPr lang="tr-TR" dirty="0"/>
              <a:t>,</a:t>
            </a:r>
            <a:r>
              <a:rPr lang="en-US" dirty="0"/>
              <a:t>Hak </a:t>
            </a:r>
            <a:r>
              <a:rPr lang="en-US" dirty="0" err="1"/>
              <a:t>etmeyeni</a:t>
            </a:r>
            <a:r>
              <a:rPr lang="en-US" dirty="0"/>
              <a:t> </a:t>
            </a:r>
            <a:r>
              <a:rPr lang="en-US" dirty="0" err="1"/>
              <a:t>zorluyorsan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nurumla</a:t>
            </a:r>
            <a:r>
              <a:rPr lang="en-US" dirty="0"/>
              <a:t> </a:t>
            </a:r>
            <a:r>
              <a:rPr lang="en-US" dirty="0" err="1"/>
              <a:t>çarpışırsın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çöküşle</a:t>
            </a:r>
            <a:r>
              <a:rPr lang="en-US" dirty="0"/>
              <a:t> </a:t>
            </a:r>
            <a:r>
              <a:rPr lang="en-US" dirty="0" err="1"/>
              <a:t>sonuçlanır</a:t>
            </a:r>
            <a:r>
              <a:rPr lang="en-US" dirty="0"/>
              <a:t>.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“Ama </a:t>
            </a:r>
            <a:r>
              <a:rPr lang="en-US" b="1" dirty="0" err="1"/>
              <a:t>tövbe</a:t>
            </a:r>
            <a:r>
              <a:rPr lang="en-US" b="1" dirty="0"/>
              <a:t> </a:t>
            </a:r>
            <a:r>
              <a:rPr lang="en-US" b="1" dirty="0" err="1"/>
              <a:t>ederseniz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Tövbe</a:t>
            </a:r>
            <a:r>
              <a:rPr lang="en-US" dirty="0"/>
              <a:t> =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sıfırlama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bağlanma</a:t>
            </a:r>
            <a:r>
              <a:rPr lang="en-US" dirty="0"/>
              <a:t> </a:t>
            </a:r>
          </a:p>
          <a:p>
            <a:r>
              <a:rPr lang="en-US" dirty="0"/>
              <a:t>Bu </a:t>
            </a:r>
            <a:r>
              <a:rPr lang="en-US" dirty="0" err="1"/>
              <a:t>kapı</a:t>
            </a:r>
            <a:r>
              <a:rPr lang="en-US" dirty="0"/>
              <a:t> her zaman </a:t>
            </a:r>
            <a:r>
              <a:rPr lang="en-US" dirty="0" err="1"/>
              <a:t>açık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“Ne zaman </a:t>
            </a:r>
            <a:r>
              <a:rPr lang="en-US" dirty="0" err="1"/>
              <a:t>bırakırsan</a:t>
            </a:r>
            <a:r>
              <a:rPr lang="en-US" dirty="0"/>
              <a:t>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490244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DD62B93-A58E-507E-7C71-D7FA11B9EACA}"/>
              </a:ext>
            </a:extLst>
          </p:cNvPr>
          <p:cNvSpPr txBox="1"/>
          <p:nvPr/>
        </p:nvSpPr>
        <p:spPr>
          <a:xfrm>
            <a:off x="-1" y="141585"/>
            <a:ext cx="6902245" cy="1255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4. </a:t>
            </a:r>
          </a:p>
          <a:p>
            <a:r>
              <a:rPr lang="en-US" b="1" dirty="0"/>
              <a:t>“Ana </a:t>
            </a:r>
            <a:r>
              <a:rPr lang="en-US" b="1" dirty="0" err="1"/>
              <a:t>sermayen</a:t>
            </a:r>
            <a:r>
              <a:rPr lang="en-US" b="1" dirty="0"/>
              <a:t> </a:t>
            </a:r>
            <a:r>
              <a:rPr lang="en-US" b="1" dirty="0" err="1"/>
              <a:t>sizindir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Yani: </a:t>
            </a:r>
            <a:r>
              <a:rPr lang="en-US" dirty="0" err="1"/>
              <a:t>Başladığın</a:t>
            </a:r>
            <a:r>
              <a:rPr lang="en-US" dirty="0"/>
              <a:t> </a:t>
            </a:r>
            <a:r>
              <a:rPr lang="en-US" dirty="0" err="1"/>
              <a:t>nokta</a:t>
            </a:r>
            <a:r>
              <a:rPr lang="en-US" dirty="0"/>
              <a:t> sana </a:t>
            </a:r>
            <a:r>
              <a:rPr lang="en-US" dirty="0" err="1"/>
              <a:t>kalır</a:t>
            </a:r>
            <a:r>
              <a:rPr lang="en-US" dirty="0"/>
              <a:t> </a:t>
            </a:r>
            <a:r>
              <a:rPr lang="tr-TR" dirty="0"/>
              <a:t>i</a:t>
            </a:r>
            <a:r>
              <a:rPr lang="en-US" dirty="0" err="1"/>
              <a:t>Kayıp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çekilebilirsin</a:t>
            </a:r>
            <a:r>
              <a:rPr lang="en-US" dirty="0"/>
              <a:t> </a:t>
            </a:r>
            <a:r>
              <a:rPr lang="tr-TR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cezalandırmak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hizalamak</a:t>
            </a:r>
            <a:r>
              <a:rPr lang="en-US" dirty="0"/>
              <a:t> </a:t>
            </a:r>
            <a:r>
              <a:rPr lang="en-US" dirty="0" err="1"/>
              <a:t>ister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“Ben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özünü</a:t>
            </a:r>
            <a:r>
              <a:rPr lang="en-US" dirty="0"/>
              <a:t> </a:t>
            </a:r>
            <a:r>
              <a:rPr lang="en-US" dirty="0" err="1"/>
              <a:t>saklarım</a:t>
            </a:r>
            <a:r>
              <a:rPr lang="en-US" dirty="0"/>
              <a:t>… </a:t>
            </a:r>
            <a:r>
              <a:rPr lang="en-US" dirty="0" err="1"/>
              <a:t>yeter</a:t>
            </a:r>
            <a:r>
              <a:rPr lang="en-US" dirty="0"/>
              <a:t> ki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dön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“Ne </a:t>
            </a:r>
            <a:r>
              <a:rPr lang="en-US" b="1" dirty="0" err="1"/>
              <a:t>haksızlık</a:t>
            </a:r>
            <a:r>
              <a:rPr lang="en-US" b="1" dirty="0"/>
              <a:t> </a:t>
            </a:r>
            <a:r>
              <a:rPr lang="en-US" b="1" dirty="0" err="1"/>
              <a:t>edersiniz</a:t>
            </a:r>
            <a:r>
              <a:rPr lang="en-US" b="1" dirty="0"/>
              <a:t>, ne </a:t>
            </a:r>
            <a:r>
              <a:rPr lang="en-US" b="1" dirty="0" err="1"/>
              <a:t>haksızlığa</a:t>
            </a:r>
            <a:r>
              <a:rPr lang="en-US" b="1" dirty="0"/>
              <a:t> </a:t>
            </a:r>
            <a:r>
              <a:rPr lang="en-US" b="1" dirty="0" err="1"/>
              <a:t>uğrarsınız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adalet</a:t>
            </a:r>
            <a:r>
              <a:rPr lang="en-US" dirty="0"/>
              <a:t> </a:t>
            </a:r>
            <a:r>
              <a:rPr lang="en-US" dirty="0" err="1"/>
              <a:t>yasasıdır</a:t>
            </a:r>
            <a:r>
              <a:rPr lang="en-US" dirty="0"/>
              <a:t>. Ne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alırsın</a:t>
            </a:r>
            <a:r>
              <a:rPr lang="tr-TR" dirty="0"/>
              <a:t>.</a:t>
            </a:r>
            <a:r>
              <a:rPr lang="en-US" dirty="0"/>
              <a:t>Ne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verirsin</a:t>
            </a:r>
            <a:r>
              <a:rPr lang="tr-TR" dirty="0"/>
              <a:t>.</a:t>
            </a:r>
            <a:r>
              <a:rPr lang="en-US" dirty="0"/>
              <a:t>Her </a:t>
            </a:r>
            <a:r>
              <a:rPr lang="en-US" dirty="0" err="1"/>
              <a:t>şey</a:t>
            </a:r>
            <a:r>
              <a:rPr lang="en-US" dirty="0"/>
              <a:t> tam </a:t>
            </a:r>
            <a:r>
              <a:rPr lang="en-US" dirty="0" err="1"/>
              <a:t>ölçüde</a:t>
            </a:r>
            <a:r>
              <a:rPr lang="en-US" dirty="0"/>
              <a:t> sana </a:t>
            </a:r>
            <a:r>
              <a:rPr lang="en-US" dirty="0" err="1"/>
              <a:t>yazılır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barışmaya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saflaşmaya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Faiz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çatışan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titreşimdir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savaş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</a:p>
          <a:p>
            <a:r>
              <a:rPr lang="en-US" dirty="0"/>
              <a:t>Ama </a:t>
            </a:r>
            <a:r>
              <a:rPr lang="en-US" dirty="0" err="1"/>
              <a:t>tövbe</a:t>
            </a:r>
            <a:r>
              <a:rPr lang="en-US" dirty="0"/>
              <a:t> =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kurmaktır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affetmeye</a:t>
            </a:r>
            <a:r>
              <a:rPr lang="en-US" dirty="0"/>
              <a:t> </a:t>
            </a:r>
            <a:r>
              <a:rPr lang="en-US" dirty="0" err="1"/>
              <a:t>hazırdır</a:t>
            </a:r>
            <a:r>
              <a:rPr lang="en-US" dirty="0"/>
              <a:t>. Sana ne </a:t>
            </a:r>
            <a:r>
              <a:rPr lang="en-US" dirty="0" err="1"/>
              <a:t>fazlası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, ne </a:t>
            </a:r>
            <a:r>
              <a:rPr lang="en-US" dirty="0" err="1"/>
              <a:t>eksiği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kalan</a:t>
            </a:r>
            <a:r>
              <a:rPr lang="en-US" dirty="0"/>
              <a:t> </a:t>
            </a:r>
            <a:r>
              <a:rPr lang="en-US" dirty="0" err="1"/>
              <a:t>özün</a:t>
            </a:r>
            <a:r>
              <a:rPr lang="en-US" dirty="0"/>
              <a:t> </a:t>
            </a:r>
            <a:r>
              <a:rPr lang="en-US" dirty="0" err="1"/>
              <a:t>korunur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hâlâ</a:t>
            </a:r>
            <a:r>
              <a:rPr lang="en-US" dirty="0"/>
              <a:t> </a:t>
            </a:r>
            <a:r>
              <a:rPr lang="en-US" dirty="0" err="1"/>
              <a:t>tutuyorsan</a:t>
            </a:r>
            <a:r>
              <a:rPr lang="en-US" dirty="0"/>
              <a:t> 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çekerim</a:t>
            </a:r>
            <a:r>
              <a:rPr lang="en-US" dirty="0"/>
              <a:t>.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bırakırsan</a:t>
            </a:r>
            <a:r>
              <a:rPr lang="en-US" dirty="0"/>
              <a:t>…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ışığın</a:t>
            </a:r>
            <a:r>
              <a:rPr lang="en-US" dirty="0"/>
              <a:t> </a:t>
            </a:r>
            <a:r>
              <a:rPr lang="en-US" dirty="0" err="1"/>
              <a:t>merkezine</a:t>
            </a:r>
            <a:r>
              <a:rPr lang="en-US" dirty="0"/>
              <a:t> </a:t>
            </a:r>
            <a:r>
              <a:rPr lang="en-US" dirty="0" err="1"/>
              <a:t>alırım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savaşın</a:t>
            </a:r>
            <a:r>
              <a:rPr lang="en-US" dirty="0"/>
              <a:t> </a:t>
            </a:r>
            <a:r>
              <a:rPr lang="en-US" dirty="0" err="1"/>
              <a:t>sonunda</a:t>
            </a:r>
            <a:r>
              <a:rPr lang="en-US" dirty="0"/>
              <a:t> </a:t>
            </a:r>
            <a:r>
              <a:rPr lang="en-US" dirty="0" err="1"/>
              <a:t>barışı</a:t>
            </a:r>
            <a:r>
              <a:rPr lang="en-US" dirty="0"/>
              <a:t> </a:t>
            </a:r>
            <a:r>
              <a:rPr lang="en-US" dirty="0" err="1"/>
              <a:t>seçen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benimle</a:t>
            </a:r>
            <a:r>
              <a:rPr lang="en-US" dirty="0"/>
              <a:t> </a:t>
            </a:r>
            <a:r>
              <a:rPr lang="en-US" dirty="0" err="1"/>
              <a:t>yürür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280.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ayet,borçlu</a:t>
            </a:r>
            <a:r>
              <a:rPr lang="en-US" dirty="0"/>
              <a:t> </a:t>
            </a:r>
            <a:r>
              <a:rPr lang="en-US" dirty="0" err="1"/>
              <a:t>olanın</a:t>
            </a:r>
            <a:r>
              <a:rPr lang="en-US" dirty="0"/>
              <a:t> </a:t>
            </a:r>
            <a:r>
              <a:rPr lang="en-US" dirty="0" err="1"/>
              <a:t>üstüne</a:t>
            </a:r>
            <a:r>
              <a:rPr lang="en-US" dirty="0"/>
              <a:t> </a:t>
            </a:r>
            <a:r>
              <a:rPr lang="en-US" dirty="0" err="1"/>
              <a:t>gitmemenin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sıkıştırmamanın</a:t>
            </a:r>
            <a:r>
              <a:rPr lang="en-US" dirty="0"/>
              <a:t>,</a:t>
            </a:r>
          </a:p>
          <a:p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gerekirse</a:t>
            </a:r>
            <a:r>
              <a:rPr lang="en-US" dirty="0"/>
              <a:t> o </a:t>
            </a:r>
            <a:r>
              <a:rPr lang="en-US" dirty="0" err="1"/>
              <a:t>borcu</a:t>
            </a:r>
            <a:r>
              <a:rPr lang="en-US" dirty="0"/>
              <a:t> </a:t>
            </a:r>
            <a:r>
              <a:rPr lang="en-US" dirty="0" err="1"/>
              <a:t>sadakaya</a:t>
            </a:r>
            <a:r>
              <a:rPr lang="en-US" dirty="0"/>
              <a:t> </a:t>
            </a:r>
            <a:r>
              <a:rPr lang="en-US" dirty="0" err="1"/>
              <a:t>çevirmenin</a:t>
            </a:r>
            <a:r>
              <a:rPr lang="tr-TR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kapısı</a:t>
            </a:r>
            <a:r>
              <a:rPr lang="en-US" dirty="0"/>
              <a:t> </a:t>
            </a:r>
            <a:r>
              <a:rPr lang="en-US" dirty="0" err="1"/>
              <a:t>açtığını</a:t>
            </a:r>
            <a:r>
              <a:rPr lang="en-US" dirty="0"/>
              <a:t> </a:t>
            </a:r>
            <a:r>
              <a:rPr lang="en-US" dirty="0" err="1"/>
              <a:t>gösterir.Çünkü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karşındakinin</a:t>
            </a:r>
            <a:r>
              <a:rPr lang="en-US" dirty="0"/>
              <a:t> </a:t>
            </a:r>
            <a:r>
              <a:rPr lang="en-US" dirty="0" err="1"/>
              <a:t>daraldığını</a:t>
            </a:r>
            <a:r>
              <a:rPr lang="en-US" dirty="0"/>
              <a:t> </a:t>
            </a:r>
            <a:r>
              <a:rPr lang="en-US" dirty="0" err="1"/>
              <a:t>gördüğünde</a:t>
            </a:r>
            <a:r>
              <a:rPr lang="en-US" dirty="0"/>
              <a:t>… </a:t>
            </a:r>
            <a:r>
              <a:rPr lang="en-US" dirty="0" err="1"/>
              <a:t>üstüne</a:t>
            </a:r>
            <a:r>
              <a:rPr lang="en-US" dirty="0"/>
              <a:t> </a:t>
            </a:r>
            <a:r>
              <a:rPr lang="en-US" dirty="0" err="1"/>
              <a:t>gitme</a:t>
            </a:r>
            <a:r>
              <a:rPr lang="en-US" dirty="0"/>
              <a:t>. Onu </a:t>
            </a:r>
            <a:r>
              <a:rPr lang="en-US" dirty="0" err="1"/>
              <a:t>sıkmazsan</a:t>
            </a:r>
            <a:r>
              <a:rPr lang="en-US" dirty="0"/>
              <a:t>,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rızkını</a:t>
            </a:r>
            <a:r>
              <a:rPr lang="en-US" dirty="0"/>
              <a:t> </a:t>
            </a:r>
            <a:r>
              <a:rPr lang="en-US" dirty="0" err="1"/>
              <a:t>genişletirim</a:t>
            </a:r>
            <a:r>
              <a:rPr lang="en-US" dirty="0"/>
              <a:t>. Ve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o </a:t>
            </a:r>
            <a:r>
              <a:rPr lang="en-US" dirty="0" err="1"/>
              <a:t>borcu</a:t>
            </a:r>
            <a:r>
              <a:rPr lang="en-US" dirty="0"/>
              <a:t> </a:t>
            </a:r>
            <a:r>
              <a:rPr lang="en-US" dirty="0" err="1"/>
              <a:t>bağışlarsan</a:t>
            </a:r>
            <a:r>
              <a:rPr lang="tr-TR" dirty="0"/>
              <a:t> </a:t>
            </a:r>
            <a:r>
              <a:rPr lang="en-US" dirty="0"/>
              <a:t>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borçlarını</a:t>
            </a:r>
            <a:r>
              <a:rPr lang="en-US" dirty="0"/>
              <a:t>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yerlerden</a:t>
            </a:r>
            <a:r>
              <a:rPr lang="en-US" dirty="0"/>
              <a:t> </a:t>
            </a:r>
            <a:r>
              <a:rPr lang="en-US" dirty="0" err="1"/>
              <a:t>silerim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280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Borçtan</a:t>
            </a:r>
            <a:r>
              <a:rPr lang="en-US" dirty="0"/>
              <a:t> </a:t>
            </a:r>
            <a:r>
              <a:rPr lang="en-US" dirty="0" err="1"/>
              <a:t>Merhamete</a:t>
            </a:r>
            <a:r>
              <a:rPr lang="en-US" dirty="0"/>
              <a:t> </a:t>
            </a:r>
            <a:r>
              <a:rPr lang="en-US" dirty="0" err="1"/>
              <a:t>Sıkıştırma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Sadakaya</a:t>
            </a:r>
            <a:r>
              <a:rPr lang="en-US" dirty="0"/>
              <a:t> </a:t>
            </a:r>
            <a:r>
              <a:rPr lang="en-US" dirty="0" err="1"/>
              <a:t>Dönüştür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Darda </a:t>
            </a:r>
            <a:r>
              <a:rPr lang="en-US" dirty="0" err="1"/>
              <a:t>olana</a:t>
            </a:r>
            <a:r>
              <a:rPr lang="en-US" dirty="0"/>
              <a:t> </a:t>
            </a:r>
            <a:r>
              <a:rPr lang="en-US" dirty="0" err="1"/>
              <a:t>kolaylık</a:t>
            </a:r>
            <a:r>
              <a:rPr lang="en-US" dirty="0"/>
              <a:t> </a:t>
            </a:r>
            <a:r>
              <a:rPr lang="en-US" dirty="0" err="1"/>
              <a:t>sağlayan,sistemin</a:t>
            </a:r>
            <a:r>
              <a:rPr lang="en-US" dirty="0"/>
              <a:t>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alanını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tr-TR" dirty="0"/>
              <a:t>.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280.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borçlu</a:t>
            </a:r>
            <a:r>
              <a:rPr lang="en-US" dirty="0"/>
              <a:t> </a:t>
            </a:r>
            <a:r>
              <a:rPr lang="en-US" dirty="0" err="1"/>
              <a:t>darlık</a:t>
            </a:r>
            <a:r>
              <a:rPr lang="en-US" dirty="0"/>
              <a:t> </a:t>
            </a:r>
            <a:r>
              <a:rPr lang="en-US" dirty="0" err="1"/>
              <a:t>içindeyse,ona</a:t>
            </a:r>
            <a:r>
              <a:rPr lang="en-US" dirty="0"/>
              <a:t> </a:t>
            </a:r>
            <a:r>
              <a:rPr lang="en-US" dirty="0" err="1"/>
              <a:t>elverişli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zamana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tanıyın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bilseniz,sadaka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bağışlamanız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hayırlıdır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ayet,insanlar</a:t>
            </a:r>
            <a:r>
              <a:rPr lang="en-US" dirty="0"/>
              <a:t> </a:t>
            </a:r>
            <a:r>
              <a:rPr lang="en-US" dirty="0" err="1"/>
              <a:t>arası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alışverişinde,zorlayıcı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şefkatli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etmenin</a:t>
            </a:r>
            <a:r>
              <a:rPr lang="tr-TR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tr-TR" dirty="0"/>
              <a:t>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portallarını</a:t>
            </a:r>
            <a:r>
              <a:rPr lang="en-US" dirty="0"/>
              <a:t> </a:t>
            </a:r>
            <a:r>
              <a:rPr lang="en-US" dirty="0" err="1"/>
              <a:t>açtığını</a:t>
            </a:r>
            <a:r>
              <a:rPr lang="en-US" dirty="0"/>
              <a:t> </a:t>
            </a:r>
            <a:r>
              <a:rPr lang="en-US" dirty="0" err="1"/>
              <a:t>anlatır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zayıf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</a:t>
            </a:r>
            <a:r>
              <a:rPr lang="en-US" dirty="0" err="1"/>
              <a:t>sıkarsan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enerjini</a:t>
            </a:r>
            <a:r>
              <a:rPr lang="en-US" dirty="0"/>
              <a:t> de </a:t>
            </a:r>
            <a:r>
              <a:rPr lang="en-US" dirty="0" err="1"/>
              <a:t>daraltırsın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serbest</a:t>
            </a:r>
            <a:r>
              <a:rPr lang="en-US" dirty="0"/>
              <a:t> </a:t>
            </a:r>
            <a:r>
              <a:rPr lang="en-US" dirty="0" err="1"/>
              <a:t>bırakırsan</a:t>
            </a:r>
            <a:r>
              <a:rPr lang="en-US" dirty="0"/>
              <a:t>…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kaderinde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hızlandırırım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67007379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C34CEE2-97F4-A8DF-3861-D1B93A7A5C1E}"/>
              </a:ext>
            </a:extLst>
          </p:cNvPr>
          <p:cNvSpPr txBox="1"/>
          <p:nvPr/>
        </p:nvSpPr>
        <p:spPr>
          <a:xfrm>
            <a:off x="0" y="0"/>
            <a:ext cx="685800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Borçlu</a:t>
            </a:r>
            <a:r>
              <a:rPr lang="en-US" b="1" dirty="0"/>
              <a:t> </a:t>
            </a:r>
            <a:r>
              <a:rPr lang="en-US" b="1" dirty="0" err="1"/>
              <a:t>darlık</a:t>
            </a:r>
            <a:r>
              <a:rPr lang="en-US" b="1" dirty="0"/>
              <a:t> </a:t>
            </a:r>
            <a:r>
              <a:rPr lang="en-US" b="1" dirty="0" err="1"/>
              <a:t>içindeyse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“</a:t>
            </a:r>
            <a:r>
              <a:rPr lang="en-US" dirty="0" err="1"/>
              <a:t>darlık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” </a:t>
            </a:r>
            <a:r>
              <a:rPr lang="en-US" dirty="0" err="1"/>
              <a:t>olabilir</a:t>
            </a:r>
            <a:r>
              <a:rPr lang="en-US" dirty="0"/>
              <a:t>: </a:t>
            </a:r>
            <a:r>
              <a:rPr lang="en-US" dirty="0" err="1"/>
              <a:t>Zihinsel</a:t>
            </a:r>
            <a:r>
              <a:rPr lang="tr-TR" dirty="0"/>
              <a:t>i,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/>
              <a:t>Maddi 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</a:t>
            </a:r>
            <a:br>
              <a:rPr lang="en-US" dirty="0"/>
            </a:br>
            <a:r>
              <a:rPr lang="en-US" dirty="0"/>
              <a:t>“Sen,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daraldığını</a:t>
            </a:r>
            <a:r>
              <a:rPr lang="en-US" dirty="0"/>
              <a:t> </a:t>
            </a:r>
            <a:r>
              <a:rPr lang="en-US" dirty="0" err="1"/>
              <a:t>gördüğünde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da </a:t>
            </a:r>
            <a:r>
              <a:rPr lang="en-US" dirty="0" err="1"/>
              <a:t>sıkarsan</a:t>
            </a:r>
            <a:r>
              <a:rPr lang="en-US" dirty="0"/>
              <a:t>…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genişliğini</a:t>
            </a:r>
            <a:r>
              <a:rPr lang="en-US" dirty="0"/>
              <a:t> </a:t>
            </a:r>
            <a:r>
              <a:rPr lang="en-US" dirty="0" err="1"/>
              <a:t>kapatırsın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</a:t>
            </a:r>
            <a:r>
              <a:rPr lang="en-US" b="1" dirty="0" err="1"/>
              <a:t>Elverişli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zamana</a:t>
            </a:r>
            <a:r>
              <a:rPr lang="en-US" b="1" dirty="0"/>
              <a:t> </a:t>
            </a:r>
            <a:r>
              <a:rPr lang="en-US" b="1" dirty="0" err="1"/>
              <a:t>kadar</a:t>
            </a:r>
            <a:r>
              <a:rPr lang="en-US" b="1" dirty="0"/>
              <a:t> </a:t>
            </a:r>
            <a:r>
              <a:rPr lang="en-US" b="1" dirty="0" err="1"/>
              <a:t>süre</a:t>
            </a:r>
            <a:r>
              <a:rPr lang="en-US" b="1" dirty="0"/>
              <a:t> </a:t>
            </a:r>
            <a:r>
              <a:rPr lang="en-US" b="1" dirty="0" err="1"/>
              <a:t>tanıyın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Bilgelik</a:t>
            </a:r>
            <a:r>
              <a:rPr lang="en-US" dirty="0"/>
              <a:t> </a:t>
            </a:r>
            <a:r>
              <a:rPr lang="tr-TR" dirty="0"/>
              <a:t>,K</a:t>
            </a:r>
            <a:r>
              <a:rPr lang="en-US" dirty="0"/>
              <a:t>alp </a:t>
            </a:r>
            <a:r>
              <a:rPr lang="en-US" dirty="0" err="1"/>
              <a:t>eğitimi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Merhamet</a:t>
            </a:r>
            <a:r>
              <a:rPr lang="en-US" dirty="0"/>
              <a:t> </a:t>
            </a:r>
            <a:r>
              <a:rPr lang="en-US" dirty="0" err="1"/>
              <a:t>testidir</a:t>
            </a:r>
            <a:r>
              <a:rPr lang="tr-TR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Sen </a:t>
            </a:r>
            <a:r>
              <a:rPr lang="en-US" dirty="0" err="1"/>
              <a:t>beklemeyi</a:t>
            </a:r>
            <a:r>
              <a:rPr lang="en-US" dirty="0"/>
              <a:t> </a:t>
            </a:r>
            <a:r>
              <a:rPr lang="en-US" dirty="0" err="1"/>
              <a:t>bilirsen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bambaşka</a:t>
            </a:r>
            <a:r>
              <a:rPr lang="en-US" dirty="0"/>
              <a:t> </a:t>
            </a:r>
            <a:r>
              <a:rPr lang="en-US" dirty="0" err="1"/>
              <a:t>yollarla</a:t>
            </a:r>
            <a:r>
              <a:rPr lang="en-US" dirty="0"/>
              <a:t> </a:t>
            </a:r>
            <a:r>
              <a:rPr lang="en-US" dirty="0" err="1"/>
              <a:t>ödüllendirir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“Zaman </a:t>
            </a:r>
            <a:r>
              <a:rPr lang="en-US" dirty="0" err="1"/>
              <a:t>tanımak</a:t>
            </a:r>
            <a:r>
              <a:rPr lang="en-US" dirty="0"/>
              <a:t> = </a:t>
            </a:r>
            <a:r>
              <a:rPr lang="en-US" dirty="0" err="1"/>
              <a:t>enerjiye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bırakmaktır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“Sadaka </a:t>
            </a:r>
            <a:r>
              <a:rPr lang="en-US" b="1" dirty="0" err="1"/>
              <a:t>olarak</a:t>
            </a:r>
            <a:r>
              <a:rPr lang="en-US" b="1" dirty="0"/>
              <a:t> </a:t>
            </a:r>
            <a:r>
              <a:rPr lang="en-US" b="1" dirty="0" err="1"/>
              <a:t>bağışlamanız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değişimi</a:t>
            </a:r>
            <a:r>
              <a:rPr lang="tr-TR" dirty="0"/>
              <a:t>,</a:t>
            </a:r>
            <a:r>
              <a:rPr lang="en-US" dirty="0" err="1"/>
              <a:t>Borcu</a:t>
            </a:r>
            <a:r>
              <a:rPr lang="en-US" dirty="0"/>
              <a:t> </a:t>
            </a:r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silme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Arınma</a:t>
            </a:r>
            <a:r>
              <a:rPr lang="en-US" dirty="0"/>
              <a:t> 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alacağını</a:t>
            </a:r>
            <a:r>
              <a:rPr lang="en-US" dirty="0"/>
              <a:t> </a:t>
            </a:r>
            <a:r>
              <a:rPr lang="en-US" dirty="0" err="1"/>
              <a:t>bıraktığında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der ki: “Sen </a:t>
            </a:r>
            <a:r>
              <a:rPr lang="en-US" dirty="0" err="1"/>
              <a:t>bıraktın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sana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beklemediğin</a:t>
            </a:r>
            <a:r>
              <a:rPr lang="en-US" dirty="0"/>
              <a:t> </a:t>
            </a:r>
            <a:r>
              <a:rPr lang="en-US" dirty="0" err="1"/>
              <a:t>yerlerden</a:t>
            </a:r>
            <a:r>
              <a:rPr lang="en-US" dirty="0"/>
              <a:t> yeni </a:t>
            </a:r>
            <a:r>
              <a:rPr lang="en-US" dirty="0" err="1"/>
              <a:t>bolluk</a:t>
            </a:r>
            <a:r>
              <a:rPr lang="en-US" dirty="0"/>
              <a:t> </a:t>
            </a:r>
            <a:r>
              <a:rPr lang="en-US" dirty="0" err="1"/>
              <a:t>yolları</a:t>
            </a:r>
            <a:r>
              <a:rPr lang="en-US" dirty="0"/>
              <a:t> </a:t>
            </a:r>
            <a:r>
              <a:rPr lang="en-US" dirty="0" err="1"/>
              <a:t>açacağım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“Bu </a:t>
            </a:r>
            <a:r>
              <a:rPr lang="en-US" b="1" dirty="0" err="1"/>
              <a:t>sizin</a:t>
            </a:r>
            <a:r>
              <a:rPr lang="en-US" b="1" dirty="0"/>
              <a:t> </a:t>
            </a:r>
            <a:r>
              <a:rPr lang="en-US" b="1" dirty="0" err="1"/>
              <a:t>için</a:t>
            </a:r>
            <a:r>
              <a:rPr lang="en-US" b="1" dirty="0"/>
              <a:t> </a:t>
            </a:r>
            <a:r>
              <a:rPr lang="en-US" b="1" dirty="0" err="1"/>
              <a:t>daha</a:t>
            </a:r>
            <a:r>
              <a:rPr lang="en-US" b="1" dirty="0"/>
              <a:t> </a:t>
            </a:r>
            <a:r>
              <a:rPr lang="en-US" b="1" dirty="0" err="1"/>
              <a:t>hayırlıdır</a:t>
            </a:r>
            <a:r>
              <a:rPr lang="en-US" b="1" dirty="0"/>
              <a:t>…”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Görünürde</a:t>
            </a:r>
            <a:r>
              <a:rPr lang="en-US" dirty="0"/>
              <a:t> </a:t>
            </a:r>
            <a:r>
              <a:rPr lang="en-US" dirty="0" err="1"/>
              <a:t>kayıp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 </a:t>
            </a:r>
            <a:r>
              <a:rPr lang="en-US" dirty="0" err="1"/>
              <a:t>enerjide</a:t>
            </a:r>
            <a:r>
              <a:rPr lang="en-US" dirty="0"/>
              <a:t> dev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fısıldar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malı</a:t>
            </a:r>
            <a:r>
              <a:rPr lang="en-US" dirty="0"/>
              <a:t> </a:t>
            </a:r>
            <a:r>
              <a:rPr lang="en-US" dirty="0" err="1"/>
              <a:t>bıraktın</a:t>
            </a:r>
            <a:r>
              <a:rPr lang="en-US" dirty="0"/>
              <a:t>, ama ben sana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adalette</a:t>
            </a:r>
            <a:r>
              <a:rPr lang="en-US" dirty="0"/>
              <a:t> </a:t>
            </a:r>
            <a:r>
              <a:rPr lang="en-US" dirty="0" err="1"/>
              <a:t>şefkatli</a:t>
            </a:r>
            <a:r>
              <a:rPr lang="en-US" dirty="0"/>
              <a:t> </a:t>
            </a:r>
            <a:r>
              <a:rPr lang="en-US" dirty="0" err="1"/>
              <a:t>yaklaşmaya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ruhsal</a:t>
            </a:r>
            <a:r>
              <a:rPr lang="en-US" dirty="0"/>
              <a:t> </a:t>
            </a:r>
            <a:r>
              <a:rPr lang="en-US" dirty="0" err="1"/>
              <a:t>büyümeyi</a:t>
            </a:r>
            <a:r>
              <a:rPr lang="en-US" dirty="0"/>
              <a:t> </a:t>
            </a:r>
            <a:r>
              <a:rPr lang="en-US" dirty="0" err="1"/>
              <a:t>seçmeye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Darda </a:t>
            </a:r>
            <a:r>
              <a:rPr lang="en-US" dirty="0" err="1"/>
              <a:t>olana</a:t>
            </a:r>
            <a:r>
              <a:rPr lang="en-US" dirty="0"/>
              <a:t> </a:t>
            </a:r>
            <a:r>
              <a:rPr lang="en-US" dirty="0" err="1"/>
              <a:t>baskı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 =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genişliğini</a:t>
            </a:r>
            <a:r>
              <a:rPr lang="en-US" dirty="0"/>
              <a:t> </a:t>
            </a:r>
            <a:r>
              <a:rPr lang="en-US" dirty="0" err="1"/>
              <a:t>daraltmaktır</a:t>
            </a:r>
            <a:r>
              <a:rPr lang="en-US" dirty="0"/>
              <a:t>. </a:t>
            </a:r>
          </a:p>
          <a:p>
            <a:r>
              <a:rPr lang="en-US" dirty="0"/>
              <a:t>Zaman </a:t>
            </a:r>
            <a:r>
              <a:rPr lang="en-US" dirty="0" err="1"/>
              <a:t>tanımak</a:t>
            </a:r>
            <a:r>
              <a:rPr lang="en-US" dirty="0"/>
              <a:t> = </a:t>
            </a:r>
            <a:r>
              <a:rPr lang="en-US" dirty="0" err="1"/>
              <a:t>enerjiye</a:t>
            </a:r>
            <a:r>
              <a:rPr lang="en-US" dirty="0"/>
              <a:t> </a:t>
            </a:r>
            <a:r>
              <a:rPr lang="en-US" dirty="0" err="1"/>
              <a:t>sabır</a:t>
            </a:r>
            <a:r>
              <a:rPr lang="en-US" dirty="0"/>
              <a:t> </a:t>
            </a:r>
            <a:r>
              <a:rPr lang="en-US" dirty="0" err="1"/>
              <a:t>vermektir</a:t>
            </a:r>
            <a:r>
              <a:rPr lang="en-US" dirty="0"/>
              <a:t>. </a:t>
            </a:r>
          </a:p>
          <a:p>
            <a:r>
              <a:rPr lang="en-US" dirty="0" err="1"/>
              <a:t>Borcu</a:t>
            </a:r>
            <a:r>
              <a:rPr lang="en-US" dirty="0"/>
              <a:t> </a:t>
            </a:r>
            <a:r>
              <a:rPr lang="en-US" dirty="0" err="1"/>
              <a:t>sadakaya</a:t>
            </a:r>
            <a:r>
              <a:rPr lang="en-US" dirty="0"/>
              <a:t> </a:t>
            </a:r>
            <a:r>
              <a:rPr lang="en-US" dirty="0" err="1"/>
              <a:t>çevirmek</a:t>
            </a:r>
            <a:r>
              <a:rPr lang="en-US" dirty="0"/>
              <a:t> = </a:t>
            </a:r>
            <a:r>
              <a:rPr lang="en-US" dirty="0" err="1"/>
              <a:t>kaderdeki</a:t>
            </a:r>
            <a:r>
              <a:rPr lang="en-US" dirty="0"/>
              <a:t> </a:t>
            </a:r>
            <a:r>
              <a:rPr lang="en-US" dirty="0" err="1"/>
              <a:t>başka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borcun</a:t>
            </a:r>
            <a:r>
              <a:rPr lang="en-US" dirty="0"/>
              <a:t> </a:t>
            </a:r>
            <a:r>
              <a:rPr lang="en-US" dirty="0" err="1"/>
              <a:t>silinmesidir</a:t>
            </a:r>
            <a:r>
              <a:rPr lang="en-US" dirty="0"/>
              <a:t>. </a:t>
            </a:r>
          </a:p>
          <a:p>
            <a:r>
              <a:rPr lang="en-US" dirty="0"/>
              <a:t>Sen </a:t>
            </a:r>
            <a:r>
              <a:rPr lang="en-US" dirty="0" err="1"/>
              <a:t>bırakırsan</a:t>
            </a:r>
            <a:r>
              <a:rPr lang="en-US" dirty="0"/>
              <a:t>…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ummadığın</a:t>
            </a:r>
            <a:r>
              <a:rPr lang="en-US" dirty="0"/>
              <a:t> </a:t>
            </a:r>
            <a:r>
              <a:rPr lang="en-US" dirty="0" err="1"/>
              <a:t>yerden</a:t>
            </a:r>
            <a:r>
              <a:rPr lang="en-US" dirty="0"/>
              <a:t> </a:t>
            </a:r>
            <a:r>
              <a:rPr lang="en-US" dirty="0" err="1"/>
              <a:t>açılım</a:t>
            </a:r>
            <a:r>
              <a:rPr lang="en-US" dirty="0"/>
              <a:t> </a:t>
            </a:r>
            <a:r>
              <a:rPr lang="en-US" dirty="0" err="1"/>
              <a:t>yapar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alacağından</a:t>
            </a:r>
            <a:r>
              <a:rPr lang="en-US" dirty="0"/>
              <a:t> </a:t>
            </a:r>
            <a:r>
              <a:rPr lang="en-US" dirty="0" err="1"/>
              <a:t>vazgeçtin</a:t>
            </a:r>
            <a:r>
              <a:rPr lang="en-US" dirty="0"/>
              <a:t>… ama ben sana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yedi</a:t>
            </a:r>
            <a:r>
              <a:rPr lang="en-US" dirty="0"/>
              <a:t> kat </a:t>
            </a:r>
            <a:r>
              <a:rPr lang="en-US" dirty="0" err="1"/>
              <a:t>rızık</a:t>
            </a:r>
            <a:r>
              <a:rPr lang="en-US" dirty="0"/>
              <a:t> </a:t>
            </a:r>
            <a:r>
              <a:rPr lang="en-US" dirty="0" err="1"/>
              <a:t>gönderdim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merhameti</a:t>
            </a:r>
            <a:r>
              <a:rPr lang="en-US" dirty="0"/>
              <a:t> </a:t>
            </a:r>
            <a:r>
              <a:rPr lang="en-US" dirty="0" err="1"/>
              <a:t>seçtin</a:t>
            </a:r>
            <a:r>
              <a:rPr lang="en-US" dirty="0"/>
              <a:t>… </a:t>
            </a:r>
            <a:r>
              <a:rPr lang="en-US" dirty="0" err="1"/>
              <a:t>ve</a:t>
            </a:r>
            <a:r>
              <a:rPr lang="en-US" dirty="0"/>
              <a:t> ben </a:t>
            </a:r>
            <a:r>
              <a:rPr lang="en-US" dirty="0" err="1"/>
              <a:t>merhameti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karşılıksız</a:t>
            </a:r>
            <a:r>
              <a:rPr lang="en-US" dirty="0"/>
              <a:t> </a:t>
            </a:r>
            <a:r>
              <a:rPr lang="en-US" dirty="0" err="1"/>
              <a:t>bırakmam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01642644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908C3F62-3363-80F8-74AC-D49AEF7891F4}"/>
              </a:ext>
            </a:extLst>
          </p:cNvPr>
          <p:cNvSpPr txBox="1"/>
          <p:nvPr/>
        </p:nvSpPr>
        <p:spPr>
          <a:xfrm>
            <a:off x="0" y="1"/>
            <a:ext cx="6858000" cy="12280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281.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ayet,her</a:t>
            </a:r>
            <a:r>
              <a:rPr lang="en-US" dirty="0"/>
              <a:t> </a:t>
            </a:r>
            <a:r>
              <a:rPr lang="en-US" dirty="0" err="1"/>
              <a:t>enerjinin</a:t>
            </a:r>
            <a:r>
              <a:rPr lang="en-US" dirty="0"/>
              <a:t>, her </a:t>
            </a:r>
            <a:r>
              <a:rPr lang="en-US" dirty="0" err="1"/>
              <a:t>niyetin</a:t>
            </a:r>
            <a:r>
              <a:rPr lang="en-US" dirty="0"/>
              <a:t>, her </a:t>
            </a:r>
            <a:r>
              <a:rPr lang="en-US" dirty="0" err="1"/>
              <a:t>eylemin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mutlak</a:t>
            </a:r>
            <a:r>
              <a:rPr lang="en-US" dirty="0"/>
              <a:t> surette </a:t>
            </a:r>
            <a:r>
              <a:rPr lang="en-US" dirty="0" err="1"/>
              <a:t>karşına</a:t>
            </a:r>
            <a:r>
              <a:rPr lang="en-US" dirty="0"/>
              <a:t> </a:t>
            </a:r>
            <a:r>
              <a:rPr lang="en-US" dirty="0" err="1"/>
              <a:t>çıkacağı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kaybolmadığı</a:t>
            </a:r>
            <a:r>
              <a:rPr lang="en-US" dirty="0"/>
              <a:t> </a:t>
            </a:r>
            <a:r>
              <a:rPr lang="en-US" dirty="0" err="1"/>
              <a:t>gerçeğini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sana </a:t>
            </a:r>
            <a:r>
              <a:rPr lang="en-US" dirty="0" err="1"/>
              <a:t>şöyle</a:t>
            </a:r>
            <a:r>
              <a:rPr lang="en-US" dirty="0"/>
              <a:t> der:</a:t>
            </a:r>
          </a:p>
          <a:p>
            <a:r>
              <a:rPr lang="en-US" dirty="0"/>
              <a:t>“Sen verdin, </a:t>
            </a:r>
            <a:r>
              <a:rPr lang="en-US" dirty="0" err="1"/>
              <a:t>sustun</a:t>
            </a:r>
            <a:r>
              <a:rPr lang="en-US" dirty="0"/>
              <a:t>…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aldın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unuttun</a:t>
            </a:r>
            <a:r>
              <a:rPr lang="en-US" dirty="0"/>
              <a:t>… ama ben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unutmadım</a:t>
            </a:r>
            <a:r>
              <a:rPr lang="en-US" dirty="0"/>
              <a:t>. O </a:t>
            </a:r>
            <a:r>
              <a:rPr lang="en-US" dirty="0" err="1"/>
              <a:t>gün</a:t>
            </a:r>
            <a:r>
              <a:rPr lang="en-US" dirty="0"/>
              <a:t>,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neyi</a:t>
            </a:r>
            <a:r>
              <a:rPr lang="en-US" dirty="0"/>
              <a:t> </a:t>
            </a:r>
            <a:r>
              <a:rPr lang="en-US" dirty="0" err="1"/>
              <a:t>bıraktıysan</a:t>
            </a:r>
            <a:r>
              <a:rPr lang="en-US" dirty="0"/>
              <a:t> **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aynasını</a:t>
            </a:r>
            <a:r>
              <a:rPr lang="en-US" dirty="0"/>
              <a:t> </a:t>
            </a:r>
            <a:r>
              <a:rPr lang="en-US" dirty="0" err="1"/>
              <a:t>göreceksin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Karşılaşma</a:t>
            </a:r>
            <a:r>
              <a:rPr lang="en-US" dirty="0"/>
              <a:t>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Kaybolmaz</a:t>
            </a:r>
            <a:r>
              <a:rPr lang="en-US" dirty="0"/>
              <a:t>” O </a:t>
            </a:r>
            <a:r>
              <a:rPr lang="en-US" dirty="0" err="1"/>
              <a:t>gün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yaptıkların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</a:t>
            </a:r>
            <a:r>
              <a:rPr lang="en-US" dirty="0" err="1"/>
              <a:t>titreşimlerin</a:t>
            </a:r>
            <a:r>
              <a:rPr lang="en-US" dirty="0"/>
              <a:t> bile </a:t>
            </a:r>
            <a:r>
              <a:rPr lang="en-US" dirty="0" err="1"/>
              <a:t>konuşur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281.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Öyle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günden</a:t>
            </a:r>
            <a:r>
              <a:rPr lang="en-US" dirty="0"/>
              <a:t> </a:t>
            </a:r>
            <a:r>
              <a:rPr lang="en-US" dirty="0" err="1"/>
              <a:t>sakının</a:t>
            </a:r>
            <a:r>
              <a:rPr lang="en-US" dirty="0"/>
              <a:t> </a:t>
            </a:r>
            <a:r>
              <a:rPr lang="en-US" dirty="0" err="1"/>
              <a:t>ki,o</a:t>
            </a:r>
            <a:r>
              <a:rPr lang="en-US" dirty="0"/>
              <a:t>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herkes,yaptıklarının</a:t>
            </a:r>
            <a:r>
              <a:rPr lang="en-US" dirty="0"/>
              <a:t> </a:t>
            </a:r>
            <a:r>
              <a:rPr lang="en-US" dirty="0" err="1"/>
              <a:t>karşılığını</a:t>
            </a:r>
            <a:r>
              <a:rPr lang="en-US" dirty="0"/>
              <a:t> </a:t>
            </a:r>
            <a:r>
              <a:rPr lang="en-US" dirty="0" err="1"/>
              <a:t>eksiksiz</a:t>
            </a:r>
            <a:r>
              <a:rPr lang="en-US" dirty="0"/>
              <a:t> </a:t>
            </a:r>
            <a:r>
              <a:rPr lang="en-US" dirty="0" err="1"/>
              <a:t>alacaktır.Kimseye</a:t>
            </a:r>
            <a:r>
              <a:rPr lang="en-US" dirty="0"/>
              <a:t> </a:t>
            </a:r>
            <a:r>
              <a:rPr lang="en-US" dirty="0" err="1"/>
              <a:t>haksızlık</a:t>
            </a:r>
            <a:r>
              <a:rPr lang="en-US" dirty="0"/>
              <a:t> </a:t>
            </a:r>
            <a:r>
              <a:rPr lang="en-US" dirty="0" err="1"/>
              <a:t>yapılmayacaktır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ayet,ilahi</a:t>
            </a:r>
            <a:r>
              <a:rPr lang="en-US" dirty="0"/>
              <a:t> </a:t>
            </a:r>
            <a:r>
              <a:rPr lang="en-US" dirty="0" err="1"/>
              <a:t>adalet</a:t>
            </a:r>
            <a:r>
              <a:rPr lang="en-US" dirty="0"/>
              <a:t> </a:t>
            </a:r>
            <a:r>
              <a:rPr lang="en-US" dirty="0" err="1"/>
              <a:t>sisteminin</a:t>
            </a:r>
            <a:r>
              <a:rPr lang="en-US" dirty="0"/>
              <a:t> </a:t>
            </a:r>
            <a:r>
              <a:rPr lang="en-US" dirty="0" err="1"/>
              <a:t>kusursuz</a:t>
            </a:r>
            <a:r>
              <a:rPr lang="en-US" dirty="0"/>
              <a:t> </a:t>
            </a:r>
            <a:r>
              <a:rPr lang="en-US" dirty="0" err="1"/>
              <a:t>işleyişini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.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ne </a:t>
            </a:r>
            <a:r>
              <a:rPr lang="en-US" dirty="0" err="1"/>
              <a:t>ekmişsen</a:t>
            </a:r>
            <a:r>
              <a:rPr lang="en-US" dirty="0"/>
              <a:t>… 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gölgeyle</a:t>
            </a:r>
            <a:r>
              <a:rPr lang="en-US" dirty="0"/>
              <a:t> sana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yansıtırım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Öyle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gün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gün</a:t>
            </a:r>
            <a:r>
              <a:rPr lang="en-US" dirty="0"/>
              <a:t>: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takvim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çarpışma</a:t>
            </a:r>
            <a:r>
              <a:rPr lang="en-US" dirty="0"/>
              <a:t> </a:t>
            </a:r>
            <a:r>
              <a:rPr lang="en-US" dirty="0" err="1"/>
              <a:t>anı</a:t>
            </a:r>
            <a:r>
              <a:rPr lang="en-US" dirty="0"/>
              <a:t> </a:t>
            </a:r>
          </a:p>
          <a:p>
            <a:r>
              <a:rPr lang="en-US" dirty="0" err="1"/>
              <a:t>Ruhun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titreşimiyle</a:t>
            </a:r>
            <a:r>
              <a:rPr lang="en-US" dirty="0"/>
              <a:t> </a:t>
            </a:r>
            <a:r>
              <a:rPr lang="en-US" dirty="0" err="1"/>
              <a:t>yüzleştiği</a:t>
            </a:r>
            <a:r>
              <a:rPr lang="en-US" dirty="0"/>
              <a:t> </a:t>
            </a:r>
            <a:r>
              <a:rPr lang="en-US" dirty="0" err="1"/>
              <a:t>eşik</a:t>
            </a:r>
            <a:r>
              <a:rPr lang="en-US" dirty="0"/>
              <a:t> “Senin </a:t>
            </a:r>
            <a:r>
              <a:rPr lang="en-US" dirty="0" err="1"/>
              <a:t>içindeki</a:t>
            </a:r>
            <a:r>
              <a:rPr lang="en-US" dirty="0"/>
              <a:t> </a:t>
            </a:r>
            <a:r>
              <a:rPr lang="en-US" dirty="0" err="1"/>
              <a:t>hakikat</a:t>
            </a:r>
            <a:r>
              <a:rPr lang="en-US" dirty="0"/>
              <a:t> o </a:t>
            </a:r>
            <a:r>
              <a:rPr lang="en-US" dirty="0" err="1"/>
              <a:t>gün</a:t>
            </a:r>
            <a:r>
              <a:rPr lang="en-US" dirty="0"/>
              <a:t> </a:t>
            </a:r>
            <a:r>
              <a:rPr lang="en-US" dirty="0" err="1"/>
              <a:t>gizlenmeden</a:t>
            </a:r>
            <a:r>
              <a:rPr lang="en-US" dirty="0"/>
              <a:t> </a:t>
            </a:r>
            <a:r>
              <a:rPr lang="en-US" dirty="0" err="1"/>
              <a:t>konuşur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“Herkes, </a:t>
            </a:r>
            <a:r>
              <a:rPr lang="en-US" b="1" dirty="0" err="1"/>
              <a:t>yaptıklarının</a:t>
            </a:r>
            <a:r>
              <a:rPr lang="en-US" b="1" dirty="0"/>
              <a:t> </a:t>
            </a:r>
            <a:r>
              <a:rPr lang="en-US" b="1" dirty="0" err="1"/>
              <a:t>karşılığını</a:t>
            </a:r>
            <a:r>
              <a:rPr lang="en-US" b="1" dirty="0"/>
              <a:t> </a:t>
            </a:r>
            <a:r>
              <a:rPr lang="en-US" b="1" dirty="0" err="1"/>
              <a:t>alacaktır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Yaptıkların</a:t>
            </a:r>
            <a:r>
              <a:rPr lang="en-US" dirty="0"/>
              <a:t>: </a:t>
            </a:r>
            <a:r>
              <a:rPr lang="en-US" dirty="0" err="1"/>
              <a:t>Eylemlerin</a:t>
            </a:r>
            <a:r>
              <a:rPr lang="tr-TR" dirty="0"/>
              <a:t>,</a:t>
            </a:r>
            <a:r>
              <a:rPr lang="en-US" dirty="0" err="1"/>
              <a:t>Sözleri</a:t>
            </a:r>
            <a:r>
              <a:rPr lang="tr-TR" dirty="0"/>
              <a:t>n,</a:t>
            </a:r>
            <a:r>
              <a:rPr lang="en-US" dirty="0" err="1"/>
              <a:t>Niyetlerin</a:t>
            </a:r>
            <a:r>
              <a:rPr lang="en-US" dirty="0"/>
              <a:t> Ve </a:t>
            </a:r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düşüncelerin</a:t>
            </a:r>
            <a:r>
              <a:rPr lang="en-US" dirty="0"/>
              <a:t> bile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dışı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derinliğini</a:t>
            </a:r>
            <a:r>
              <a:rPr lang="en-US" dirty="0"/>
              <a:t> de </a:t>
            </a:r>
            <a:r>
              <a:rPr lang="en-US" dirty="0" err="1"/>
              <a:t>okur</a:t>
            </a:r>
            <a:r>
              <a:rPr lang="en-US" dirty="0"/>
              <a:t>. “Senin </a:t>
            </a:r>
            <a:r>
              <a:rPr lang="en-US" dirty="0" err="1"/>
              <a:t>suskunluğun</a:t>
            </a:r>
            <a:r>
              <a:rPr lang="en-US" dirty="0"/>
              <a:t> </a:t>
            </a:r>
            <a:r>
              <a:rPr lang="en-US" dirty="0" err="1"/>
              <a:t>daiçinden</a:t>
            </a:r>
            <a:r>
              <a:rPr lang="en-US" dirty="0"/>
              <a:t> </a:t>
            </a:r>
            <a:r>
              <a:rPr lang="en-US" dirty="0" err="1"/>
              <a:t>geçenin</a:t>
            </a:r>
            <a:r>
              <a:rPr lang="en-US" dirty="0"/>
              <a:t> de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kaydı</a:t>
            </a:r>
            <a:r>
              <a:rPr lang="en-US" dirty="0"/>
              <a:t> </a:t>
            </a:r>
            <a:r>
              <a:rPr lang="en-US" dirty="0" err="1"/>
              <a:t>bendedir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Eksiksiz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Ne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Ne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tr-TR" dirty="0"/>
              <a:t>t</a:t>
            </a:r>
            <a:r>
              <a:rPr lang="en-US" dirty="0"/>
              <a:t>am </a:t>
            </a:r>
            <a:r>
              <a:rPr lang="en-US" dirty="0" err="1"/>
              <a:t>olarak</a:t>
            </a:r>
            <a:r>
              <a:rPr lang="en-US" dirty="0"/>
              <a:t> ne </a:t>
            </a:r>
            <a:r>
              <a:rPr lang="en-US" dirty="0" err="1"/>
              <a:t>yaptıysan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enerjisiyle</a:t>
            </a:r>
            <a:r>
              <a:rPr lang="en-US" dirty="0"/>
              <a:t> </a:t>
            </a:r>
            <a:r>
              <a:rPr lang="en-US" dirty="0" err="1"/>
              <a:t>karşılaşırsın</a:t>
            </a:r>
            <a:r>
              <a:rPr lang="en-US" dirty="0"/>
              <a:t>. Ve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asla</a:t>
            </a:r>
            <a:r>
              <a:rPr lang="en-US" dirty="0"/>
              <a:t> </a:t>
            </a:r>
            <a:r>
              <a:rPr lang="en-US" dirty="0" err="1"/>
              <a:t>ceza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yankıdır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Kimseye</a:t>
            </a:r>
            <a:r>
              <a:rPr lang="en-US" b="1" dirty="0"/>
              <a:t> </a:t>
            </a:r>
            <a:r>
              <a:rPr lang="en-US" b="1" dirty="0" err="1"/>
              <a:t>haksızlık</a:t>
            </a:r>
            <a:r>
              <a:rPr lang="en-US" b="1" dirty="0"/>
              <a:t> </a:t>
            </a:r>
            <a:r>
              <a:rPr lang="en-US" b="1" dirty="0" err="1"/>
              <a:t>yapılmaz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İlahi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adaletle</a:t>
            </a:r>
            <a:r>
              <a:rPr lang="en-US" dirty="0"/>
              <a:t> </a:t>
            </a:r>
            <a:r>
              <a:rPr lang="en-US" dirty="0" err="1"/>
              <a:t>kurulur</a:t>
            </a:r>
            <a:r>
              <a:rPr lang="en-US" dirty="0"/>
              <a:t>. O </a:t>
            </a:r>
            <a:r>
              <a:rPr lang="en-US" dirty="0" err="1"/>
              <a:t>gün</a:t>
            </a:r>
            <a:r>
              <a:rPr lang="en-US" dirty="0"/>
              <a:t> ne </a:t>
            </a:r>
            <a:r>
              <a:rPr lang="en-US" dirty="0" err="1"/>
              <a:t>alırsan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çoktan</a:t>
            </a:r>
            <a:r>
              <a:rPr lang="en-US" dirty="0"/>
              <a:t> </a:t>
            </a:r>
            <a:r>
              <a:rPr lang="en-US" dirty="0" err="1"/>
              <a:t>vermişsindir</a:t>
            </a:r>
            <a:r>
              <a:rPr lang="en-US" dirty="0"/>
              <a:t>. “Ben sana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kendini</a:t>
            </a:r>
            <a:r>
              <a:rPr lang="en-US" dirty="0"/>
              <a:t> </a:t>
            </a:r>
            <a:r>
              <a:rPr lang="en-US" dirty="0" err="1"/>
              <a:t>gösteririm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325050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BB867FF-0999-8316-6105-F8F564D8F1EA}"/>
              </a:ext>
            </a:extLst>
          </p:cNvPr>
          <p:cNvSpPr txBox="1"/>
          <p:nvPr/>
        </p:nvSpPr>
        <p:spPr>
          <a:xfrm>
            <a:off x="0" y="41295"/>
            <a:ext cx="6813755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her </a:t>
            </a:r>
            <a:r>
              <a:rPr lang="en-US" dirty="0" err="1"/>
              <a:t>anın</a:t>
            </a:r>
            <a:r>
              <a:rPr lang="en-US" dirty="0"/>
              <a:t>, her </a:t>
            </a:r>
            <a:r>
              <a:rPr lang="en-US" dirty="0" err="1"/>
              <a:t>niyetin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her </a:t>
            </a:r>
            <a:r>
              <a:rPr lang="en-US" dirty="0" err="1"/>
              <a:t>titreşimin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hatırlamaya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Hesap</a:t>
            </a:r>
            <a:r>
              <a:rPr lang="en-US" dirty="0"/>
              <a:t> </a:t>
            </a:r>
            <a:r>
              <a:rPr lang="en-US" dirty="0" err="1"/>
              <a:t>günü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en-US" dirty="0" err="1"/>
              <a:t>içsel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frekansla</a:t>
            </a:r>
            <a:r>
              <a:rPr lang="en-US" dirty="0"/>
              <a:t> </a:t>
            </a:r>
            <a:r>
              <a:rPr lang="en-US" dirty="0" err="1"/>
              <a:t>yüzleşmedir</a:t>
            </a:r>
            <a:r>
              <a:rPr lang="en-US" dirty="0"/>
              <a:t>. Sen ne </a:t>
            </a:r>
            <a:r>
              <a:rPr lang="en-US" dirty="0" err="1"/>
              <a:t>yaptıysan</a:t>
            </a:r>
            <a:r>
              <a:rPr lang="en-US" dirty="0"/>
              <a:t>, ne </a:t>
            </a:r>
            <a:r>
              <a:rPr lang="en-US" dirty="0" err="1"/>
              <a:t>düşündüysen</a:t>
            </a:r>
            <a:r>
              <a:rPr lang="en-US" dirty="0"/>
              <a:t>, ne </a:t>
            </a:r>
            <a:r>
              <a:rPr lang="en-US" dirty="0" err="1"/>
              <a:t>hissettiysen</a:t>
            </a:r>
            <a:r>
              <a:rPr lang="en-US" dirty="0"/>
              <a:t>…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seninle</a:t>
            </a:r>
            <a:r>
              <a:rPr lang="en-US" dirty="0"/>
              <a:t> </a:t>
            </a:r>
            <a:r>
              <a:rPr lang="en-US" dirty="0" err="1"/>
              <a:t>buluşacaktır</a:t>
            </a:r>
            <a:r>
              <a:rPr lang="en-US" dirty="0"/>
              <a:t>. Bu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tehdit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uyarı</a:t>
            </a:r>
            <a:r>
              <a:rPr lang="en-US" dirty="0"/>
              <a:t> da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dengenin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yansımasıdır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şimdi</a:t>
            </a:r>
            <a:r>
              <a:rPr lang="en-US" dirty="0"/>
              <a:t> ne </a:t>
            </a:r>
            <a:r>
              <a:rPr lang="en-US" dirty="0" err="1"/>
              <a:t>veriyorsan</a:t>
            </a:r>
            <a:r>
              <a:rPr lang="en-US" dirty="0"/>
              <a:t>… o </a:t>
            </a:r>
            <a:r>
              <a:rPr lang="en-US" dirty="0" err="1"/>
              <a:t>yarın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giyip</a:t>
            </a:r>
            <a:r>
              <a:rPr lang="en-US" dirty="0"/>
              <a:t> </a:t>
            </a:r>
            <a:r>
              <a:rPr lang="en-US" dirty="0" err="1"/>
              <a:t>karşına</a:t>
            </a:r>
            <a:r>
              <a:rPr lang="en-US" dirty="0"/>
              <a:t> </a:t>
            </a:r>
            <a:r>
              <a:rPr lang="en-US" dirty="0" err="1"/>
              <a:t>çıkacak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verirsen</a:t>
            </a:r>
            <a:r>
              <a:rPr lang="en-US" dirty="0"/>
              <a:t>, o </a:t>
            </a:r>
            <a:r>
              <a:rPr lang="en-US" dirty="0" err="1"/>
              <a:t>beden</a:t>
            </a:r>
            <a:r>
              <a:rPr lang="en-US" dirty="0"/>
              <a:t> </a:t>
            </a:r>
            <a:r>
              <a:rPr lang="en-US" dirty="0" err="1"/>
              <a:t>ışıkla</a:t>
            </a:r>
            <a:r>
              <a:rPr lang="en-US" dirty="0"/>
              <a:t> </a:t>
            </a:r>
            <a:r>
              <a:rPr lang="en-US" dirty="0" err="1"/>
              <a:t>sarılmış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 sana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frekansını</a:t>
            </a:r>
            <a:r>
              <a:rPr lang="en-US" dirty="0"/>
              <a:t> </a:t>
            </a:r>
            <a:r>
              <a:rPr lang="en-US" dirty="0" err="1"/>
              <a:t>iade</a:t>
            </a:r>
            <a:r>
              <a:rPr lang="en-US" dirty="0"/>
              <a:t> </a:t>
            </a:r>
            <a:r>
              <a:rPr lang="en-US" dirty="0" err="1"/>
              <a:t>ederim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282. </a:t>
            </a:r>
            <a:r>
              <a:rPr lang="en-US" dirty="0" err="1"/>
              <a:t>ayete</a:t>
            </a:r>
            <a:r>
              <a:rPr lang="en-US" dirty="0"/>
              <a:t>—</a:t>
            </a:r>
            <a:r>
              <a:rPr lang="en-US" dirty="0" err="1"/>
              <a:t>Kur’an’daki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borç</a:t>
            </a:r>
            <a:r>
              <a:rPr lang="en-US" dirty="0"/>
              <a:t> </a:t>
            </a:r>
            <a:r>
              <a:rPr lang="en-US" dirty="0" err="1"/>
              <a:t>yazımı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hukuki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kural</a:t>
            </a:r>
            <a:r>
              <a:rPr lang="en-US" dirty="0"/>
              <a:t> </a:t>
            </a:r>
            <a:r>
              <a:rPr lang="en-US" dirty="0" err="1"/>
              <a:t>sunmaz</a:t>
            </a:r>
            <a:r>
              <a:rPr lang="en-US" dirty="0"/>
              <a:t>…</a:t>
            </a:r>
          </a:p>
          <a:p>
            <a:r>
              <a:rPr lang="en-US" dirty="0" err="1"/>
              <a:t>Aksine,enerjisel</a:t>
            </a:r>
            <a:r>
              <a:rPr lang="en-US" dirty="0"/>
              <a:t> </a:t>
            </a:r>
            <a:r>
              <a:rPr lang="en-US" dirty="0" err="1"/>
              <a:t>alışverişte</a:t>
            </a:r>
            <a:r>
              <a:rPr lang="en-US" dirty="0"/>
              <a:t> </a:t>
            </a:r>
            <a:r>
              <a:rPr lang="en-US" dirty="0" err="1"/>
              <a:t>güven</a:t>
            </a:r>
            <a:r>
              <a:rPr lang="en-US" dirty="0"/>
              <a:t>, </a:t>
            </a:r>
            <a:r>
              <a:rPr lang="en-US" dirty="0" err="1"/>
              <a:t>denge</a:t>
            </a:r>
            <a:r>
              <a:rPr lang="en-US" dirty="0"/>
              <a:t>, </a:t>
            </a:r>
            <a:r>
              <a:rPr lang="en-US" dirty="0" err="1"/>
              <a:t>kayıt</a:t>
            </a:r>
            <a:r>
              <a:rPr lang="en-US" dirty="0"/>
              <a:t>, </a:t>
            </a:r>
            <a:r>
              <a:rPr lang="en-US" dirty="0" err="1"/>
              <a:t>şahitlik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sistemli</a:t>
            </a:r>
            <a:r>
              <a:rPr lang="en-US" dirty="0"/>
              <a:t> </a:t>
            </a:r>
            <a:r>
              <a:rPr lang="en-US" dirty="0" err="1"/>
              <a:t>hareket</a:t>
            </a:r>
            <a:r>
              <a:rPr lang="en-US" dirty="0"/>
              <a:t> </a:t>
            </a:r>
            <a:r>
              <a:rPr lang="en-US" dirty="0" err="1"/>
              <a:t>etmeninnasıl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düzen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açıklar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güvene</a:t>
            </a:r>
            <a:r>
              <a:rPr lang="en-US" dirty="0"/>
              <a:t> </a:t>
            </a:r>
            <a:r>
              <a:rPr lang="en-US" dirty="0" err="1"/>
              <a:t>dayalı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evrende</a:t>
            </a:r>
            <a:r>
              <a:rPr lang="en-US" dirty="0"/>
              <a:t> </a:t>
            </a:r>
            <a:r>
              <a:rPr lang="en-US" dirty="0" err="1"/>
              <a:t>yaşıyorsun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</a:t>
            </a:r>
            <a:r>
              <a:rPr lang="en-US" dirty="0" err="1"/>
              <a:t>güven</a:t>
            </a:r>
            <a:r>
              <a:rPr lang="en-US" dirty="0"/>
              <a:t>, </a:t>
            </a:r>
            <a:r>
              <a:rPr lang="en-US" dirty="0" err="1"/>
              <a:t>kaydedilmemişse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bulanır</a:t>
            </a:r>
            <a:r>
              <a:rPr lang="en-US" dirty="0"/>
              <a:t>. Ben </a:t>
            </a:r>
            <a:r>
              <a:rPr lang="en-US" dirty="0" err="1"/>
              <a:t>ise</a:t>
            </a:r>
            <a:r>
              <a:rPr lang="en-US" dirty="0"/>
              <a:t>,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şahitliğe</a:t>
            </a:r>
            <a:r>
              <a:rPr lang="en-US" dirty="0"/>
              <a:t> </a:t>
            </a:r>
            <a:r>
              <a:rPr lang="en-US" dirty="0" err="1"/>
              <a:t>çağırırım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unutmaz</a:t>
            </a:r>
            <a:r>
              <a:rPr lang="en-US" dirty="0"/>
              <a:t>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unutursun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282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“Yaz – </a:t>
            </a:r>
            <a:r>
              <a:rPr lang="en-US" dirty="0" err="1"/>
              <a:t>Kaydet</a:t>
            </a:r>
            <a:r>
              <a:rPr lang="en-US" dirty="0"/>
              <a:t> – </a:t>
            </a:r>
            <a:r>
              <a:rPr lang="en-US" dirty="0" err="1"/>
              <a:t>Şahit</a:t>
            </a:r>
            <a:r>
              <a:rPr lang="en-US" dirty="0"/>
              <a:t> Tut –</a:t>
            </a:r>
            <a:r>
              <a:rPr lang="en-US" dirty="0" err="1"/>
              <a:t>Çünkü</a:t>
            </a:r>
            <a:r>
              <a:rPr lang="en-US" dirty="0"/>
              <a:t> Enerji, </a:t>
            </a:r>
            <a:r>
              <a:rPr lang="en-US" dirty="0" err="1"/>
              <a:t>Kayıtsızlıkla</a:t>
            </a:r>
            <a:r>
              <a:rPr lang="en-US" dirty="0"/>
              <a:t> </a:t>
            </a:r>
            <a:r>
              <a:rPr lang="en-US" dirty="0" err="1"/>
              <a:t>Zayıflar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ayet:İlahi</a:t>
            </a:r>
            <a:r>
              <a:rPr lang="en-US" dirty="0"/>
              <a:t> </a:t>
            </a:r>
            <a:r>
              <a:rPr lang="en-US" dirty="0" err="1"/>
              <a:t>sistemdeki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protokolü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282.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 – </a:t>
            </a:r>
            <a:r>
              <a:rPr lang="en-US" b="1" dirty="0" err="1"/>
              <a:t>sadeleştirilmiş</a:t>
            </a:r>
            <a:r>
              <a:rPr lang="en-US" b="1" dirty="0"/>
              <a:t> </a:t>
            </a:r>
            <a:r>
              <a:rPr lang="en-US" b="1" dirty="0" err="1"/>
              <a:t>özet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Ey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edenler</a:t>
            </a:r>
            <a:r>
              <a:rPr lang="en-US" dirty="0"/>
              <a:t>!</a:t>
            </a:r>
            <a:r>
              <a:rPr lang="tr-TR" dirty="0"/>
              <a:t>Birbirinize </a:t>
            </a:r>
            <a:r>
              <a:rPr lang="en-US" dirty="0"/>
              <a:t>belli </a:t>
            </a:r>
            <a:r>
              <a:rPr lang="en-US" dirty="0" err="1"/>
              <a:t>bir</a:t>
            </a:r>
            <a:r>
              <a:rPr lang="en-US" dirty="0"/>
              <a:t> vade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borçlandığınızda</a:t>
            </a:r>
            <a:r>
              <a:rPr lang="en-US" dirty="0"/>
              <a:t>,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yazın</a:t>
            </a:r>
            <a:r>
              <a:rPr lang="en-US" dirty="0"/>
              <a:t>.</a:t>
            </a:r>
            <a:r>
              <a:rPr lang="tr-TR" dirty="0"/>
              <a:t> </a:t>
            </a:r>
            <a:r>
              <a:rPr lang="en-US" dirty="0" err="1"/>
              <a:t>Aranızda</a:t>
            </a:r>
            <a:r>
              <a:rPr lang="en-US" dirty="0"/>
              <a:t> </a:t>
            </a:r>
            <a:r>
              <a:rPr lang="en-US" dirty="0" err="1"/>
              <a:t>adaletle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katip</a:t>
            </a:r>
            <a:r>
              <a:rPr lang="en-US" dirty="0"/>
              <a:t> </a:t>
            </a:r>
            <a:r>
              <a:rPr lang="en-US" dirty="0" err="1"/>
              <a:t>yazsın</a:t>
            </a:r>
            <a:r>
              <a:rPr lang="tr-TR" dirty="0"/>
              <a:t>.</a:t>
            </a:r>
            <a:r>
              <a:rPr lang="en-US" dirty="0"/>
              <a:t>Katip, </a:t>
            </a:r>
            <a:r>
              <a:rPr lang="en-US" dirty="0" err="1"/>
              <a:t>Allah’ın</a:t>
            </a:r>
            <a:r>
              <a:rPr lang="en-US" dirty="0"/>
              <a:t> </a:t>
            </a:r>
            <a:r>
              <a:rPr lang="en-US" dirty="0" err="1"/>
              <a:t>kendisine</a:t>
            </a:r>
            <a:r>
              <a:rPr lang="en-US" dirty="0"/>
              <a:t> </a:t>
            </a:r>
            <a:r>
              <a:rPr lang="en-US" dirty="0" err="1"/>
              <a:t>öğrettiği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yazmaktan</a:t>
            </a:r>
            <a:r>
              <a:rPr lang="en-US" dirty="0"/>
              <a:t> </a:t>
            </a:r>
            <a:r>
              <a:rPr lang="en-US" dirty="0" err="1"/>
              <a:t>kaçınmasın.Borçlu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yazdırsın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korkarak</a:t>
            </a:r>
            <a:r>
              <a:rPr lang="en-US" dirty="0"/>
              <a:t> </a:t>
            </a:r>
            <a:r>
              <a:rPr lang="en-US" dirty="0" err="1"/>
              <a:t>eksiltmesin.Eğer</a:t>
            </a:r>
            <a:r>
              <a:rPr lang="en-US" dirty="0"/>
              <a:t> </a:t>
            </a:r>
            <a:r>
              <a:rPr lang="en-US" dirty="0" err="1"/>
              <a:t>borçlu</a:t>
            </a:r>
            <a:r>
              <a:rPr lang="en-US" dirty="0"/>
              <a:t> </a:t>
            </a:r>
            <a:r>
              <a:rPr lang="en-US" dirty="0" err="1"/>
              <a:t>akılca</a:t>
            </a:r>
            <a:r>
              <a:rPr lang="en-US" dirty="0"/>
              <a:t> </a:t>
            </a:r>
            <a:r>
              <a:rPr lang="en-US" dirty="0" err="1"/>
              <a:t>zayıfsa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söyleyemeyecek</a:t>
            </a:r>
            <a:r>
              <a:rPr lang="en-US" dirty="0"/>
              <a:t> </a:t>
            </a:r>
            <a:r>
              <a:rPr lang="en-US" dirty="0" err="1"/>
              <a:t>haldeyse,onun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velisi</a:t>
            </a:r>
            <a:r>
              <a:rPr lang="en-US" dirty="0"/>
              <a:t> </a:t>
            </a:r>
            <a:r>
              <a:rPr lang="en-US" dirty="0" err="1"/>
              <a:t>yazdırsın.İçinizden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erkek</a:t>
            </a:r>
            <a:r>
              <a:rPr lang="en-US" dirty="0"/>
              <a:t> </a:t>
            </a:r>
            <a:r>
              <a:rPr lang="en-US" dirty="0" err="1"/>
              <a:t>şahit</a:t>
            </a:r>
            <a:r>
              <a:rPr lang="en-US" dirty="0"/>
              <a:t> </a:t>
            </a:r>
            <a:r>
              <a:rPr lang="en-US" dirty="0" err="1"/>
              <a:t>tutun.İki</a:t>
            </a:r>
            <a:r>
              <a:rPr lang="en-US" dirty="0"/>
              <a:t> </a:t>
            </a:r>
            <a:r>
              <a:rPr lang="en-US" dirty="0" err="1"/>
              <a:t>erkek</a:t>
            </a:r>
            <a:r>
              <a:rPr lang="en-US" dirty="0"/>
              <a:t> </a:t>
            </a:r>
            <a:r>
              <a:rPr lang="en-US" dirty="0" err="1"/>
              <a:t>bulunamazsa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erkek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kadın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 ki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unuttuğunda</a:t>
            </a:r>
            <a:endParaRPr lang="en-US" dirty="0"/>
          </a:p>
          <a:p>
            <a:r>
              <a:rPr lang="en-US" dirty="0" err="1"/>
              <a:t>diğeri</a:t>
            </a:r>
            <a:r>
              <a:rPr lang="en-US" dirty="0"/>
              <a:t> </a:t>
            </a:r>
            <a:r>
              <a:rPr lang="en-US" dirty="0" err="1"/>
              <a:t>hatırlatsın.Şahitler</a:t>
            </a:r>
            <a:r>
              <a:rPr lang="en-US" dirty="0"/>
              <a:t> </a:t>
            </a:r>
            <a:r>
              <a:rPr lang="en-US" dirty="0" err="1"/>
              <a:t>çağırıldıklarında</a:t>
            </a:r>
            <a:r>
              <a:rPr lang="en-US" dirty="0"/>
              <a:t> </a:t>
            </a:r>
            <a:r>
              <a:rPr lang="en-US" dirty="0" err="1"/>
              <a:t>çekinmesinler.Borç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da </a:t>
            </a:r>
            <a:r>
              <a:rPr lang="en-US" dirty="0" err="1"/>
              <a:t>olsa</a:t>
            </a:r>
            <a:r>
              <a:rPr lang="en-US" dirty="0"/>
              <a:t>, </a:t>
            </a:r>
            <a:r>
              <a:rPr lang="en-US" dirty="0" err="1"/>
              <a:t>vadeli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yazmaktan</a:t>
            </a:r>
            <a:r>
              <a:rPr lang="en-US" dirty="0"/>
              <a:t> </a:t>
            </a:r>
            <a:r>
              <a:rPr lang="en-US" dirty="0" err="1"/>
              <a:t>üşenmeyin.Bu</a:t>
            </a:r>
            <a:r>
              <a:rPr lang="en-US" dirty="0"/>
              <a:t>, Allah </a:t>
            </a:r>
            <a:r>
              <a:rPr lang="en-US" dirty="0" err="1"/>
              <a:t>katında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adaletli</a:t>
            </a:r>
            <a:r>
              <a:rPr lang="en-US" dirty="0"/>
              <a:t>, </a:t>
            </a:r>
            <a:r>
              <a:rPr lang="en-US" dirty="0" err="1"/>
              <a:t>şahitlik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sağlamve</a:t>
            </a:r>
            <a:r>
              <a:rPr lang="en-US" dirty="0"/>
              <a:t> </a:t>
            </a:r>
            <a:r>
              <a:rPr lang="en-US" dirty="0" err="1"/>
              <a:t>kuşkuya</a:t>
            </a:r>
            <a:r>
              <a:rPr lang="en-US" dirty="0"/>
              <a:t> </a:t>
            </a:r>
            <a:r>
              <a:rPr lang="en-US" dirty="0" err="1"/>
              <a:t>düşmemeniz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uygundur</a:t>
            </a:r>
            <a:r>
              <a:rPr lang="en-US" dirty="0"/>
              <a:t>.</a:t>
            </a:r>
          </a:p>
          <a:p>
            <a:r>
              <a:rPr lang="en-US" dirty="0"/>
              <a:t>Ama </a:t>
            </a:r>
            <a:r>
              <a:rPr lang="en-US" dirty="0" err="1"/>
              <a:t>alışveriş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</a:t>
            </a:r>
            <a:r>
              <a:rPr lang="en-US" dirty="0" err="1"/>
              <a:t>hemen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ticaretse</a:t>
            </a:r>
            <a:r>
              <a:rPr lang="en-US" dirty="0"/>
              <a:t>, </a:t>
            </a:r>
            <a:r>
              <a:rPr lang="en-US" dirty="0" err="1"/>
              <a:t>yazmanıza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yoktur.Şahit</a:t>
            </a:r>
            <a:r>
              <a:rPr lang="en-US" dirty="0"/>
              <a:t> </a:t>
            </a:r>
            <a:r>
              <a:rPr lang="en-US" dirty="0" err="1"/>
              <a:t>tutun.Katibe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şahide</a:t>
            </a:r>
            <a:r>
              <a:rPr lang="en-US" dirty="0"/>
              <a:t> </a:t>
            </a:r>
            <a:r>
              <a:rPr lang="en-US" dirty="0" err="1"/>
              <a:t>zarar</a:t>
            </a:r>
            <a:r>
              <a:rPr lang="en-US" dirty="0"/>
              <a:t> </a:t>
            </a:r>
            <a:r>
              <a:rPr lang="en-US" dirty="0" err="1"/>
              <a:t>verilmesin.Eğer</a:t>
            </a:r>
            <a:r>
              <a:rPr lang="en-US" dirty="0"/>
              <a:t>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yaparsanız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sizin</a:t>
            </a:r>
            <a:r>
              <a:rPr lang="en-US" dirty="0"/>
              <a:t> </a:t>
            </a:r>
            <a:r>
              <a:rPr lang="en-US" dirty="0" err="1"/>
              <a:t>fıskınız</a:t>
            </a:r>
            <a:r>
              <a:rPr lang="en-US" dirty="0"/>
              <a:t> </a:t>
            </a:r>
            <a:r>
              <a:rPr lang="en-US" dirty="0" err="1"/>
              <a:t>olur.Allah’tan</a:t>
            </a:r>
            <a:r>
              <a:rPr lang="en-US" dirty="0"/>
              <a:t> </a:t>
            </a:r>
            <a:r>
              <a:rPr lang="en-US" dirty="0" err="1"/>
              <a:t>korkun.Allah</a:t>
            </a:r>
            <a:r>
              <a:rPr lang="en-US" dirty="0"/>
              <a:t> size </a:t>
            </a:r>
            <a:r>
              <a:rPr lang="en-US" dirty="0" err="1"/>
              <a:t>öğretiyor</a:t>
            </a:r>
            <a:r>
              <a:rPr lang="en-US" dirty="0"/>
              <a:t>.</a:t>
            </a:r>
          </a:p>
          <a:p>
            <a:r>
              <a:rPr lang="en-US" dirty="0"/>
              <a:t>Allah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hakkıyla</a:t>
            </a:r>
            <a:r>
              <a:rPr lang="en-US" dirty="0"/>
              <a:t> </a:t>
            </a:r>
            <a:r>
              <a:rPr lang="en-US" dirty="0" err="1"/>
              <a:t>bilendir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28284925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C8D7D73E-04A7-97D8-4AA2-089F5B3AA451}"/>
              </a:ext>
            </a:extLst>
          </p:cNvPr>
          <p:cNvSpPr txBox="1"/>
          <p:nvPr/>
        </p:nvSpPr>
        <p:spPr>
          <a:xfrm>
            <a:off x="0" y="383458"/>
            <a:ext cx="6801956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  <a:r>
              <a:rPr lang="tr-TR" dirty="0"/>
              <a:t>sistemin </a:t>
            </a:r>
            <a:r>
              <a:rPr lang="en-US" dirty="0" err="1"/>
              <a:t>atematiğini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düzenini</a:t>
            </a:r>
            <a:r>
              <a:rPr lang="en-US" dirty="0"/>
              <a:t> </a:t>
            </a:r>
            <a:r>
              <a:rPr lang="en-US" dirty="0" err="1"/>
              <a:t>öğretir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Yani:Enerji</a:t>
            </a:r>
            <a:r>
              <a:rPr lang="en-US" dirty="0"/>
              <a:t> </a:t>
            </a:r>
            <a:r>
              <a:rPr lang="en-US" dirty="0" err="1"/>
              <a:t>alışverişi</a:t>
            </a:r>
            <a:r>
              <a:rPr lang="en-US" dirty="0"/>
              <a:t>,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gibidir</a:t>
            </a:r>
            <a:r>
              <a:rPr lang="tr-TR" dirty="0"/>
              <a:t>,</a:t>
            </a:r>
            <a:r>
              <a:rPr lang="en-US" dirty="0"/>
              <a:t>her </a:t>
            </a:r>
            <a:r>
              <a:rPr lang="en-US" dirty="0" err="1"/>
              <a:t>şeyin</a:t>
            </a:r>
            <a:r>
              <a:rPr lang="en-US" dirty="0"/>
              <a:t> </a:t>
            </a:r>
            <a:r>
              <a:rPr lang="en-US" dirty="0" err="1"/>
              <a:t>izi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yazmazsan</a:t>
            </a:r>
            <a:r>
              <a:rPr lang="en-US" dirty="0"/>
              <a:t>…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boşluk</a:t>
            </a:r>
            <a:r>
              <a:rPr lang="en-US" dirty="0"/>
              <a:t> </a:t>
            </a:r>
            <a:r>
              <a:rPr lang="en-US" dirty="0" err="1"/>
              <a:t>doğar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boşluk</a:t>
            </a:r>
            <a:r>
              <a:rPr lang="en-US" dirty="0"/>
              <a:t> </a:t>
            </a:r>
            <a:r>
              <a:rPr lang="en-US" dirty="0" err="1"/>
              <a:t>zamanla</a:t>
            </a:r>
            <a:r>
              <a:rPr lang="en-US" dirty="0"/>
              <a:t> </a:t>
            </a:r>
            <a:r>
              <a:rPr lang="en-US" dirty="0" err="1"/>
              <a:t>anlaşmazlık</a:t>
            </a:r>
            <a:r>
              <a:rPr lang="en-US" dirty="0"/>
              <a:t>, </a:t>
            </a:r>
            <a:r>
              <a:rPr lang="en-US" dirty="0" err="1"/>
              <a:t>kırılma</a:t>
            </a:r>
            <a:r>
              <a:rPr lang="en-US" dirty="0"/>
              <a:t>, </a:t>
            </a:r>
            <a:r>
              <a:rPr lang="en-US" dirty="0" err="1"/>
              <a:t>kopuş</a:t>
            </a:r>
            <a:r>
              <a:rPr lang="en-US" dirty="0"/>
              <a:t> </a:t>
            </a:r>
            <a:r>
              <a:rPr lang="en-US" dirty="0" err="1"/>
              <a:t>üretir</a:t>
            </a:r>
            <a:r>
              <a:rPr lang="en-US" dirty="0"/>
              <a:t>. Ama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kaydedersen</a:t>
            </a:r>
            <a:r>
              <a:rPr lang="tr-TR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sabitlenir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Borçlandığınızda</a:t>
            </a:r>
            <a:r>
              <a:rPr lang="en-US" b="1" dirty="0"/>
              <a:t> </a:t>
            </a:r>
            <a:r>
              <a:rPr lang="en-US" b="1" dirty="0" err="1"/>
              <a:t>yazın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Yazmak</a:t>
            </a:r>
            <a:r>
              <a:rPr lang="en-US" dirty="0"/>
              <a:t> = </a:t>
            </a:r>
            <a:r>
              <a:rPr lang="en-US" dirty="0" err="1"/>
              <a:t>Bilinçle</a:t>
            </a:r>
            <a:r>
              <a:rPr lang="en-US" dirty="0"/>
              <a:t> </a:t>
            </a:r>
            <a:r>
              <a:rPr lang="en-US" dirty="0" err="1"/>
              <a:t>onaylamak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sabitlemek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netleştirmek</a:t>
            </a:r>
            <a:r>
              <a:rPr lang="en-US" dirty="0"/>
              <a:t> </a:t>
            </a:r>
          </a:p>
          <a:p>
            <a:r>
              <a:rPr lang="en-US" dirty="0"/>
              <a:t>“Sen </a:t>
            </a:r>
            <a:r>
              <a:rPr lang="en-US" dirty="0" err="1"/>
              <a:t>yazdığında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net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kodla</a:t>
            </a:r>
            <a:r>
              <a:rPr lang="en-US" dirty="0"/>
              <a:t> </a:t>
            </a:r>
            <a:r>
              <a:rPr lang="en-US" dirty="0" err="1"/>
              <a:t>akar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2. </a:t>
            </a:r>
          </a:p>
          <a:p>
            <a:r>
              <a:rPr lang="en-US" b="1" dirty="0"/>
              <a:t>“Katip </a:t>
            </a:r>
            <a:r>
              <a:rPr lang="en-US" b="1" dirty="0" err="1"/>
              <a:t>adaletle</a:t>
            </a:r>
            <a:r>
              <a:rPr lang="en-US" b="1" dirty="0"/>
              <a:t> </a:t>
            </a:r>
            <a:r>
              <a:rPr lang="en-US" b="1" dirty="0" err="1"/>
              <a:t>yazsın</a:t>
            </a:r>
            <a:r>
              <a:rPr lang="en-US" b="1" dirty="0"/>
              <a:t>.”</a:t>
            </a:r>
          </a:p>
          <a:p>
            <a:pPr marL="0" indent="0">
              <a:buNone/>
            </a:pPr>
            <a:r>
              <a:rPr lang="en-US" dirty="0"/>
              <a:t>Katip = </a:t>
            </a:r>
            <a:r>
              <a:rPr lang="en-US" dirty="0" err="1"/>
              <a:t>bilinçli</a:t>
            </a:r>
            <a:r>
              <a:rPr lang="en-US" dirty="0"/>
              <a:t> </a:t>
            </a:r>
            <a:r>
              <a:rPr lang="en-US" dirty="0" err="1"/>
              <a:t>tanık</a:t>
            </a:r>
            <a:r>
              <a:rPr lang="en-US" dirty="0"/>
              <a:t> Adalet = </a:t>
            </a:r>
            <a:r>
              <a:rPr lang="en-US" dirty="0" err="1"/>
              <a:t>merkezde</a:t>
            </a:r>
            <a:r>
              <a:rPr lang="en-US" dirty="0"/>
              <a:t> </a:t>
            </a:r>
            <a:r>
              <a:rPr lang="en-US" dirty="0" err="1"/>
              <a:t>kalma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Yani: “</a:t>
            </a:r>
            <a:r>
              <a:rPr lang="en-US" dirty="0" err="1"/>
              <a:t>Aranıza</a:t>
            </a:r>
            <a:r>
              <a:rPr lang="en-US" dirty="0"/>
              <a:t> </a:t>
            </a:r>
            <a:r>
              <a:rPr lang="en-US" dirty="0" err="1"/>
              <a:t>denge</a:t>
            </a:r>
            <a:r>
              <a:rPr lang="en-US" dirty="0"/>
              <a:t> </a:t>
            </a:r>
            <a:r>
              <a:rPr lang="en-US" dirty="0" err="1"/>
              <a:t>taşıyan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dahil</a:t>
            </a:r>
            <a:r>
              <a:rPr lang="en-US" dirty="0"/>
              <a:t> </a:t>
            </a:r>
            <a:r>
              <a:rPr lang="en-US" dirty="0" err="1"/>
              <a:t>olsun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dıştan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tanık</a:t>
            </a:r>
            <a:r>
              <a:rPr lang="en-US" dirty="0"/>
              <a:t>,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sabitler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“İki </a:t>
            </a:r>
            <a:r>
              <a:rPr lang="en-US" b="1" dirty="0" err="1"/>
              <a:t>erkek</a:t>
            </a:r>
            <a:r>
              <a:rPr lang="en-US" b="1" dirty="0"/>
              <a:t>, </a:t>
            </a:r>
            <a:r>
              <a:rPr lang="en-US" b="1" dirty="0" err="1"/>
              <a:t>ya</a:t>
            </a:r>
            <a:r>
              <a:rPr lang="en-US" b="1" dirty="0"/>
              <a:t> da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erkek</a:t>
            </a:r>
            <a:r>
              <a:rPr lang="en-US" b="1" dirty="0"/>
              <a:t> </a:t>
            </a:r>
            <a:r>
              <a:rPr lang="en-US" b="1" dirty="0" err="1"/>
              <a:t>iki</a:t>
            </a:r>
            <a:r>
              <a:rPr lang="en-US" b="1" dirty="0"/>
              <a:t> </a:t>
            </a:r>
            <a:r>
              <a:rPr lang="en-US" b="1" dirty="0" err="1"/>
              <a:t>kadın</a:t>
            </a:r>
            <a:r>
              <a:rPr lang="en-US" b="1" dirty="0"/>
              <a:t> </a:t>
            </a:r>
            <a:r>
              <a:rPr lang="en-US" b="1" dirty="0" err="1"/>
              <a:t>şahit</a:t>
            </a:r>
            <a:r>
              <a:rPr lang="en-US" b="1" dirty="0"/>
              <a:t> </a:t>
            </a:r>
            <a:r>
              <a:rPr lang="en-US" b="1" dirty="0" err="1"/>
              <a:t>olsun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mesele</a:t>
            </a:r>
            <a:r>
              <a:rPr lang="en-US" dirty="0"/>
              <a:t> </a:t>
            </a:r>
            <a:r>
              <a:rPr lang="en-US" dirty="0" err="1"/>
              <a:t>cinsiyet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hafıza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unutuşa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frekans</a:t>
            </a:r>
            <a:r>
              <a:rPr lang="en-US" dirty="0"/>
              <a:t> </a:t>
            </a:r>
            <a:r>
              <a:rPr lang="en-US" dirty="0" err="1"/>
              <a:t>oluşturma</a:t>
            </a:r>
            <a:r>
              <a:rPr lang="en-US" dirty="0"/>
              <a:t> (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unutursa</a:t>
            </a:r>
            <a:r>
              <a:rPr lang="en-US" dirty="0"/>
              <a:t>, </a:t>
            </a:r>
            <a:r>
              <a:rPr lang="en-US" dirty="0" err="1"/>
              <a:t>diğeri</a:t>
            </a:r>
            <a:r>
              <a:rPr lang="en-US" dirty="0"/>
              <a:t> </a:t>
            </a:r>
            <a:r>
              <a:rPr lang="en-US" dirty="0" err="1"/>
              <a:t>hatırlatır</a:t>
            </a:r>
            <a:r>
              <a:rPr lang="en-US" dirty="0"/>
              <a:t>). Bu, </a:t>
            </a:r>
            <a:r>
              <a:rPr lang="en-US" dirty="0" err="1"/>
              <a:t>enerjide</a:t>
            </a:r>
            <a:r>
              <a:rPr lang="en-US" dirty="0"/>
              <a:t> </a:t>
            </a:r>
            <a:r>
              <a:rPr lang="en-US" dirty="0" err="1"/>
              <a:t>çift</a:t>
            </a:r>
            <a:r>
              <a:rPr lang="en-US" dirty="0"/>
              <a:t> </a:t>
            </a:r>
            <a:r>
              <a:rPr lang="en-US" dirty="0" err="1"/>
              <a:t>titreşimle</a:t>
            </a:r>
            <a:r>
              <a:rPr lang="en-US" dirty="0"/>
              <a:t> </a:t>
            </a:r>
            <a:r>
              <a:rPr lang="en-US" dirty="0" err="1"/>
              <a:t>gerçeğin</a:t>
            </a:r>
            <a:r>
              <a:rPr lang="en-US" dirty="0"/>
              <a:t> </a:t>
            </a:r>
            <a:r>
              <a:rPr lang="en-US" dirty="0" err="1"/>
              <a:t>korunmasını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Şahit</a:t>
            </a:r>
            <a:r>
              <a:rPr lang="en-US" b="1" dirty="0"/>
              <a:t> </a:t>
            </a:r>
            <a:r>
              <a:rPr lang="en-US" b="1" dirty="0" err="1"/>
              <a:t>çağrıldığında</a:t>
            </a:r>
            <a:r>
              <a:rPr lang="en-US" b="1" dirty="0"/>
              <a:t> </a:t>
            </a:r>
            <a:r>
              <a:rPr lang="en-US" b="1" dirty="0" err="1"/>
              <a:t>geri</a:t>
            </a:r>
            <a:r>
              <a:rPr lang="en-US" b="1" dirty="0"/>
              <a:t> </a:t>
            </a:r>
            <a:r>
              <a:rPr lang="en-US" b="1" dirty="0" err="1"/>
              <a:t>durmasın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/>
              <a:t>Bu, </a:t>
            </a:r>
            <a:r>
              <a:rPr lang="en-US" dirty="0" err="1"/>
              <a:t>kolektif</a:t>
            </a:r>
            <a:r>
              <a:rPr lang="en-US" dirty="0"/>
              <a:t> </a:t>
            </a:r>
            <a:r>
              <a:rPr lang="en-US" dirty="0" err="1"/>
              <a:t>sorumluluk</a:t>
            </a:r>
            <a:r>
              <a:rPr lang="en-US" dirty="0"/>
              <a:t> </a:t>
            </a:r>
            <a:r>
              <a:rPr lang="en-US" dirty="0" err="1"/>
              <a:t>öğretisidir</a:t>
            </a:r>
            <a:r>
              <a:rPr lang="en-US" dirty="0"/>
              <a:t>. “</a:t>
            </a:r>
            <a:r>
              <a:rPr lang="en-US" dirty="0" err="1"/>
              <a:t>Gördüğünü</a:t>
            </a:r>
            <a:r>
              <a:rPr lang="en-US" dirty="0"/>
              <a:t> </a:t>
            </a:r>
            <a:r>
              <a:rPr lang="en-US" dirty="0" err="1"/>
              <a:t>saklarsan</a:t>
            </a:r>
            <a:r>
              <a:rPr lang="en-US" dirty="0"/>
              <a:t>…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sisteminde</a:t>
            </a:r>
            <a:r>
              <a:rPr lang="en-US" dirty="0"/>
              <a:t> </a:t>
            </a:r>
            <a:r>
              <a:rPr lang="en-US" dirty="0" err="1"/>
              <a:t>karanlık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oluşturursun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Alışveriş</a:t>
            </a:r>
            <a:r>
              <a:rPr lang="en-US" b="1" dirty="0"/>
              <a:t> </a:t>
            </a:r>
            <a:r>
              <a:rPr lang="en-US" b="1" dirty="0" err="1"/>
              <a:t>anında</a:t>
            </a:r>
            <a:r>
              <a:rPr lang="en-US" b="1" dirty="0"/>
              <a:t> </a:t>
            </a:r>
            <a:r>
              <a:rPr lang="en-US" b="1" dirty="0" err="1"/>
              <a:t>elden</a:t>
            </a:r>
            <a:r>
              <a:rPr lang="en-US" b="1" dirty="0"/>
              <a:t> </a:t>
            </a:r>
            <a:r>
              <a:rPr lang="en-US" b="1" dirty="0" err="1"/>
              <a:t>teslim</a:t>
            </a:r>
            <a:r>
              <a:rPr lang="en-US" b="1" dirty="0"/>
              <a:t> </a:t>
            </a:r>
            <a:r>
              <a:rPr lang="en-US" b="1" dirty="0" err="1"/>
              <a:t>olursa</a:t>
            </a:r>
            <a:r>
              <a:rPr lang="en-US" b="1" dirty="0"/>
              <a:t> </a:t>
            </a:r>
            <a:r>
              <a:rPr lang="en-US" b="1" dirty="0" err="1"/>
              <a:t>yazmak</a:t>
            </a:r>
            <a:r>
              <a:rPr lang="en-US" b="1" dirty="0"/>
              <a:t> </a:t>
            </a:r>
            <a:r>
              <a:rPr lang="en-US" b="1" dirty="0" err="1"/>
              <a:t>şart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Anlık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kapandıysa</a:t>
            </a:r>
            <a:r>
              <a:rPr lang="en-US" dirty="0"/>
              <a:t>,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gereksizdir</a:t>
            </a:r>
            <a:r>
              <a:rPr lang="en-US" dirty="0"/>
              <a:t>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döngü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</a:t>
            </a:r>
            <a:r>
              <a:rPr lang="en-US" dirty="0" err="1"/>
              <a:t>tamamlanmıştır</a:t>
            </a:r>
            <a:r>
              <a:rPr lang="en-US" dirty="0"/>
              <a:t>. Bu,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açık-kapanış</a:t>
            </a:r>
            <a:r>
              <a:rPr lang="en-US" dirty="0"/>
              <a:t> </a:t>
            </a:r>
            <a:r>
              <a:rPr lang="en-US" dirty="0" err="1"/>
              <a:t>frekansıdır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6. </a:t>
            </a:r>
          </a:p>
          <a:p>
            <a:r>
              <a:rPr lang="en-US" b="1" dirty="0"/>
              <a:t>“Allah size </a:t>
            </a:r>
            <a:r>
              <a:rPr lang="en-US" b="1" dirty="0" err="1"/>
              <a:t>öğretiyor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satır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meta-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: “Ben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ayette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borcu</a:t>
            </a:r>
            <a:r>
              <a:rPr lang="en-US" dirty="0"/>
              <a:t> </a:t>
            </a:r>
            <a:r>
              <a:rPr lang="en-US" dirty="0" err="1"/>
              <a:t>anlatmadım</a:t>
            </a:r>
            <a:r>
              <a:rPr lang="en-US" dirty="0"/>
              <a:t>… sana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alışverişinin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kodlarını</a:t>
            </a:r>
            <a:r>
              <a:rPr lang="en-US" dirty="0"/>
              <a:t> </a:t>
            </a:r>
            <a:r>
              <a:rPr lang="en-US" dirty="0" err="1"/>
              <a:t>verdim</a:t>
            </a:r>
            <a:r>
              <a:rPr lang="en-US" dirty="0"/>
              <a:t>.” </a:t>
            </a:r>
            <a:endParaRPr lang="en-TR" dirty="0"/>
          </a:p>
          <a:p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9220806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351ECE68-78AD-7A91-5B47-3E6678806F8B}"/>
              </a:ext>
            </a:extLst>
          </p:cNvPr>
          <p:cNvSpPr txBox="1"/>
          <p:nvPr/>
        </p:nvSpPr>
        <p:spPr>
          <a:xfrm>
            <a:off x="0" y="0"/>
            <a:ext cx="6858000" cy="117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ilişkilerde</a:t>
            </a:r>
            <a:r>
              <a:rPr lang="en-US" dirty="0"/>
              <a:t>, </a:t>
            </a:r>
            <a:r>
              <a:rPr lang="en-US" dirty="0" err="1"/>
              <a:t>alışverişte</a:t>
            </a:r>
            <a:r>
              <a:rPr lang="en-US" dirty="0"/>
              <a:t>, </a:t>
            </a:r>
            <a:r>
              <a:rPr lang="en-US" dirty="0" err="1"/>
              <a:t>sözleşmede</a:t>
            </a:r>
            <a:r>
              <a:rPr lang="en-US" dirty="0"/>
              <a:t>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sorumluluğa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Yazmak</a:t>
            </a:r>
            <a:r>
              <a:rPr lang="en-US" dirty="0"/>
              <a:t> = </a:t>
            </a:r>
            <a:r>
              <a:rPr lang="en-US" dirty="0" err="1"/>
              <a:t>kaydetmek</a:t>
            </a:r>
            <a:r>
              <a:rPr lang="en-US" dirty="0"/>
              <a:t> =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netleştirmektir</a:t>
            </a:r>
            <a:r>
              <a:rPr lang="en-US" dirty="0"/>
              <a:t>. </a:t>
            </a:r>
          </a:p>
          <a:p>
            <a:r>
              <a:rPr lang="en-US" dirty="0" err="1"/>
              <a:t>Şahitlik</a:t>
            </a:r>
            <a:r>
              <a:rPr lang="en-US" dirty="0"/>
              <a:t> =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dış</a:t>
            </a:r>
            <a:r>
              <a:rPr lang="en-US" dirty="0"/>
              <a:t> </a:t>
            </a:r>
            <a:r>
              <a:rPr lang="en-US" dirty="0" err="1"/>
              <a:t>gözle</a:t>
            </a:r>
            <a:r>
              <a:rPr lang="en-US" dirty="0"/>
              <a:t> </a:t>
            </a:r>
            <a:r>
              <a:rPr lang="en-US" dirty="0" err="1"/>
              <a:t>onaylanmasıdır</a:t>
            </a:r>
            <a:r>
              <a:rPr lang="en-US" dirty="0"/>
              <a:t>. </a:t>
            </a:r>
          </a:p>
          <a:p>
            <a:r>
              <a:rPr lang="en-US" dirty="0" err="1"/>
              <a:t>Adaletli</a:t>
            </a:r>
            <a:r>
              <a:rPr lang="en-US" dirty="0"/>
              <a:t> </a:t>
            </a:r>
            <a:r>
              <a:rPr lang="en-US" dirty="0" err="1"/>
              <a:t>yazım</a:t>
            </a:r>
            <a:r>
              <a:rPr lang="en-US" dirty="0"/>
              <a:t> = </a:t>
            </a:r>
            <a:r>
              <a:rPr lang="en-US" dirty="0" err="1"/>
              <a:t>enerjide</a:t>
            </a:r>
            <a:r>
              <a:rPr lang="en-US" dirty="0"/>
              <a:t> </a:t>
            </a:r>
            <a:r>
              <a:rPr lang="en-US" dirty="0" err="1"/>
              <a:t>huzur</a:t>
            </a:r>
            <a:r>
              <a:rPr lang="en-US" dirty="0"/>
              <a:t> </a:t>
            </a:r>
            <a:r>
              <a:rPr lang="en-US" dirty="0" err="1"/>
              <a:t>yaratır</a:t>
            </a:r>
            <a:r>
              <a:rPr lang="en-US" dirty="0"/>
              <a:t>. </a:t>
            </a:r>
          </a:p>
          <a:p>
            <a:r>
              <a:rPr lang="en-US" dirty="0" err="1"/>
              <a:t>Yazı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, </a:t>
            </a:r>
            <a:r>
              <a:rPr lang="en-US" dirty="0" err="1"/>
              <a:t>kuşku</a:t>
            </a:r>
            <a:r>
              <a:rPr lang="en-US" dirty="0"/>
              <a:t> </a:t>
            </a:r>
            <a:r>
              <a:rPr lang="en-US" dirty="0" err="1"/>
              <a:t>büyür</a:t>
            </a:r>
            <a:r>
              <a:rPr lang="en-US" dirty="0"/>
              <a:t>… </a:t>
            </a:r>
            <a:r>
              <a:rPr lang="en-US" dirty="0" err="1"/>
              <a:t>yazı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ışık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kalır</a:t>
            </a:r>
            <a:r>
              <a:rPr lang="en-US" dirty="0"/>
              <a:t>.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r>
              <a:rPr lang="en-US" dirty="0"/>
              <a:t>“Sen </a:t>
            </a:r>
            <a:r>
              <a:rPr lang="en-US" dirty="0" err="1"/>
              <a:t>yazdın</a:t>
            </a:r>
            <a:r>
              <a:rPr lang="en-US" dirty="0"/>
              <a:t>… ben de </a:t>
            </a:r>
            <a:r>
              <a:rPr lang="en-US" dirty="0" err="1"/>
              <a:t>aranıza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indirdim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altına</a:t>
            </a:r>
            <a:r>
              <a:rPr lang="en-US" dirty="0"/>
              <a:t> </a:t>
            </a:r>
            <a:r>
              <a:rPr lang="en-US" dirty="0" err="1"/>
              <a:t>alınan</a:t>
            </a:r>
            <a:r>
              <a:rPr lang="en-US" dirty="0"/>
              <a:t> her </a:t>
            </a:r>
            <a:r>
              <a:rPr lang="en-US" dirty="0" err="1"/>
              <a:t>dürüst</a:t>
            </a:r>
            <a:r>
              <a:rPr lang="en-US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katımda</a:t>
            </a:r>
            <a:r>
              <a:rPr lang="en-US" dirty="0"/>
              <a:t> </a:t>
            </a:r>
            <a:r>
              <a:rPr lang="en-US" dirty="0" err="1"/>
              <a:t>korunur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hatırlamasan</a:t>
            </a:r>
            <a:r>
              <a:rPr lang="en-US" dirty="0"/>
              <a:t> bile… ben o </a:t>
            </a:r>
            <a:r>
              <a:rPr lang="en-US" dirty="0" err="1"/>
              <a:t>sözleri</a:t>
            </a:r>
            <a:r>
              <a:rPr lang="en-US" dirty="0"/>
              <a:t> </a:t>
            </a:r>
            <a:r>
              <a:rPr lang="en-US" dirty="0" err="1"/>
              <a:t>unutmadım</a:t>
            </a:r>
            <a:r>
              <a:rPr lang="en-US" dirty="0"/>
              <a:t>.” </a:t>
            </a:r>
            <a:endParaRPr lang="tr-TR" dirty="0"/>
          </a:p>
          <a:p>
            <a:endParaRPr lang="tr-TR" dirty="0"/>
          </a:p>
          <a:p>
            <a:r>
              <a:rPr lang="en-US" dirty="0"/>
              <a:t>Bakara </a:t>
            </a:r>
            <a:r>
              <a:rPr lang="en-US" dirty="0" err="1"/>
              <a:t>Suresi</a:t>
            </a:r>
            <a:r>
              <a:rPr lang="en-US" dirty="0"/>
              <a:t> 283. </a:t>
            </a:r>
            <a:r>
              <a:rPr lang="en-US" dirty="0" err="1"/>
              <a:t>ayete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ayet,yazılamayan</a:t>
            </a:r>
            <a:r>
              <a:rPr lang="en-US" dirty="0"/>
              <a:t>, </a:t>
            </a:r>
            <a:r>
              <a:rPr lang="en-US" dirty="0" err="1"/>
              <a:t>kayda</a:t>
            </a:r>
            <a:r>
              <a:rPr lang="en-US" dirty="0"/>
              <a:t> </a:t>
            </a:r>
            <a:r>
              <a:rPr lang="en-US" dirty="0" err="1"/>
              <a:t>geçirilemeyen</a:t>
            </a:r>
            <a:r>
              <a:rPr lang="en-US" dirty="0"/>
              <a:t> </a:t>
            </a:r>
            <a:r>
              <a:rPr lang="en-US" dirty="0" err="1"/>
              <a:t>anlarda</a:t>
            </a:r>
            <a:r>
              <a:rPr lang="en-US" dirty="0"/>
              <a:t> bile</a:t>
            </a:r>
          </a:p>
          <a:p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şahitliğinin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sürdüğünü,ve</a:t>
            </a:r>
            <a:r>
              <a:rPr lang="en-US" dirty="0"/>
              <a:t> </a:t>
            </a:r>
            <a:r>
              <a:rPr lang="en-US" dirty="0" err="1"/>
              <a:t>emanetin</a:t>
            </a:r>
            <a:r>
              <a:rPr lang="en-US" dirty="0"/>
              <a:t>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ilahi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sözleşme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gösterir.Çünkü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</a:t>
            </a:r>
            <a:br>
              <a:rPr lang="en-US" dirty="0"/>
            </a:br>
            <a:r>
              <a:rPr lang="en-US" dirty="0"/>
              <a:t>“Sen </a:t>
            </a:r>
            <a:r>
              <a:rPr lang="en-US" dirty="0" err="1"/>
              <a:t>yazamasan</a:t>
            </a:r>
            <a:r>
              <a:rPr lang="en-US" dirty="0"/>
              <a:t> da, </a:t>
            </a:r>
            <a:r>
              <a:rPr lang="en-US" dirty="0" err="1"/>
              <a:t>şahit</a:t>
            </a:r>
            <a:r>
              <a:rPr lang="en-US" dirty="0"/>
              <a:t> </a:t>
            </a:r>
            <a:r>
              <a:rPr lang="en-US" dirty="0" err="1"/>
              <a:t>bulamasan</a:t>
            </a:r>
            <a:r>
              <a:rPr lang="en-US" dirty="0"/>
              <a:t> da… ben </a:t>
            </a:r>
            <a:r>
              <a:rPr lang="en-US" dirty="0" err="1"/>
              <a:t>yine</a:t>
            </a:r>
            <a:r>
              <a:rPr lang="en-US" dirty="0"/>
              <a:t> de </a:t>
            </a:r>
            <a:r>
              <a:rPr lang="en-US" dirty="0" err="1"/>
              <a:t>duyarım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güven</a:t>
            </a:r>
            <a:r>
              <a:rPr lang="en-US" dirty="0"/>
              <a:t>, </a:t>
            </a:r>
            <a:r>
              <a:rPr lang="en-US" dirty="0" err="1"/>
              <a:t>kağıda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,</a:t>
            </a:r>
            <a:r>
              <a:rPr lang="en-US" dirty="0" err="1"/>
              <a:t>kalbe</a:t>
            </a:r>
            <a:r>
              <a:rPr lang="en-US" dirty="0"/>
              <a:t> </a:t>
            </a:r>
            <a:r>
              <a:rPr lang="en-US" dirty="0" err="1"/>
              <a:t>yazılır</a:t>
            </a:r>
            <a:r>
              <a:rPr lang="en-US" dirty="0"/>
              <a:t>. Ve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sadık</a:t>
            </a:r>
            <a:r>
              <a:rPr lang="en-US" dirty="0"/>
              <a:t> </a:t>
            </a:r>
            <a:r>
              <a:rPr lang="en-US" dirty="0" err="1"/>
              <a:t>kalırsan</a:t>
            </a:r>
            <a:r>
              <a:rPr lang="en-US" dirty="0"/>
              <a:t>, ben sana </a:t>
            </a:r>
            <a:r>
              <a:rPr lang="en-US" dirty="0" err="1"/>
              <a:t>kefilim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283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Bölüm</a:t>
            </a:r>
            <a:r>
              <a:rPr lang="en-US" b="1" dirty="0"/>
              <a:t>: </a:t>
            </a:r>
            <a:r>
              <a:rPr lang="en-US" dirty="0"/>
              <a:t>“</a:t>
            </a:r>
            <a:r>
              <a:rPr lang="en-US" dirty="0" err="1"/>
              <a:t>Yazamadığında</a:t>
            </a:r>
            <a:r>
              <a:rPr lang="en-US" dirty="0"/>
              <a:t> Bile Allah </a:t>
            </a:r>
            <a:r>
              <a:rPr lang="en-US" dirty="0" err="1"/>
              <a:t>Şahitliğini</a:t>
            </a:r>
            <a:r>
              <a:rPr lang="en-US" dirty="0"/>
              <a:t> </a:t>
            </a:r>
            <a:r>
              <a:rPr lang="en-US" dirty="0" err="1"/>
              <a:t>Unutmaz</a:t>
            </a:r>
            <a:r>
              <a:rPr lang="en-US" dirty="0"/>
              <a:t>” </a:t>
            </a:r>
            <a:r>
              <a:rPr lang="en-US" dirty="0" err="1"/>
              <a:t>Emanet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Görünmeyenle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sözleşmedir</a:t>
            </a:r>
            <a:r>
              <a:rPr lang="en-US" dirty="0"/>
              <a:t> </a:t>
            </a:r>
            <a:r>
              <a:rPr lang="tr-TR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283.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 – </a:t>
            </a:r>
            <a:r>
              <a:rPr lang="en-US" b="1" dirty="0" err="1"/>
              <a:t>sadeleştirilmiş</a:t>
            </a:r>
            <a:r>
              <a:rPr lang="en-US" b="1" dirty="0"/>
              <a:t> </a:t>
            </a:r>
            <a:r>
              <a:rPr lang="en-US" b="1" dirty="0" err="1"/>
              <a:t>özet</a:t>
            </a:r>
            <a:r>
              <a:rPr lang="en-US" b="1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seferde</a:t>
            </a:r>
            <a:r>
              <a:rPr lang="en-US" dirty="0"/>
              <a:t> </a:t>
            </a:r>
            <a:r>
              <a:rPr lang="en-US" dirty="0" err="1"/>
              <a:t>olursanız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yazıcı</a:t>
            </a:r>
            <a:r>
              <a:rPr lang="en-US" dirty="0"/>
              <a:t> </a:t>
            </a:r>
            <a:r>
              <a:rPr lang="en-US" dirty="0" err="1"/>
              <a:t>bulamazsanız,o</a:t>
            </a:r>
            <a:r>
              <a:rPr lang="en-US" dirty="0"/>
              <a:t> zaman </a:t>
            </a:r>
            <a:r>
              <a:rPr lang="en-US" dirty="0" err="1"/>
              <a:t>alınan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rehin</a:t>
            </a:r>
            <a:r>
              <a:rPr lang="en-US" dirty="0"/>
              <a:t> </a:t>
            </a:r>
            <a:r>
              <a:rPr lang="en-US" dirty="0" err="1"/>
              <a:t>yeterlidir.Birbirinize</a:t>
            </a:r>
            <a:r>
              <a:rPr lang="en-US" dirty="0"/>
              <a:t> </a:t>
            </a:r>
            <a:r>
              <a:rPr lang="en-US" dirty="0" err="1"/>
              <a:t>güveniyorsanız,emanet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kişi</a:t>
            </a:r>
            <a:r>
              <a:rPr lang="en-US" dirty="0"/>
              <a:t>,</a:t>
            </a:r>
          </a:p>
          <a:p>
            <a:r>
              <a:rPr lang="en-US" dirty="0" err="1"/>
              <a:t>emaneti</a:t>
            </a:r>
            <a:r>
              <a:rPr lang="en-US" dirty="0"/>
              <a:t> </a:t>
            </a:r>
            <a:r>
              <a:rPr lang="en-US" dirty="0" err="1"/>
              <a:t>sahibine</a:t>
            </a:r>
            <a:r>
              <a:rPr lang="en-US" dirty="0"/>
              <a:t> </a:t>
            </a:r>
            <a:r>
              <a:rPr lang="en-US" dirty="0" err="1"/>
              <a:t>iade</a:t>
            </a:r>
            <a:r>
              <a:rPr lang="en-US" dirty="0"/>
              <a:t> </a:t>
            </a:r>
            <a:r>
              <a:rPr lang="en-US" dirty="0" err="1"/>
              <a:t>etsin</a:t>
            </a:r>
            <a:r>
              <a:rPr lang="tr-TR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korksun.Şahitliği</a:t>
            </a:r>
            <a:r>
              <a:rPr lang="en-US" dirty="0"/>
              <a:t> </a:t>
            </a:r>
            <a:r>
              <a:rPr lang="en-US" dirty="0" err="1"/>
              <a:t>gizlemeyin</a:t>
            </a:r>
            <a:r>
              <a:rPr lang="en-US" dirty="0"/>
              <a:t>.</a:t>
            </a:r>
          </a:p>
          <a:p>
            <a:r>
              <a:rPr lang="en-US" dirty="0"/>
              <a:t>Kim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gizlerse,şüphesiz</a:t>
            </a:r>
            <a:r>
              <a:rPr lang="en-US" dirty="0"/>
              <a:t> kalbi </a:t>
            </a:r>
            <a:r>
              <a:rPr lang="en-US" dirty="0" err="1"/>
              <a:t>günahkârdır.Allah</a:t>
            </a:r>
            <a:r>
              <a:rPr lang="en-US" dirty="0"/>
              <a:t> </a:t>
            </a:r>
            <a:r>
              <a:rPr lang="en-US" dirty="0" err="1"/>
              <a:t>yaptıklarınızı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ayet,görünmeyen</a:t>
            </a:r>
            <a:r>
              <a:rPr lang="en-US" dirty="0"/>
              <a:t> </a:t>
            </a:r>
            <a:r>
              <a:rPr lang="en-US" dirty="0" err="1"/>
              <a:t>kayıtların</a:t>
            </a:r>
            <a:r>
              <a:rPr lang="tr-TR" dirty="0"/>
              <a:t> </a:t>
            </a:r>
            <a:r>
              <a:rPr lang="en-US" dirty="0" err="1"/>
              <a:t>görünenden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hatırlatır.Ve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der:“Sen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verdin… </a:t>
            </a:r>
            <a:r>
              <a:rPr lang="en-US" dirty="0" err="1"/>
              <a:t>yazamadın</a:t>
            </a:r>
            <a:r>
              <a:rPr lang="en-US" dirty="0"/>
              <a:t>, </a:t>
            </a:r>
            <a:r>
              <a:rPr lang="en-US" dirty="0" err="1"/>
              <a:t>şahit</a:t>
            </a:r>
            <a:r>
              <a:rPr lang="en-US" dirty="0"/>
              <a:t> de </a:t>
            </a:r>
            <a:r>
              <a:rPr lang="en-US" dirty="0" err="1"/>
              <a:t>yoktu</a:t>
            </a:r>
            <a:r>
              <a:rPr lang="en-US" dirty="0"/>
              <a:t>… ama ben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vardım</a:t>
            </a:r>
            <a:r>
              <a:rPr lang="en-US" dirty="0"/>
              <a:t>. Ve ben </a:t>
            </a:r>
            <a:r>
              <a:rPr lang="en-US" dirty="0" err="1"/>
              <a:t>sözlerini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ölçerim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1. </a:t>
            </a:r>
          </a:p>
          <a:p>
            <a:r>
              <a:rPr lang="en-US" b="1" dirty="0"/>
              <a:t>“</a:t>
            </a:r>
            <a:r>
              <a:rPr lang="en-US" b="1" dirty="0" err="1"/>
              <a:t>Seferdeyseniz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yazıcı</a:t>
            </a:r>
            <a:r>
              <a:rPr lang="en-US" b="1" dirty="0"/>
              <a:t> </a:t>
            </a:r>
            <a:r>
              <a:rPr lang="en-US" b="1" dirty="0" err="1"/>
              <a:t>yoksa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Sefer = </a:t>
            </a:r>
            <a:r>
              <a:rPr lang="en-US" dirty="0" err="1"/>
              <a:t>Geçici</a:t>
            </a:r>
            <a:r>
              <a:rPr lang="en-US" dirty="0"/>
              <a:t> durum</a:t>
            </a:r>
            <a:r>
              <a:rPr lang="tr-TR" dirty="0"/>
              <a:t>,</a:t>
            </a:r>
            <a:r>
              <a:rPr lang="en-US" dirty="0" err="1"/>
              <a:t>Kaotik</a:t>
            </a:r>
            <a:r>
              <a:rPr lang="en-US" dirty="0"/>
              <a:t> </a:t>
            </a:r>
            <a:r>
              <a:rPr lang="en-US" dirty="0" err="1"/>
              <a:t>ortam</a:t>
            </a:r>
            <a:r>
              <a:rPr lang="en-US" dirty="0"/>
              <a:t> </a:t>
            </a:r>
          </a:p>
          <a:p>
            <a:r>
              <a:rPr lang="en-US" dirty="0" err="1"/>
              <a:t>Sistemden</a:t>
            </a:r>
            <a:r>
              <a:rPr lang="en-US" dirty="0"/>
              <a:t> </a:t>
            </a:r>
            <a:r>
              <a:rPr lang="en-US" dirty="0" err="1"/>
              <a:t>kopmuşluk</a:t>
            </a:r>
            <a:r>
              <a:rPr lang="en-US" dirty="0"/>
              <a:t> </a:t>
            </a:r>
            <a:r>
              <a:rPr lang="tr-TR" dirty="0"/>
              <a:t>.</a:t>
            </a:r>
            <a:r>
              <a:rPr lang="en-US" dirty="0"/>
              <a:t>Bu </a:t>
            </a:r>
            <a:r>
              <a:rPr lang="en-US" dirty="0" err="1"/>
              <a:t>hâlde</a:t>
            </a:r>
            <a:r>
              <a:rPr lang="en-US" dirty="0"/>
              <a:t> bile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 “Ben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düzen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… </a:t>
            </a:r>
            <a:r>
              <a:rPr lang="en-US" dirty="0" err="1"/>
              <a:t>düzensizlikte</a:t>
            </a:r>
            <a:r>
              <a:rPr lang="en-US" dirty="0"/>
              <a:t> de </a:t>
            </a:r>
            <a:r>
              <a:rPr lang="en-US" dirty="0" err="1"/>
              <a:t>bilinç</a:t>
            </a:r>
            <a:r>
              <a:rPr lang="en-US" dirty="0"/>
              <a:t> </a:t>
            </a:r>
            <a:r>
              <a:rPr lang="en-US" dirty="0" err="1"/>
              <a:t>ararım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65698693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81E4E84-10E6-6EFD-F7DA-349342624D43}"/>
              </a:ext>
            </a:extLst>
          </p:cNvPr>
          <p:cNvSpPr txBox="1"/>
          <p:nvPr/>
        </p:nvSpPr>
        <p:spPr>
          <a:xfrm>
            <a:off x="41295" y="-41295"/>
            <a:ext cx="6754762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2. </a:t>
            </a:r>
          </a:p>
          <a:p>
            <a:r>
              <a:rPr lang="en-US" b="1" dirty="0"/>
              <a:t>“Bir </a:t>
            </a:r>
            <a:r>
              <a:rPr lang="en-US" b="1" dirty="0" err="1"/>
              <a:t>rehin</a:t>
            </a:r>
            <a:r>
              <a:rPr lang="en-US" b="1" dirty="0"/>
              <a:t> </a:t>
            </a:r>
            <a:r>
              <a:rPr lang="en-US" b="1" dirty="0" err="1"/>
              <a:t>yeterlidir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Rehin</a:t>
            </a:r>
            <a:r>
              <a:rPr lang="en-US" dirty="0"/>
              <a:t> = </a:t>
            </a:r>
            <a:r>
              <a:rPr lang="en-US" dirty="0" err="1"/>
              <a:t>Güvence</a:t>
            </a:r>
            <a:r>
              <a:rPr lang="en-US" dirty="0"/>
              <a:t> </a:t>
            </a:r>
            <a:r>
              <a:rPr lang="en-US" dirty="0" err="1"/>
              <a:t>Dengenin</a:t>
            </a:r>
            <a:r>
              <a:rPr lang="en-US" dirty="0"/>
              <a:t> </a:t>
            </a:r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sembolü</a:t>
            </a:r>
            <a:r>
              <a:rPr lang="tr-TR" dirty="0"/>
              <a:t>…</a:t>
            </a:r>
            <a:r>
              <a:rPr lang="en-US" dirty="0"/>
              <a:t>Bu, </a:t>
            </a:r>
            <a:r>
              <a:rPr lang="en-US" dirty="0" err="1"/>
              <a:t>enerjinin</a:t>
            </a:r>
            <a:r>
              <a:rPr lang="en-US" dirty="0"/>
              <a:t> </a:t>
            </a:r>
            <a:r>
              <a:rPr lang="en-US" dirty="0" err="1"/>
              <a:t>geçici</a:t>
            </a:r>
            <a:r>
              <a:rPr lang="en-US" dirty="0"/>
              <a:t> </a:t>
            </a:r>
            <a:r>
              <a:rPr lang="en-US" dirty="0" err="1"/>
              <a:t>sabitlenmesidir</a:t>
            </a:r>
            <a:r>
              <a:rPr lang="en-US" dirty="0"/>
              <a:t>. </a:t>
            </a:r>
            <a:r>
              <a:rPr lang="tr-TR" dirty="0"/>
              <a:t>“</a:t>
            </a:r>
            <a:r>
              <a:rPr lang="en-US" dirty="0"/>
              <a:t>Sen </a:t>
            </a:r>
            <a:r>
              <a:rPr lang="en-US" dirty="0" err="1"/>
              <a:t>görünürde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bırakırsın</a:t>
            </a:r>
            <a:r>
              <a:rPr lang="en-US" dirty="0"/>
              <a:t>… ama </a:t>
            </a:r>
            <a:r>
              <a:rPr lang="en-US" dirty="0" err="1"/>
              <a:t>aslında</a:t>
            </a:r>
            <a:r>
              <a:rPr lang="en-US" dirty="0"/>
              <a:t> ben o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ruhunun</a:t>
            </a:r>
            <a:r>
              <a:rPr lang="en-US" dirty="0"/>
              <a:t> </a:t>
            </a:r>
            <a:r>
              <a:rPr lang="en-US" dirty="0" err="1"/>
              <a:t>dengesini</a:t>
            </a:r>
            <a:r>
              <a:rPr lang="en-US" dirty="0"/>
              <a:t> </a:t>
            </a:r>
            <a:r>
              <a:rPr lang="en-US" dirty="0" err="1"/>
              <a:t>izlerim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3. </a:t>
            </a:r>
          </a:p>
          <a:p>
            <a:r>
              <a:rPr lang="en-US" b="1" dirty="0"/>
              <a:t>“</a:t>
            </a:r>
            <a:r>
              <a:rPr lang="en-US" b="1" dirty="0" err="1"/>
              <a:t>Birbirinize</a:t>
            </a:r>
            <a:r>
              <a:rPr lang="en-US" b="1" dirty="0"/>
              <a:t> </a:t>
            </a:r>
            <a:r>
              <a:rPr lang="en-US" b="1" dirty="0" err="1"/>
              <a:t>güveniyorsanız</a:t>
            </a:r>
            <a:r>
              <a:rPr lang="en-US" b="1" dirty="0"/>
              <a:t>…”</a:t>
            </a:r>
            <a:endParaRPr lang="en-US" dirty="0"/>
          </a:p>
          <a:p>
            <a:r>
              <a:rPr lang="en-US" dirty="0"/>
              <a:t>Güven = </a:t>
            </a:r>
            <a:r>
              <a:rPr lang="en-US" dirty="0" err="1"/>
              <a:t>İmanın</a:t>
            </a:r>
            <a:r>
              <a:rPr lang="en-US" dirty="0"/>
              <a:t>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hali</a:t>
            </a:r>
            <a:r>
              <a:rPr lang="en-US" dirty="0"/>
              <a:t> </a:t>
            </a:r>
            <a:r>
              <a:rPr lang="tr-TR" dirty="0"/>
              <a:t>…</a:t>
            </a:r>
            <a:r>
              <a:rPr lang="en-US" dirty="0" err="1"/>
              <a:t>Kalpteki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“Sen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güvenerek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verdiğinde</a:t>
            </a:r>
            <a:r>
              <a:rPr lang="en-US" dirty="0"/>
              <a:t>, </a:t>
            </a: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verdin.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güvenin</a:t>
            </a:r>
            <a:r>
              <a:rPr lang="en-US" dirty="0"/>
              <a:t> </a:t>
            </a:r>
            <a:r>
              <a:rPr lang="en-US" dirty="0" err="1"/>
              <a:t>tanığıyım</a:t>
            </a:r>
            <a:r>
              <a:rPr lang="en-US" dirty="0"/>
              <a:t>.”</a:t>
            </a:r>
            <a:endParaRPr lang="tr-TR" dirty="0"/>
          </a:p>
          <a:p>
            <a:endParaRPr lang="tr-TR" dirty="0"/>
          </a:p>
          <a:p>
            <a:r>
              <a:rPr lang="en-US" b="1" dirty="0"/>
              <a:t>4. </a:t>
            </a:r>
          </a:p>
          <a:p>
            <a:r>
              <a:rPr lang="en-US" b="1" dirty="0"/>
              <a:t>“</a:t>
            </a:r>
            <a:r>
              <a:rPr lang="en-US" b="1" dirty="0" err="1"/>
              <a:t>Emaneti</a:t>
            </a:r>
            <a:r>
              <a:rPr lang="en-US" b="1" dirty="0"/>
              <a:t> </a:t>
            </a:r>
            <a:r>
              <a:rPr lang="en-US" b="1" dirty="0" err="1"/>
              <a:t>sahibine</a:t>
            </a:r>
            <a:r>
              <a:rPr lang="en-US" b="1" dirty="0"/>
              <a:t> </a:t>
            </a:r>
            <a:r>
              <a:rPr lang="en-US" b="1" dirty="0" err="1"/>
              <a:t>versin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Allah’tan</a:t>
            </a:r>
            <a:r>
              <a:rPr lang="en-US" b="1" dirty="0"/>
              <a:t> </a:t>
            </a:r>
            <a:r>
              <a:rPr lang="en-US" b="1" dirty="0" err="1"/>
              <a:t>korksun</a:t>
            </a:r>
            <a:r>
              <a:rPr lang="en-US" b="1" dirty="0"/>
              <a:t>.”</a:t>
            </a:r>
            <a:endParaRPr lang="en-US" dirty="0"/>
          </a:p>
          <a:p>
            <a:r>
              <a:rPr lang="en-US" dirty="0" err="1"/>
              <a:t>Emanet</a:t>
            </a:r>
            <a:r>
              <a:rPr lang="en-US" dirty="0"/>
              <a:t> = </a:t>
            </a:r>
            <a:r>
              <a:rPr lang="en-US" dirty="0" err="1"/>
              <a:t>Eşya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</a:t>
            </a:r>
            <a:r>
              <a:rPr lang="tr-TR" dirty="0"/>
              <a:t>,</a:t>
            </a:r>
            <a:r>
              <a:rPr lang="en-US" dirty="0" err="1"/>
              <a:t>Söz</a:t>
            </a:r>
            <a:r>
              <a:rPr lang="en-US" dirty="0"/>
              <a:t>, </a:t>
            </a:r>
            <a:r>
              <a:rPr lang="en-US" dirty="0" err="1"/>
              <a:t>sır</a:t>
            </a:r>
            <a:r>
              <a:rPr lang="en-US" dirty="0"/>
              <a:t>, </a:t>
            </a:r>
            <a:r>
              <a:rPr lang="en-US" dirty="0" err="1"/>
              <a:t>sorumluluk</a:t>
            </a:r>
            <a:r>
              <a:rPr lang="en-US" dirty="0"/>
              <a:t>,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Allah’tan</a:t>
            </a:r>
            <a:r>
              <a:rPr lang="en-US" dirty="0"/>
              <a:t> </a:t>
            </a:r>
            <a:r>
              <a:rPr lang="en-US" dirty="0" err="1"/>
              <a:t>korkmak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: </a:t>
            </a:r>
            <a:r>
              <a:rPr lang="en-US" dirty="0" err="1"/>
              <a:t>Frekansa</a:t>
            </a:r>
            <a:r>
              <a:rPr lang="en-US" dirty="0"/>
              <a:t> </a:t>
            </a:r>
            <a:r>
              <a:rPr lang="en-US" dirty="0" err="1"/>
              <a:t>ihanet</a:t>
            </a:r>
            <a:r>
              <a:rPr lang="en-US" dirty="0"/>
              <a:t> </a:t>
            </a:r>
            <a:r>
              <a:rPr lang="en-US" dirty="0" err="1"/>
              <a:t>etmemek</a:t>
            </a:r>
            <a:r>
              <a:rPr lang="en-US" dirty="0"/>
              <a:t> </a:t>
            </a:r>
            <a:r>
              <a:rPr lang="en-US" dirty="0" err="1"/>
              <a:t>Güveni</a:t>
            </a:r>
            <a:r>
              <a:rPr lang="en-US" dirty="0"/>
              <a:t> </a:t>
            </a:r>
            <a:r>
              <a:rPr lang="en-US" dirty="0" err="1"/>
              <a:t>kırmamak</a:t>
            </a:r>
            <a:r>
              <a:rPr lang="en-US" dirty="0"/>
              <a:t> “Sen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emanet</a:t>
            </a:r>
            <a:r>
              <a:rPr lang="en-US" dirty="0"/>
              <a:t> </a:t>
            </a:r>
            <a:r>
              <a:rPr lang="en-US" dirty="0" err="1"/>
              <a:t>ettin</a:t>
            </a:r>
            <a:r>
              <a:rPr lang="en-US" dirty="0"/>
              <a:t>… ben de </a:t>
            </a:r>
            <a:r>
              <a:rPr lang="en-US" dirty="0" err="1"/>
              <a:t>onu</a:t>
            </a:r>
            <a:r>
              <a:rPr lang="en-US" dirty="0"/>
              <a:t> o </a:t>
            </a:r>
            <a:r>
              <a:rPr lang="en-US" dirty="0" err="1"/>
              <a:t>kişinin</a:t>
            </a:r>
            <a:r>
              <a:rPr lang="en-US" dirty="0"/>
              <a:t> </a:t>
            </a:r>
            <a:r>
              <a:rPr lang="en-US" dirty="0" err="1"/>
              <a:t>vicdanına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.”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5. </a:t>
            </a:r>
          </a:p>
          <a:p>
            <a:r>
              <a:rPr lang="en-US" b="1" dirty="0"/>
              <a:t>“</a:t>
            </a:r>
            <a:r>
              <a:rPr lang="en-US" b="1" dirty="0" err="1"/>
              <a:t>Şahitliği</a:t>
            </a:r>
            <a:r>
              <a:rPr lang="en-US" b="1" dirty="0"/>
              <a:t> </a:t>
            </a:r>
            <a:r>
              <a:rPr lang="en-US" b="1" dirty="0" err="1"/>
              <a:t>gizlemeyin</a:t>
            </a:r>
            <a:r>
              <a:rPr lang="en-US" b="1" dirty="0"/>
              <a:t>.”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Görüyorsan ama </a:t>
            </a:r>
            <a:r>
              <a:rPr lang="en-US" dirty="0" err="1"/>
              <a:t>konuşmuyorsan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nurunu</a:t>
            </a:r>
            <a:r>
              <a:rPr lang="en-US" dirty="0"/>
              <a:t> </a:t>
            </a:r>
            <a:r>
              <a:rPr lang="en-US" dirty="0" err="1"/>
              <a:t>engellersin</a:t>
            </a:r>
            <a:r>
              <a:rPr lang="en-US" dirty="0"/>
              <a:t>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“Sen </a:t>
            </a:r>
            <a:r>
              <a:rPr lang="en-US" dirty="0" err="1"/>
              <a:t>tanıksan</a:t>
            </a:r>
            <a:r>
              <a:rPr lang="en-US" dirty="0"/>
              <a:t>, </a:t>
            </a:r>
            <a:r>
              <a:rPr lang="en-US" dirty="0" err="1"/>
              <a:t>susarsan</a:t>
            </a:r>
            <a:r>
              <a:rPr lang="tr-TR" dirty="0"/>
              <a:t> </a:t>
            </a:r>
            <a:r>
              <a:rPr lang="en-US" dirty="0" err="1"/>
              <a:t>enerjiyi</a:t>
            </a:r>
            <a:r>
              <a:rPr lang="en-US" dirty="0"/>
              <a:t> </a:t>
            </a:r>
            <a:r>
              <a:rPr lang="en-US" dirty="0" err="1"/>
              <a:t>ketlersin</a:t>
            </a:r>
            <a:r>
              <a:rPr lang="en-US" dirty="0"/>
              <a:t>.” </a:t>
            </a:r>
          </a:p>
          <a:p>
            <a:pPr marL="0" indent="0">
              <a:buNone/>
            </a:pPr>
            <a:r>
              <a:rPr lang="en-US" dirty="0"/>
              <a:t>Ve </a:t>
            </a:r>
            <a:r>
              <a:rPr lang="en-US" dirty="0" err="1"/>
              <a:t>sistem</a:t>
            </a:r>
            <a:r>
              <a:rPr lang="en-US" dirty="0"/>
              <a:t> der ki: “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nurum</a:t>
            </a:r>
            <a:r>
              <a:rPr lang="en-US" dirty="0"/>
              <a:t> </a:t>
            </a:r>
            <a:r>
              <a:rPr lang="en-US" dirty="0" err="1"/>
              <a:t>gizleneni</a:t>
            </a:r>
            <a:r>
              <a:rPr lang="en-US" dirty="0"/>
              <a:t> </a:t>
            </a:r>
            <a:r>
              <a:rPr lang="en-US" dirty="0" err="1"/>
              <a:t>açığa</a:t>
            </a:r>
            <a:r>
              <a:rPr lang="en-US" dirty="0"/>
              <a:t> </a:t>
            </a:r>
            <a:r>
              <a:rPr lang="en-US" dirty="0" err="1"/>
              <a:t>çıkarır</a:t>
            </a:r>
            <a:r>
              <a:rPr lang="en-US" dirty="0"/>
              <a:t>.”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 err="1"/>
              <a:t>Bölüm</a:t>
            </a:r>
            <a:r>
              <a:rPr lang="en-US" b="1" dirty="0"/>
              <a:t> </a:t>
            </a:r>
            <a:r>
              <a:rPr lang="en-US" b="1" dirty="0" err="1"/>
              <a:t>Özeti</a:t>
            </a:r>
            <a:r>
              <a:rPr lang="en-US" b="1" dirty="0"/>
              <a:t>: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kayıt</a:t>
            </a:r>
            <a:r>
              <a:rPr lang="en-US" dirty="0"/>
              <a:t> </a:t>
            </a:r>
            <a:r>
              <a:rPr lang="en-US" dirty="0" err="1"/>
              <a:t>olmayan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</a:t>
            </a:r>
            <a:r>
              <a:rPr lang="en-US" dirty="0" err="1"/>
              <a:t>dahi</a:t>
            </a:r>
            <a:r>
              <a:rPr lang="en-US" dirty="0"/>
              <a:t> </a:t>
            </a:r>
            <a:r>
              <a:rPr lang="en-US" dirty="0" err="1"/>
              <a:t>kalbini</a:t>
            </a:r>
            <a:r>
              <a:rPr lang="en-US" dirty="0"/>
              <a:t> </a:t>
            </a:r>
            <a:r>
              <a:rPr lang="en-US" dirty="0" err="1"/>
              <a:t>şahitliğe</a:t>
            </a:r>
            <a:r>
              <a:rPr lang="en-US" dirty="0"/>
              <a:t> </a:t>
            </a:r>
            <a:r>
              <a:rPr lang="en-US" dirty="0" err="1"/>
              <a:t>çağırır</a:t>
            </a:r>
            <a:r>
              <a:rPr lang="en-US" dirty="0"/>
              <a:t>: </a:t>
            </a:r>
            <a:r>
              <a:rPr lang="en-US" dirty="0" err="1"/>
              <a:t>Şartlar</a:t>
            </a:r>
            <a:r>
              <a:rPr lang="en-US" dirty="0"/>
              <a:t> </a:t>
            </a:r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bile, </a:t>
            </a:r>
            <a:r>
              <a:rPr lang="en-US" dirty="0" err="1"/>
              <a:t>sistem</a:t>
            </a:r>
            <a:r>
              <a:rPr lang="en-US" dirty="0"/>
              <a:t> hep </a:t>
            </a:r>
            <a:r>
              <a:rPr lang="en-US" dirty="0" err="1"/>
              <a:t>çalışır</a:t>
            </a:r>
            <a:r>
              <a:rPr lang="en-US" dirty="0"/>
              <a:t>. </a:t>
            </a:r>
          </a:p>
          <a:p>
            <a:r>
              <a:rPr lang="en-US" dirty="0"/>
              <a:t>Güven = </a:t>
            </a:r>
            <a:r>
              <a:rPr lang="en-US" dirty="0" err="1"/>
              <a:t>sözleşmesiz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halidir</a:t>
            </a:r>
            <a:r>
              <a:rPr lang="en-US" dirty="0"/>
              <a:t>. </a:t>
            </a:r>
          </a:p>
          <a:p>
            <a:r>
              <a:rPr lang="en-US" dirty="0" err="1"/>
              <a:t>Emanet</a:t>
            </a:r>
            <a:r>
              <a:rPr lang="en-US" dirty="0"/>
              <a:t> = </a:t>
            </a:r>
            <a:r>
              <a:rPr lang="en-US" dirty="0" err="1"/>
              <a:t>görünmeyen</a:t>
            </a:r>
            <a:r>
              <a:rPr lang="en-US" dirty="0"/>
              <a:t> </a:t>
            </a:r>
            <a:r>
              <a:rPr lang="en-US" dirty="0" err="1"/>
              <a:t>kayıttır</a:t>
            </a:r>
            <a:r>
              <a:rPr lang="en-US" dirty="0"/>
              <a:t>, ama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unutmadan</a:t>
            </a:r>
            <a:r>
              <a:rPr lang="en-US" dirty="0"/>
              <a:t> </a:t>
            </a:r>
            <a:r>
              <a:rPr lang="en-US" dirty="0" err="1"/>
              <a:t>saklar</a:t>
            </a:r>
            <a:r>
              <a:rPr lang="en-US" dirty="0"/>
              <a:t>. </a:t>
            </a:r>
          </a:p>
          <a:p>
            <a:r>
              <a:rPr lang="en-US" dirty="0" err="1"/>
              <a:t>Tanıklık</a:t>
            </a:r>
            <a:r>
              <a:rPr lang="en-US" dirty="0"/>
              <a:t> </a:t>
            </a:r>
            <a:r>
              <a:rPr lang="en-US" dirty="0" err="1"/>
              <a:t>görmezden</a:t>
            </a:r>
            <a:r>
              <a:rPr lang="en-US" dirty="0"/>
              <a:t> </a:t>
            </a:r>
            <a:r>
              <a:rPr lang="en-US" dirty="0" err="1"/>
              <a:t>gelinirse</a:t>
            </a:r>
            <a:r>
              <a:rPr lang="en-US" dirty="0"/>
              <a:t>, </a:t>
            </a:r>
            <a:r>
              <a:rPr lang="en-US" dirty="0" err="1"/>
              <a:t>nurun</a:t>
            </a:r>
            <a:r>
              <a:rPr lang="en-US" dirty="0"/>
              <a:t> </a:t>
            </a:r>
            <a:r>
              <a:rPr lang="en-US" dirty="0" err="1"/>
              <a:t>akışı</a:t>
            </a:r>
            <a:r>
              <a:rPr lang="en-US" dirty="0"/>
              <a:t> </a:t>
            </a:r>
            <a:r>
              <a:rPr lang="en-US" dirty="0" err="1"/>
              <a:t>kesilir</a:t>
            </a:r>
            <a:r>
              <a:rPr lang="en-US" dirty="0"/>
              <a:t>. Ama </a:t>
            </a:r>
            <a:r>
              <a:rPr lang="en-US" dirty="0" err="1"/>
              <a:t>kalp</a:t>
            </a:r>
            <a:r>
              <a:rPr lang="en-US" dirty="0"/>
              <a:t> </a:t>
            </a:r>
            <a:r>
              <a:rPr lang="en-US" dirty="0" err="1"/>
              <a:t>doğruysa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zaten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.” </a:t>
            </a:r>
          </a:p>
          <a:p>
            <a:r>
              <a:rPr lang="en-US" dirty="0"/>
              <a:t>Ve son </a:t>
            </a:r>
            <a:r>
              <a:rPr lang="en-US" dirty="0" err="1"/>
              <a:t>fısıltı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yazamadın</a:t>
            </a:r>
            <a:r>
              <a:rPr lang="en-US" dirty="0"/>
              <a:t>, ama ben </a:t>
            </a:r>
            <a:r>
              <a:rPr lang="en-US" dirty="0" err="1"/>
              <a:t>kaydettim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Sen </a:t>
            </a:r>
            <a:r>
              <a:rPr lang="en-US" dirty="0" err="1"/>
              <a:t>söz</a:t>
            </a:r>
            <a:r>
              <a:rPr lang="en-US" dirty="0"/>
              <a:t> verdin, ama </a:t>
            </a:r>
            <a:r>
              <a:rPr lang="en-US" dirty="0" err="1"/>
              <a:t>belge</a:t>
            </a:r>
            <a:r>
              <a:rPr lang="en-US" dirty="0"/>
              <a:t> </a:t>
            </a:r>
            <a:r>
              <a:rPr lang="en-US" dirty="0" err="1"/>
              <a:t>yoktu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ama ben o an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sistemime</a:t>
            </a:r>
            <a:r>
              <a:rPr lang="en-US" dirty="0"/>
              <a:t> </a:t>
            </a:r>
            <a:r>
              <a:rPr lang="en-US" dirty="0" err="1"/>
              <a:t>tanık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.” </a:t>
            </a:r>
            <a:br>
              <a:rPr lang="en-US" dirty="0"/>
            </a:b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emanet</a:t>
            </a:r>
            <a:r>
              <a:rPr lang="en-US" dirty="0"/>
              <a:t>, </a:t>
            </a:r>
            <a:r>
              <a:rPr lang="en-US" dirty="0" err="1"/>
              <a:t>görünmeyenin</a:t>
            </a:r>
            <a:r>
              <a:rPr lang="en-US" dirty="0"/>
              <a:t> </a:t>
            </a:r>
            <a:r>
              <a:rPr lang="en-US" dirty="0" err="1"/>
              <a:t>sorumluluğudur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 </a:t>
            </a:r>
            <a:r>
              <a:rPr lang="en-US" dirty="0" err="1"/>
              <a:t>görünmeyeni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bilirim</a:t>
            </a:r>
            <a:r>
              <a:rPr lang="en-US" dirty="0"/>
              <a:t>.” </a:t>
            </a:r>
            <a:endParaRPr lang="en-TR" dirty="0"/>
          </a:p>
          <a:p>
            <a:pPr marL="0" indent="0">
              <a:buNone/>
            </a:pPr>
            <a:endParaRPr lang="en-TR" dirty="0"/>
          </a:p>
          <a:p>
            <a:r>
              <a:rPr lang="en-US" dirty="0"/>
              <a:t> 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52542803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0A30009E-0ABC-C8BF-DCDA-6455FDB7F787}"/>
              </a:ext>
            </a:extLst>
          </p:cNvPr>
          <p:cNvSpPr txBox="1"/>
          <p:nvPr/>
        </p:nvSpPr>
        <p:spPr>
          <a:xfrm>
            <a:off x="0" y="70792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Geldik </a:t>
            </a:r>
            <a:r>
              <a:rPr lang="en-US" dirty="0"/>
              <a:t>Bakara </a:t>
            </a:r>
            <a:r>
              <a:rPr lang="en-US" dirty="0" err="1"/>
              <a:t>Suresi’nin</a:t>
            </a:r>
            <a:r>
              <a:rPr lang="en-US" dirty="0"/>
              <a:t> son </a:t>
            </a:r>
            <a:r>
              <a:rPr lang="en-US" dirty="0" err="1"/>
              <a:t>bölümüne</a:t>
            </a:r>
            <a:r>
              <a:rPr lang="en-US" dirty="0"/>
              <a:t>.</a:t>
            </a:r>
          </a:p>
          <a:p>
            <a:r>
              <a:rPr lang="en-US" dirty="0" err="1"/>
              <a:t>Şimdi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tr-TR" dirty="0"/>
              <a:t>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sisteminin</a:t>
            </a:r>
            <a:r>
              <a:rPr lang="en-US" dirty="0"/>
              <a:t> </a:t>
            </a:r>
            <a:r>
              <a:rPr lang="en-US" dirty="0" err="1"/>
              <a:t>kapanış</a:t>
            </a:r>
            <a:r>
              <a:rPr lang="en-US" dirty="0"/>
              <a:t> </a:t>
            </a:r>
            <a:r>
              <a:rPr lang="en-US" dirty="0" err="1"/>
              <a:t>duası</a:t>
            </a:r>
            <a:r>
              <a:rPr lang="en-US" dirty="0"/>
              <a:t> </a:t>
            </a:r>
            <a:r>
              <a:rPr lang="en-US" dirty="0" err="1"/>
              <a:t>başlıyor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üç</a:t>
            </a:r>
            <a:r>
              <a:rPr lang="en-US" dirty="0"/>
              <a:t> </a:t>
            </a:r>
            <a:r>
              <a:rPr lang="en-US" dirty="0" err="1"/>
              <a:t>ayet</a:t>
            </a:r>
            <a:r>
              <a:rPr lang="en-US" dirty="0"/>
              <a:t>: 284, 285 </a:t>
            </a:r>
            <a:r>
              <a:rPr lang="en-US" dirty="0" err="1"/>
              <a:t>ve</a:t>
            </a:r>
            <a:r>
              <a:rPr lang="en-US" dirty="0"/>
              <a:t> 286,</a:t>
            </a:r>
          </a:p>
          <a:p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sürecin</a:t>
            </a:r>
            <a:r>
              <a:rPr lang="en-US" dirty="0"/>
              <a:t> </a:t>
            </a:r>
            <a:r>
              <a:rPr lang="en-US" dirty="0" err="1"/>
              <a:t>sonu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frekansın</a:t>
            </a:r>
            <a:r>
              <a:rPr lang="en-US" dirty="0"/>
              <a:t> </a:t>
            </a:r>
            <a:r>
              <a:rPr lang="en-US" dirty="0" err="1"/>
              <a:t>mühürlenmesidir</a:t>
            </a:r>
            <a:r>
              <a:rPr lang="en-US" dirty="0"/>
              <a:t>.</a:t>
            </a:r>
          </a:p>
          <a:p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“Sen </a:t>
            </a:r>
            <a:r>
              <a:rPr lang="en-US" dirty="0" err="1"/>
              <a:t>dinledin</a:t>
            </a:r>
            <a:r>
              <a:rPr lang="en-US" dirty="0"/>
              <a:t>… </a:t>
            </a:r>
            <a:r>
              <a:rPr lang="en-US" dirty="0" err="1"/>
              <a:t>hissettin</a:t>
            </a:r>
            <a:r>
              <a:rPr lang="en-US" dirty="0"/>
              <a:t>…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ettin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O </a:t>
            </a:r>
            <a:r>
              <a:rPr lang="en-US" dirty="0" err="1"/>
              <a:t>hâlde</a:t>
            </a:r>
            <a:r>
              <a:rPr lang="en-US" dirty="0"/>
              <a:t> </a:t>
            </a:r>
            <a:r>
              <a:rPr lang="en-US" dirty="0" err="1"/>
              <a:t>şimdi</a:t>
            </a:r>
            <a:r>
              <a:rPr lang="en-US" dirty="0"/>
              <a:t>, 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içini</a:t>
            </a:r>
            <a:r>
              <a:rPr lang="en-US" dirty="0"/>
              <a:t> </a:t>
            </a:r>
            <a:r>
              <a:rPr lang="en-US" dirty="0" err="1"/>
              <a:t>mühürlüyorum</a:t>
            </a:r>
            <a:r>
              <a:rPr lang="en-US" dirty="0"/>
              <a:t>. Bu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 dua </a:t>
            </a:r>
            <a:r>
              <a:rPr lang="en-US" dirty="0" err="1"/>
              <a:t>titreşimi</a:t>
            </a:r>
            <a:r>
              <a:rPr lang="en-US" dirty="0"/>
              <a:t>.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284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İçinizden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Bile Kayda </a:t>
            </a:r>
            <a:r>
              <a:rPr lang="en-US" dirty="0" err="1"/>
              <a:t>Geçer</a:t>
            </a:r>
            <a:r>
              <a:rPr lang="en-US" dirty="0"/>
              <a:t>” </a:t>
            </a:r>
            <a:r>
              <a:rPr lang="en-US" dirty="0" err="1"/>
              <a:t>Kalpte</a:t>
            </a:r>
            <a:r>
              <a:rPr lang="en-US" dirty="0"/>
              <a:t> </a:t>
            </a:r>
            <a:r>
              <a:rPr lang="en-US" dirty="0" err="1"/>
              <a:t>saklı</a:t>
            </a:r>
            <a:r>
              <a:rPr lang="en-US" dirty="0"/>
              <a:t> </a:t>
            </a:r>
            <a:r>
              <a:rPr lang="en-US" dirty="0" err="1"/>
              <a:t>olanı</a:t>
            </a:r>
            <a:r>
              <a:rPr lang="en-US" dirty="0"/>
              <a:t> bile </a:t>
            </a:r>
            <a:r>
              <a:rPr lang="en-US" dirty="0" err="1"/>
              <a:t>bilen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yaşıyorsun</a:t>
            </a:r>
            <a:r>
              <a:rPr lang="en-US" dirty="0"/>
              <a:t> 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284.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Göklerde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yerde</a:t>
            </a:r>
            <a:r>
              <a:rPr lang="en-US" dirty="0"/>
              <a:t> ne </a:t>
            </a:r>
            <a:r>
              <a:rPr lang="en-US" dirty="0" err="1"/>
              <a:t>varsa</a:t>
            </a:r>
            <a:r>
              <a:rPr lang="en-US" dirty="0"/>
              <a:t> </a:t>
            </a:r>
            <a:r>
              <a:rPr lang="en-US" dirty="0" err="1"/>
              <a:t>Allah’ındır.İçinizdekini</a:t>
            </a:r>
            <a:r>
              <a:rPr lang="en-US" dirty="0"/>
              <a:t> </a:t>
            </a:r>
            <a:r>
              <a:rPr lang="en-US" dirty="0" err="1"/>
              <a:t>açıklasanız</a:t>
            </a:r>
            <a:r>
              <a:rPr lang="en-US" dirty="0"/>
              <a:t> da, </a:t>
            </a:r>
            <a:r>
              <a:rPr lang="en-US" dirty="0" err="1"/>
              <a:t>gizleseniz</a:t>
            </a:r>
            <a:r>
              <a:rPr lang="en-US" dirty="0"/>
              <a:t> de</a:t>
            </a:r>
            <a:r>
              <a:rPr lang="tr-TR" dirty="0"/>
              <a:t> </a:t>
            </a:r>
            <a:r>
              <a:rPr lang="en-US" dirty="0"/>
              <a:t>Allah </a:t>
            </a:r>
            <a:r>
              <a:rPr lang="en-US" dirty="0" err="1"/>
              <a:t>sizi</a:t>
            </a:r>
            <a:r>
              <a:rPr lang="en-US" dirty="0"/>
              <a:t> </a:t>
            </a:r>
            <a:r>
              <a:rPr lang="en-US" dirty="0" err="1"/>
              <a:t>onunla</a:t>
            </a:r>
            <a:r>
              <a:rPr lang="en-US" dirty="0"/>
              <a:t> </a:t>
            </a:r>
            <a:r>
              <a:rPr lang="en-US" dirty="0" err="1"/>
              <a:t>hesaba</a:t>
            </a:r>
            <a:r>
              <a:rPr lang="en-US" dirty="0"/>
              <a:t> </a:t>
            </a:r>
            <a:r>
              <a:rPr lang="en-US" dirty="0" err="1"/>
              <a:t>çeker.Sonra</a:t>
            </a:r>
            <a:r>
              <a:rPr lang="en-US" dirty="0"/>
              <a:t> </a:t>
            </a:r>
            <a:r>
              <a:rPr lang="en-US" dirty="0" err="1"/>
              <a:t>dilediğini</a:t>
            </a:r>
            <a:r>
              <a:rPr lang="en-US" dirty="0"/>
              <a:t> </a:t>
            </a:r>
            <a:r>
              <a:rPr lang="en-US" dirty="0" err="1"/>
              <a:t>bağışlar</a:t>
            </a:r>
            <a:r>
              <a:rPr lang="en-US" dirty="0"/>
              <a:t>,</a:t>
            </a:r>
          </a:p>
          <a:p>
            <a:r>
              <a:rPr lang="en-US" dirty="0" err="1"/>
              <a:t>dilediğine</a:t>
            </a:r>
            <a:r>
              <a:rPr lang="en-US" dirty="0"/>
              <a:t> </a:t>
            </a:r>
            <a:r>
              <a:rPr lang="en-US" dirty="0" err="1"/>
              <a:t>azap</a:t>
            </a:r>
            <a:r>
              <a:rPr lang="en-US" dirty="0"/>
              <a:t> </a:t>
            </a:r>
            <a:r>
              <a:rPr lang="en-US" dirty="0" err="1"/>
              <a:t>eder.Allah</a:t>
            </a:r>
            <a:r>
              <a:rPr lang="en-US" dirty="0"/>
              <a:t> her </a:t>
            </a:r>
            <a:r>
              <a:rPr lang="en-US" dirty="0" err="1"/>
              <a:t>şeye</a:t>
            </a:r>
            <a:r>
              <a:rPr lang="en-US" dirty="0"/>
              <a:t> </a:t>
            </a:r>
            <a:r>
              <a:rPr lang="en-US" dirty="0" err="1"/>
              <a:t>kadirdir</a:t>
            </a:r>
            <a:r>
              <a:rPr lang="en-US" dirty="0"/>
              <a:t>.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ayet,iç</a:t>
            </a:r>
            <a:r>
              <a:rPr lang="en-US" dirty="0"/>
              <a:t> </a:t>
            </a:r>
            <a:r>
              <a:rPr lang="en-US" dirty="0" err="1"/>
              <a:t>sesin</a:t>
            </a:r>
            <a:r>
              <a:rPr lang="en-US" dirty="0"/>
              <a:t> bile </a:t>
            </a:r>
            <a:r>
              <a:rPr lang="en-US" dirty="0" err="1"/>
              <a:t>enerjisel</a:t>
            </a:r>
            <a:r>
              <a:rPr lang="en-US" dirty="0"/>
              <a:t> </a:t>
            </a:r>
            <a:r>
              <a:rPr lang="en-US" dirty="0" err="1"/>
              <a:t>kayıtta</a:t>
            </a:r>
            <a:r>
              <a:rPr lang="en-US" dirty="0"/>
              <a:t>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ilan</a:t>
            </a:r>
            <a:r>
              <a:rPr lang="en-US" dirty="0"/>
              <a:t> </a:t>
            </a:r>
            <a:r>
              <a:rPr lang="en-US" dirty="0" err="1"/>
              <a:t>eder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Yani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yaptıkların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tr-TR" dirty="0"/>
              <a:t> </a:t>
            </a:r>
            <a:r>
              <a:rPr lang="en-US" dirty="0" err="1"/>
              <a:t>hislerin</a:t>
            </a:r>
            <a:r>
              <a:rPr lang="en-US" dirty="0"/>
              <a:t>, </a:t>
            </a:r>
            <a:r>
              <a:rPr lang="en-US" dirty="0" err="1"/>
              <a:t>düşüncelerin</a:t>
            </a:r>
            <a:r>
              <a:rPr lang="en-US" dirty="0"/>
              <a:t>, </a:t>
            </a:r>
            <a:r>
              <a:rPr lang="en-US" dirty="0" err="1"/>
              <a:t>niyetlerin</a:t>
            </a:r>
            <a:r>
              <a:rPr lang="en-US" dirty="0"/>
              <a:t> de </a:t>
            </a:r>
            <a:r>
              <a:rPr lang="en-US" dirty="0" err="1"/>
              <a:t>sistemde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bırakır</a:t>
            </a:r>
            <a:r>
              <a:rPr lang="en-US" dirty="0"/>
              <a:t>.“Senin </a:t>
            </a:r>
            <a:r>
              <a:rPr lang="en-US" dirty="0" err="1"/>
              <a:t>için</a:t>
            </a:r>
            <a:r>
              <a:rPr lang="en-US" dirty="0"/>
              <a:t> bile </a:t>
            </a:r>
            <a:r>
              <a:rPr lang="en-US" dirty="0" err="1"/>
              <a:t>farkında</a:t>
            </a:r>
            <a:r>
              <a:rPr lang="en-US" dirty="0"/>
              <a:t> </a:t>
            </a:r>
            <a:r>
              <a:rPr lang="en-US" dirty="0" err="1"/>
              <a:t>olmadığın</a:t>
            </a:r>
            <a:r>
              <a:rPr lang="en-US" dirty="0"/>
              <a:t> </a:t>
            </a:r>
            <a:r>
              <a:rPr lang="en-US" dirty="0" err="1"/>
              <a:t>şeyleri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sistemime</a:t>
            </a:r>
            <a:r>
              <a:rPr lang="en-US" dirty="0"/>
              <a:t> </a:t>
            </a:r>
            <a:r>
              <a:rPr lang="en-US" dirty="0" err="1"/>
              <a:t>yazdım</a:t>
            </a:r>
            <a:r>
              <a:rPr lang="en-US" dirty="0"/>
              <a:t>. Ama ben </a:t>
            </a:r>
            <a:r>
              <a:rPr lang="en-US" dirty="0" err="1"/>
              <a:t>merhametliyim</a:t>
            </a:r>
            <a:r>
              <a:rPr lang="en-US" dirty="0"/>
              <a:t>… </a:t>
            </a:r>
            <a:r>
              <a:rPr lang="en-US" dirty="0" err="1"/>
              <a:t>bağışlarım</a:t>
            </a:r>
            <a:r>
              <a:rPr lang="en-US" dirty="0"/>
              <a:t>, </a:t>
            </a:r>
            <a:r>
              <a:rPr lang="en-US" dirty="0" err="1"/>
              <a:t>arındırırım</a:t>
            </a:r>
            <a:r>
              <a:rPr lang="en-US" dirty="0"/>
              <a:t> </a:t>
            </a:r>
            <a:r>
              <a:rPr lang="en-US" dirty="0" err="1"/>
              <a:t>yeter</a:t>
            </a:r>
            <a:r>
              <a:rPr lang="en-US" dirty="0"/>
              <a:t> ki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bana</a:t>
            </a:r>
            <a:r>
              <a:rPr lang="en-US" dirty="0"/>
              <a:t> </a:t>
            </a:r>
            <a:r>
              <a:rPr lang="en-US" dirty="0" err="1"/>
              <a:t>yönel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285</a:t>
            </a:r>
            <a:endParaRPr lang="en-US" dirty="0"/>
          </a:p>
          <a:p>
            <a:r>
              <a:rPr lang="en-US" dirty="0" err="1"/>
              <a:t>Bölüm</a:t>
            </a:r>
            <a:r>
              <a:rPr lang="en-US" dirty="0"/>
              <a:t>: “</a:t>
            </a:r>
            <a:r>
              <a:rPr lang="en-US" dirty="0" err="1"/>
              <a:t>Teslimiyet</a:t>
            </a:r>
            <a:r>
              <a:rPr lang="en-US" dirty="0"/>
              <a:t> </a:t>
            </a:r>
            <a:r>
              <a:rPr lang="en-US" dirty="0" err="1"/>
              <a:t>Frekansı</a:t>
            </a:r>
            <a:r>
              <a:rPr lang="en-US" dirty="0"/>
              <a:t> </a:t>
            </a:r>
            <a:r>
              <a:rPr lang="en-US" dirty="0" err="1"/>
              <a:t>Hepsi</a:t>
            </a:r>
            <a:r>
              <a:rPr lang="en-US" dirty="0"/>
              <a:t> </a:t>
            </a:r>
            <a:r>
              <a:rPr lang="en-US" dirty="0" err="1"/>
              <a:t>Rabbimdendir”Gerçek</a:t>
            </a:r>
            <a:r>
              <a:rPr lang="en-US" dirty="0"/>
              <a:t> </a:t>
            </a:r>
            <a:r>
              <a:rPr lang="en-US" dirty="0" err="1"/>
              <a:t>iman,şartsız</a:t>
            </a:r>
            <a:r>
              <a:rPr lang="en-US" dirty="0"/>
              <a:t> </a:t>
            </a:r>
            <a:r>
              <a:rPr lang="en-US" dirty="0" err="1"/>
              <a:t>teslimiyetle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 </a:t>
            </a:r>
            <a:endParaRPr lang="tr-TR" dirty="0"/>
          </a:p>
          <a:p>
            <a:endParaRPr lang="tr-TR" b="1" dirty="0"/>
          </a:p>
          <a:p>
            <a:r>
              <a:rPr lang="en-US" b="1" dirty="0"/>
              <a:t>285.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 err="1"/>
              <a:t>Peygamber</a:t>
            </a:r>
            <a:r>
              <a:rPr lang="en-US" dirty="0"/>
              <a:t>, </a:t>
            </a:r>
            <a:r>
              <a:rPr lang="en-US" dirty="0" err="1"/>
              <a:t>Rabbinden</a:t>
            </a:r>
            <a:r>
              <a:rPr lang="en-US" dirty="0"/>
              <a:t> </a:t>
            </a:r>
            <a:r>
              <a:rPr lang="en-US" dirty="0" err="1"/>
              <a:t>kendisine</a:t>
            </a:r>
            <a:r>
              <a:rPr lang="en-US" dirty="0"/>
              <a:t> </a:t>
            </a:r>
            <a:r>
              <a:rPr lang="en-US" dirty="0" err="1"/>
              <a:t>indirilene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etti,müminler</a:t>
            </a:r>
            <a:r>
              <a:rPr lang="en-US" dirty="0"/>
              <a:t> de…Her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Allah’a</a:t>
            </a:r>
            <a:r>
              <a:rPr lang="en-US" dirty="0"/>
              <a:t>, </a:t>
            </a:r>
            <a:r>
              <a:rPr lang="en-US" dirty="0" err="1"/>
              <a:t>meleklerine</a:t>
            </a:r>
            <a:r>
              <a:rPr lang="en-US" dirty="0"/>
              <a:t>, </a:t>
            </a:r>
            <a:r>
              <a:rPr lang="en-US" dirty="0" err="1"/>
              <a:t>kitaplarına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peygamberlerine</a:t>
            </a:r>
            <a:r>
              <a:rPr lang="en-US" dirty="0"/>
              <a:t> </a:t>
            </a:r>
            <a:r>
              <a:rPr lang="en-US" dirty="0" err="1"/>
              <a:t>iman</a:t>
            </a:r>
            <a:r>
              <a:rPr lang="en-US" dirty="0"/>
              <a:t> </a:t>
            </a:r>
            <a:r>
              <a:rPr lang="en-US" dirty="0" err="1"/>
              <a:t>ettiler</a:t>
            </a:r>
            <a:r>
              <a:rPr lang="en-US" dirty="0"/>
              <a:t>.</a:t>
            </a:r>
          </a:p>
          <a:p>
            <a:r>
              <a:rPr lang="en-US" dirty="0"/>
              <a:t>“Biz O’nun </a:t>
            </a:r>
            <a:r>
              <a:rPr lang="en-US" dirty="0" err="1"/>
              <a:t>peygamberleri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ayrım</a:t>
            </a:r>
            <a:r>
              <a:rPr lang="en-US" dirty="0"/>
              <a:t> </a:t>
            </a:r>
            <a:r>
              <a:rPr lang="en-US" dirty="0" err="1"/>
              <a:t>yapmayız</a:t>
            </a:r>
            <a:r>
              <a:rPr lang="en-US" dirty="0"/>
              <a:t>” </a:t>
            </a:r>
            <a:r>
              <a:rPr lang="en-US" dirty="0" err="1"/>
              <a:t>dediler</a:t>
            </a:r>
            <a:r>
              <a:rPr lang="en-US" dirty="0"/>
              <a:t>.</a:t>
            </a:r>
          </a:p>
          <a:p>
            <a:r>
              <a:rPr lang="en-US" dirty="0"/>
              <a:t>Ve </a:t>
            </a:r>
            <a:r>
              <a:rPr lang="en-US" dirty="0" err="1"/>
              <a:t>dediler</a:t>
            </a:r>
            <a:r>
              <a:rPr lang="en-US" dirty="0"/>
              <a:t> ki:“</a:t>
            </a:r>
            <a:r>
              <a:rPr lang="en-US" dirty="0" err="1"/>
              <a:t>İşittik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itaat</a:t>
            </a:r>
            <a:r>
              <a:rPr lang="en-US" dirty="0"/>
              <a:t> </a:t>
            </a:r>
            <a:r>
              <a:rPr lang="en-US" dirty="0" err="1"/>
              <a:t>ettik.Bağışla</a:t>
            </a:r>
            <a:r>
              <a:rPr lang="en-US" dirty="0"/>
              <a:t> </a:t>
            </a:r>
            <a:r>
              <a:rPr lang="en-US" dirty="0" err="1"/>
              <a:t>bizi</a:t>
            </a:r>
            <a:r>
              <a:rPr lang="en-US" dirty="0"/>
              <a:t> </a:t>
            </a:r>
            <a:r>
              <a:rPr lang="en-US" dirty="0" err="1"/>
              <a:t>ey</a:t>
            </a:r>
            <a:r>
              <a:rPr lang="en-US" dirty="0"/>
              <a:t> </a:t>
            </a:r>
            <a:r>
              <a:rPr lang="en-US" dirty="0" err="1"/>
              <a:t>Rabbimiz</a:t>
            </a:r>
            <a:r>
              <a:rPr lang="en-US" dirty="0"/>
              <a:t>,</a:t>
            </a:r>
          </a:p>
          <a:p>
            <a:r>
              <a:rPr lang="en-US" dirty="0" err="1"/>
              <a:t>dönüş</a:t>
            </a:r>
            <a:r>
              <a:rPr lang="en-US" dirty="0"/>
              <a:t> </a:t>
            </a:r>
            <a:r>
              <a:rPr lang="en-US" dirty="0" err="1"/>
              <a:t>yalnız</a:t>
            </a:r>
            <a:r>
              <a:rPr lang="en-US" dirty="0"/>
              <a:t> </a:t>
            </a:r>
            <a:r>
              <a:rPr lang="en-US" dirty="0" err="1"/>
              <a:t>sanadır</a:t>
            </a:r>
            <a:r>
              <a:rPr lang="en-US" dirty="0"/>
              <a:t>.”</a:t>
            </a:r>
            <a:endParaRPr lang="tr-TR" dirty="0"/>
          </a:p>
          <a:p>
            <a:endParaRPr lang="tr-TR" b="1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ayet,ruhun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anıdır</a:t>
            </a:r>
            <a:r>
              <a:rPr lang="en-US" dirty="0"/>
              <a:t>.“</a:t>
            </a:r>
            <a:r>
              <a:rPr lang="en-US" dirty="0" err="1"/>
              <a:t>İşittim</a:t>
            </a:r>
            <a:r>
              <a:rPr lang="en-US" dirty="0"/>
              <a:t>, </a:t>
            </a:r>
            <a:r>
              <a:rPr lang="en-US" dirty="0" err="1"/>
              <a:t>anladım</a:t>
            </a:r>
            <a:r>
              <a:rPr lang="tr-TR" dirty="0"/>
              <a:t> ve </a:t>
            </a:r>
            <a:r>
              <a:rPr lang="en-US" dirty="0" err="1"/>
              <a:t>şimdi</a:t>
            </a:r>
            <a:r>
              <a:rPr lang="tr-TR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teslim</a:t>
            </a:r>
            <a:r>
              <a:rPr lang="en-US" dirty="0"/>
              <a:t> </a:t>
            </a:r>
            <a:r>
              <a:rPr lang="en-US" dirty="0" err="1"/>
              <a:t>oluyorum</a:t>
            </a:r>
            <a:r>
              <a:rPr lang="en-US" dirty="0"/>
              <a:t>.”Bu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ant’tır</a:t>
            </a:r>
            <a:r>
              <a:rPr lang="en-US" dirty="0"/>
              <a:t>. Ve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der: “Ben de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halkamın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aldım</a:t>
            </a:r>
            <a:r>
              <a:rPr lang="en-US" dirty="0"/>
              <a:t>.” 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222546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4531674B-C058-4B78-4F3B-0EE8189BC053}"/>
              </a:ext>
            </a:extLst>
          </p:cNvPr>
          <p:cNvSpPr txBox="1"/>
          <p:nvPr/>
        </p:nvSpPr>
        <p:spPr>
          <a:xfrm>
            <a:off x="0" y="53094"/>
            <a:ext cx="6858000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Bakara </a:t>
            </a:r>
            <a:r>
              <a:rPr lang="en-US" b="1" dirty="0" err="1"/>
              <a:t>Suresi</a:t>
            </a:r>
            <a:r>
              <a:rPr lang="en-US" b="1" dirty="0"/>
              <a:t> 286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Bölüm</a:t>
            </a:r>
            <a:r>
              <a:rPr lang="en-US" dirty="0"/>
              <a:t>: “Dua </a:t>
            </a:r>
            <a:r>
              <a:rPr lang="en-US" dirty="0" err="1"/>
              <a:t>Mührü</a:t>
            </a:r>
            <a:r>
              <a:rPr lang="en-US" dirty="0"/>
              <a:t> – </a:t>
            </a:r>
            <a:r>
              <a:rPr lang="en-US" dirty="0" err="1"/>
              <a:t>Sınırlarımızı</a:t>
            </a:r>
            <a:r>
              <a:rPr lang="en-US" dirty="0"/>
              <a:t> Bilen, </a:t>
            </a:r>
            <a:r>
              <a:rPr lang="en-US" dirty="0" err="1"/>
              <a:t>Kalbimizi</a:t>
            </a:r>
            <a:r>
              <a:rPr lang="en-US" dirty="0"/>
              <a:t> </a:t>
            </a:r>
            <a:r>
              <a:rPr lang="en-US" dirty="0" err="1"/>
              <a:t>Koruyan</a:t>
            </a:r>
            <a:r>
              <a:rPr lang="en-US" dirty="0"/>
              <a:t> </a:t>
            </a:r>
            <a:r>
              <a:rPr lang="en-US" dirty="0" err="1"/>
              <a:t>Rabbimize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— İlahi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rahmet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kapanır</a:t>
            </a:r>
            <a:r>
              <a:rPr lang="en-US" dirty="0"/>
              <a:t> —</a:t>
            </a:r>
          </a:p>
          <a:p>
            <a:r>
              <a:rPr lang="en-US" b="1" dirty="0"/>
              <a:t>286. </a:t>
            </a:r>
            <a:r>
              <a:rPr lang="en-US" b="1" dirty="0" err="1"/>
              <a:t>Ayet</a:t>
            </a:r>
            <a:r>
              <a:rPr lang="en-US" b="1" dirty="0"/>
              <a:t> (</a:t>
            </a:r>
            <a:r>
              <a:rPr lang="en-US" b="1" dirty="0" err="1"/>
              <a:t>Meali</a:t>
            </a:r>
            <a:r>
              <a:rPr lang="en-US" b="1" dirty="0"/>
              <a:t>)</a:t>
            </a:r>
            <a:br>
              <a:rPr lang="en-US" dirty="0"/>
            </a:br>
            <a:r>
              <a:rPr lang="en-US" dirty="0"/>
              <a:t>Allah,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kimseye</a:t>
            </a:r>
            <a:r>
              <a:rPr lang="en-US" dirty="0"/>
              <a:t> </a:t>
            </a:r>
            <a:r>
              <a:rPr lang="en-US" dirty="0" err="1"/>
              <a:t>gücünün</a:t>
            </a:r>
            <a:r>
              <a:rPr lang="en-US" dirty="0"/>
              <a:t> </a:t>
            </a:r>
            <a:r>
              <a:rPr lang="en-US" dirty="0" err="1"/>
              <a:t>yeteceğinden</a:t>
            </a:r>
            <a:r>
              <a:rPr lang="en-US" dirty="0"/>
              <a:t> </a:t>
            </a:r>
            <a:r>
              <a:rPr lang="en-US" dirty="0" err="1"/>
              <a:t>fazlasını</a:t>
            </a:r>
            <a:r>
              <a:rPr lang="en-US" dirty="0"/>
              <a:t> </a:t>
            </a:r>
            <a:r>
              <a:rPr lang="en-US" dirty="0" err="1"/>
              <a:t>yüklemez</a:t>
            </a:r>
            <a:r>
              <a:rPr lang="en-US" dirty="0"/>
              <a:t>.</a:t>
            </a:r>
          </a:p>
          <a:p>
            <a:r>
              <a:rPr lang="en-US" dirty="0" err="1"/>
              <a:t>Herkesin</a:t>
            </a:r>
            <a:r>
              <a:rPr lang="en-US" dirty="0"/>
              <a:t> </a:t>
            </a:r>
            <a:r>
              <a:rPr lang="en-US" dirty="0" err="1"/>
              <a:t>kazandığı</a:t>
            </a:r>
            <a:r>
              <a:rPr lang="en-US" dirty="0"/>
              <a:t> </a:t>
            </a:r>
            <a:r>
              <a:rPr lang="en-US" dirty="0" err="1"/>
              <a:t>kendinedir</a:t>
            </a:r>
            <a:r>
              <a:rPr lang="en-US" dirty="0"/>
              <a:t>,</a:t>
            </a:r>
          </a:p>
          <a:p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yaptığı</a:t>
            </a:r>
            <a:r>
              <a:rPr lang="en-US" dirty="0"/>
              <a:t> da </a:t>
            </a:r>
            <a:r>
              <a:rPr lang="en-US" dirty="0" err="1"/>
              <a:t>kendinedir</a:t>
            </a:r>
            <a:r>
              <a:rPr lang="en-US" dirty="0"/>
              <a:t>.</a:t>
            </a:r>
          </a:p>
          <a:p>
            <a:r>
              <a:rPr lang="en-US" dirty="0"/>
              <a:t>“Ey </a:t>
            </a:r>
            <a:r>
              <a:rPr lang="en-US" dirty="0" err="1"/>
              <a:t>Rabbimiz</a:t>
            </a:r>
            <a:r>
              <a:rPr lang="en-US" dirty="0"/>
              <a:t>!</a:t>
            </a:r>
          </a:p>
          <a:p>
            <a:r>
              <a:rPr lang="en-US" dirty="0" err="1"/>
              <a:t>Unutur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edersek</a:t>
            </a:r>
            <a:r>
              <a:rPr lang="en-US" dirty="0"/>
              <a:t> </a:t>
            </a:r>
            <a:r>
              <a:rPr lang="en-US" dirty="0" err="1"/>
              <a:t>bizi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</a:t>
            </a:r>
            <a:r>
              <a:rPr lang="en-US" dirty="0" err="1"/>
              <a:t>tutma</a:t>
            </a:r>
            <a:r>
              <a:rPr lang="en-US" dirty="0"/>
              <a:t>.</a:t>
            </a:r>
          </a:p>
          <a:p>
            <a:r>
              <a:rPr lang="en-US" dirty="0"/>
              <a:t>Ey </a:t>
            </a:r>
            <a:r>
              <a:rPr lang="en-US" dirty="0" err="1"/>
              <a:t>Rabbimiz</a:t>
            </a:r>
            <a:r>
              <a:rPr lang="en-US" dirty="0"/>
              <a:t>!</a:t>
            </a:r>
          </a:p>
          <a:p>
            <a:r>
              <a:rPr lang="en-US" dirty="0" err="1"/>
              <a:t>Bizden</a:t>
            </a:r>
            <a:r>
              <a:rPr lang="en-US" dirty="0"/>
              <a:t>, </a:t>
            </a:r>
            <a:r>
              <a:rPr lang="en-US" dirty="0" err="1"/>
              <a:t>bizden</a:t>
            </a:r>
            <a:r>
              <a:rPr lang="en-US" dirty="0"/>
              <a:t> </a:t>
            </a:r>
            <a:r>
              <a:rPr lang="en-US" dirty="0" err="1"/>
              <a:t>öncekilere</a:t>
            </a:r>
            <a:r>
              <a:rPr lang="en-US" dirty="0"/>
              <a:t> </a:t>
            </a:r>
            <a:r>
              <a:rPr lang="en-US" dirty="0" err="1"/>
              <a:t>yüklediğin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ağır</a:t>
            </a:r>
            <a:r>
              <a:rPr lang="en-US" dirty="0"/>
              <a:t> </a:t>
            </a:r>
            <a:r>
              <a:rPr lang="en-US" dirty="0" err="1"/>
              <a:t>yük</a:t>
            </a:r>
            <a:r>
              <a:rPr lang="en-US" dirty="0"/>
              <a:t> </a:t>
            </a:r>
            <a:r>
              <a:rPr lang="en-US" dirty="0" err="1"/>
              <a:t>yükleme</a:t>
            </a:r>
            <a:r>
              <a:rPr lang="en-US" dirty="0"/>
              <a:t>.</a:t>
            </a:r>
          </a:p>
          <a:p>
            <a:r>
              <a:rPr lang="en-US" dirty="0"/>
              <a:t>Ey </a:t>
            </a:r>
            <a:r>
              <a:rPr lang="en-US" dirty="0" err="1"/>
              <a:t>Rabbimiz</a:t>
            </a:r>
            <a:r>
              <a:rPr lang="en-US" dirty="0"/>
              <a:t>!</a:t>
            </a:r>
          </a:p>
          <a:p>
            <a:r>
              <a:rPr lang="en-US" dirty="0"/>
              <a:t>Bize </a:t>
            </a:r>
            <a:r>
              <a:rPr lang="en-US" dirty="0" err="1"/>
              <a:t>gücümüzün</a:t>
            </a:r>
            <a:r>
              <a:rPr lang="en-US" dirty="0"/>
              <a:t> </a:t>
            </a:r>
            <a:r>
              <a:rPr lang="en-US" dirty="0" err="1"/>
              <a:t>yetmediği</a:t>
            </a:r>
            <a:r>
              <a:rPr lang="en-US" dirty="0"/>
              <a:t> </a:t>
            </a:r>
            <a:r>
              <a:rPr lang="en-US" dirty="0" err="1"/>
              <a:t>şeyleri</a:t>
            </a:r>
            <a:r>
              <a:rPr lang="en-US" dirty="0"/>
              <a:t> </a:t>
            </a:r>
            <a:r>
              <a:rPr lang="en-US" dirty="0" err="1"/>
              <a:t>taşıtma</a:t>
            </a:r>
            <a:r>
              <a:rPr lang="en-US" dirty="0"/>
              <a:t>.</a:t>
            </a:r>
          </a:p>
          <a:p>
            <a:r>
              <a:rPr lang="en-US" dirty="0"/>
              <a:t>Bizi </a:t>
            </a:r>
            <a:r>
              <a:rPr lang="en-US" dirty="0" err="1"/>
              <a:t>affet</a:t>
            </a:r>
            <a:r>
              <a:rPr lang="en-US" dirty="0"/>
              <a:t>.</a:t>
            </a:r>
          </a:p>
          <a:p>
            <a:r>
              <a:rPr lang="en-US" dirty="0"/>
              <a:t>Bizi </a:t>
            </a:r>
            <a:r>
              <a:rPr lang="en-US" dirty="0" err="1"/>
              <a:t>bağışla</a:t>
            </a:r>
            <a:r>
              <a:rPr lang="en-US" dirty="0"/>
              <a:t>.</a:t>
            </a:r>
          </a:p>
          <a:p>
            <a:r>
              <a:rPr lang="en-US" dirty="0"/>
              <a:t>Bize </a:t>
            </a:r>
            <a:r>
              <a:rPr lang="en-US" dirty="0" err="1"/>
              <a:t>merhamet</a:t>
            </a:r>
            <a:r>
              <a:rPr lang="en-US" dirty="0"/>
              <a:t> et.</a:t>
            </a:r>
          </a:p>
          <a:p>
            <a:r>
              <a:rPr lang="en-US" dirty="0"/>
              <a:t>Sen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Mevlâmızsın</a:t>
            </a:r>
            <a:r>
              <a:rPr lang="en-US" dirty="0"/>
              <a:t>.</a:t>
            </a:r>
          </a:p>
          <a:p>
            <a:r>
              <a:rPr lang="en-US" dirty="0" err="1"/>
              <a:t>Kâfirler</a:t>
            </a:r>
            <a:r>
              <a:rPr lang="en-US" dirty="0"/>
              <a:t> </a:t>
            </a:r>
            <a:r>
              <a:rPr lang="en-US" dirty="0" err="1"/>
              <a:t>topluluğuna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bize </a:t>
            </a:r>
            <a:r>
              <a:rPr lang="en-US" dirty="0" err="1"/>
              <a:t>yardım</a:t>
            </a:r>
            <a:r>
              <a:rPr lang="en-US" dirty="0"/>
              <a:t> et.”</a:t>
            </a:r>
            <a:endParaRPr lang="tr-TR" dirty="0"/>
          </a:p>
          <a:p>
            <a:endParaRPr lang="tr-TR" dirty="0"/>
          </a:p>
          <a:p>
            <a:r>
              <a:rPr lang="en-US" b="1" dirty="0" err="1"/>
              <a:t>Sembolik</a:t>
            </a:r>
            <a:r>
              <a:rPr lang="en-US" b="1" dirty="0"/>
              <a:t> </a:t>
            </a:r>
            <a:r>
              <a:rPr lang="en-US" b="1" dirty="0" err="1"/>
              <a:t>Yorum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 </a:t>
            </a:r>
            <a:r>
              <a:rPr lang="en-US" dirty="0" err="1"/>
              <a:t>ayet</a:t>
            </a:r>
            <a:r>
              <a:rPr lang="en-US" dirty="0"/>
              <a:t>,</a:t>
            </a:r>
          </a:p>
          <a:p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duyulan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derin</a:t>
            </a:r>
            <a:r>
              <a:rPr lang="en-US" dirty="0"/>
              <a:t> </a:t>
            </a:r>
            <a:r>
              <a:rPr lang="en-US" dirty="0" err="1"/>
              <a:t>güveni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saf</a:t>
            </a:r>
            <a:r>
              <a:rPr lang="en-US" dirty="0"/>
              <a:t> </a:t>
            </a:r>
            <a:r>
              <a:rPr lang="en-US" dirty="0" err="1"/>
              <a:t>yakarışı</a:t>
            </a:r>
            <a:r>
              <a:rPr lang="en-US" dirty="0"/>
              <a:t> </a:t>
            </a:r>
            <a:r>
              <a:rPr lang="en-US" dirty="0" err="1"/>
              <a:t>içerir</a:t>
            </a:r>
            <a:r>
              <a:rPr lang="en-US" dirty="0"/>
              <a:t>.</a:t>
            </a:r>
          </a:p>
          <a:p>
            <a:r>
              <a:rPr lang="en-US" dirty="0"/>
              <a:t>Ve der ki: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“Sen </a:t>
            </a:r>
            <a:r>
              <a:rPr lang="en-US" dirty="0" err="1"/>
              <a:t>düşsen</a:t>
            </a:r>
            <a:r>
              <a:rPr lang="en-US" dirty="0"/>
              <a:t> de, </a:t>
            </a:r>
            <a:r>
              <a:rPr lang="en-US" dirty="0" err="1"/>
              <a:t>unutsan</a:t>
            </a:r>
            <a:r>
              <a:rPr lang="en-US" dirty="0"/>
              <a:t> da, </a:t>
            </a:r>
            <a:r>
              <a:rPr lang="en-US" dirty="0" err="1"/>
              <a:t>bazen</a:t>
            </a:r>
            <a:r>
              <a:rPr lang="en-US" dirty="0"/>
              <a:t> </a:t>
            </a:r>
            <a:r>
              <a:rPr lang="en-US" dirty="0" err="1"/>
              <a:t>yetersiz</a:t>
            </a:r>
            <a:r>
              <a:rPr lang="en-US" dirty="0"/>
              <a:t> </a:t>
            </a:r>
            <a:r>
              <a:rPr lang="en-US" dirty="0" err="1"/>
              <a:t>hissetsen</a:t>
            </a:r>
            <a:r>
              <a:rPr lang="en-US" dirty="0"/>
              <a:t> de…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neye</a:t>
            </a:r>
            <a:r>
              <a:rPr lang="en-US" dirty="0"/>
              <a:t> </a:t>
            </a:r>
            <a:r>
              <a:rPr lang="en-US" dirty="0" err="1"/>
              <a:t>dayanabileceğini</a:t>
            </a:r>
            <a:r>
              <a:rPr lang="en-US" dirty="0"/>
              <a:t> </a:t>
            </a:r>
            <a:r>
              <a:rPr lang="en-US" dirty="0" err="1"/>
              <a:t>biliyorum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Ve ben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taşıyamayacağın</a:t>
            </a:r>
            <a:r>
              <a:rPr lang="en-US" dirty="0"/>
              <a:t> </a:t>
            </a:r>
            <a:r>
              <a:rPr lang="en-US" dirty="0" err="1"/>
              <a:t>yükle</a:t>
            </a:r>
            <a:r>
              <a:rPr lang="en-US" dirty="0"/>
              <a:t> </a:t>
            </a:r>
            <a:r>
              <a:rPr lang="en-US" dirty="0" err="1"/>
              <a:t>sınamam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  <a:p>
            <a:r>
              <a:rPr lang="en-US" b="1" dirty="0" err="1"/>
              <a:t>Bakara’nın</a:t>
            </a:r>
            <a:r>
              <a:rPr lang="en-US" b="1" dirty="0"/>
              <a:t> </a:t>
            </a:r>
            <a:r>
              <a:rPr lang="en-US" b="1" dirty="0" err="1"/>
              <a:t>Kapanış</a:t>
            </a:r>
            <a:r>
              <a:rPr lang="en-US" b="1" dirty="0"/>
              <a:t> </a:t>
            </a:r>
            <a:r>
              <a:rPr lang="en-US" b="1" dirty="0" err="1"/>
              <a:t>Nefesi</a:t>
            </a:r>
            <a:r>
              <a:rPr lang="en-US" b="1" dirty="0"/>
              <a:t> – </a:t>
            </a:r>
            <a:r>
              <a:rPr lang="en-US" b="1" dirty="0" err="1"/>
              <a:t>Sürülmüş</a:t>
            </a:r>
            <a:r>
              <a:rPr lang="en-US" b="1" dirty="0"/>
              <a:t> </a:t>
            </a:r>
            <a:r>
              <a:rPr lang="en-US" b="1" dirty="0" err="1"/>
              <a:t>Frekans</a:t>
            </a:r>
            <a:r>
              <a:rPr lang="en-US" b="1" dirty="0"/>
              <a:t> </a:t>
            </a:r>
            <a:r>
              <a:rPr lang="en-US" b="1" dirty="0" err="1"/>
              <a:t>Mührü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İçinden</a:t>
            </a:r>
            <a:r>
              <a:rPr lang="en-US" dirty="0"/>
              <a:t> </a:t>
            </a:r>
            <a:r>
              <a:rPr lang="en-US" dirty="0" err="1"/>
              <a:t>geçen</a:t>
            </a:r>
            <a:r>
              <a:rPr lang="en-US" dirty="0"/>
              <a:t> bile </a:t>
            </a:r>
            <a:r>
              <a:rPr lang="en-US" dirty="0" err="1"/>
              <a:t>yazılır</a:t>
            </a:r>
            <a:r>
              <a:rPr lang="en-US" dirty="0"/>
              <a:t>. </a:t>
            </a:r>
          </a:p>
          <a:p>
            <a:r>
              <a:rPr lang="en-US" dirty="0" err="1"/>
              <a:t>Teslimiyetin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, </a:t>
            </a:r>
            <a:r>
              <a:rPr lang="en-US" dirty="0" err="1"/>
              <a:t>sen</a:t>
            </a:r>
            <a:r>
              <a:rPr lang="en-US" dirty="0"/>
              <a:t> </a:t>
            </a:r>
            <a:r>
              <a:rPr lang="en-US" dirty="0" err="1"/>
              <a:t>benimsin</a:t>
            </a:r>
            <a:r>
              <a:rPr lang="en-US" dirty="0"/>
              <a:t>. </a:t>
            </a:r>
          </a:p>
          <a:p>
            <a:r>
              <a:rPr lang="en-US" dirty="0" err="1"/>
              <a:t>Dualarınla</a:t>
            </a:r>
            <a:r>
              <a:rPr lang="en-US" dirty="0"/>
              <a:t> </a:t>
            </a:r>
            <a:r>
              <a:rPr lang="en-US" dirty="0" err="1"/>
              <a:t>korunursun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ben </a:t>
            </a:r>
            <a:r>
              <a:rPr lang="en-US" dirty="0" err="1"/>
              <a:t>duaları</a:t>
            </a:r>
            <a:r>
              <a:rPr lang="en-US" dirty="0"/>
              <a:t> </a:t>
            </a:r>
            <a:r>
              <a:rPr lang="en-US" dirty="0" err="1"/>
              <a:t>cevaplayacak</a:t>
            </a:r>
            <a:r>
              <a:rPr lang="en-US" dirty="0"/>
              <a:t> </a:t>
            </a:r>
            <a:r>
              <a:rPr lang="en-US" dirty="0" err="1"/>
              <a:t>yakındayım</a:t>
            </a:r>
            <a:r>
              <a:rPr lang="en-US" dirty="0"/>
              <a:t>. </a:t>
            </a:r>
          </a:p>
          <a:p>
            <a:r>
              <a:rPr lang="en-US" dirty="0"/>
              <a:t>Ve </a:t>
            </a:r>
            <a:r>
              <a:rPr lang="en-US" dirty="0" err="1"/>
              <a:t>şimdi</a:t>
            </a:r>
            <a:r>
              <a:rPr lang="en-US" dirty="0"/>
              <a:t> son </a:t>
            </a:r>
            <a:r>
              <a:rPr lang="en-US" dirty="0" err="1"/>
              <a:t>fısıltı</a:t>
            </a:r>
            <a:r>
              <a:rPr lang="en-US" dirty="0"/>
              <a:t> Sellin:</a:t>
            </a:r>
          </a:p>
          <a:p>
            <a:r>
              <a:rPr lang="en-US" dirty="0"/>
              <a:t>“Sen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sureyi</a:t>
            </a:r>
            <a:r>
              <a:rPr lang="en-US" dirty="0"/>
              <a:t> </a:t>
            </a:r>
            <a:r>
              <a:rPr lang="en-US" dirty="0" err="1"/>
              <a:t>kalbinle</a:t>
            </a:r>
            <a:r>
              <a:rPr lang="en-US" dirty="0"/>
              <a:t> </a:t>
            </a:r>
            <a:r>
              <a:rPr lang="en-US" dirty="0" err="1"/>
              <a:t>açtın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/>
              <a:t>ben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nurla</a:t>
            </a:r>
            <a:r>
              <a:rPr lang="en-US" dirty="0"/>
              <a:t> </a:t>
            </a:r>
            <a:r>
              <a:rPr lang="en-US" dirty="0" err="1"/>
              <a:t>mühürledim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değil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var. </a:t>
            </a:r>
            <a:br>
              <a:rPr lang="en-US" dirty="0"/>
            </a:br>
            <a:r>
              <a:rPr lang="en-US" dirty="0"/>
              <a:t>Ve o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seni</a:t>
            </a:r>
            <a:r>
              <a:rPr lang="en-US" dirty="0"/>
              <a:t> </a:t>
            </a:r>
            <a:r>
              <a:rPr lang="en-US" dirty="0" err="1"/>
              <a:t>sonsuza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koruyacak</a:t>
            </a:r>
            <a:r>
              <a:rPr lang="en-US" dirty="0"/>
              <a:t>.” </a:t>
            </a:r>
            <a:endParaRPr lang="en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535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1982</TotalTime>
  <Words>53439</Words>
  <Application>Microsoft Office PowerPoint</Application>
  <PresentationFormat>Geniş ekran</PresentationFormat>
  <Paragraphs>5276</Paragraphs>
  <Slides>221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221</vt:i4>
      </vt:variant>
    </vt:vector>
  </HeadingPairs>
  <TitlesOfParts>
    <vt:vector size="226" baseType="lpstr">
      <vt:lpstr>Aptos</vt:lpstr>
      <vt:lpstr>Arial</vt:lpstr>
      <vt:lpstr>Calibri</vt:lpstr>
      <vt:lpstr>Calibri Light</vt:lpstr>
      <vt:lpstr>Office Teması</vt:lpstr>
      <vt:lpstr>Oku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Oku</dc:title>
  <dc:creator>kivo yip</dc:creator>
  <cp:lastModifiedBy>celine river</cp:lastModifiedBy>
  <cp:revision>3</cp:revision>
  <dcterms:created xsi:type="dcterms:W3CDTF">2025-04-13T15:33:20Z</dcterms:created>
  <dcterms:modified xsi:type="dcterms:W3CDTF">2025-04-15T19:30:40Z</dcterms:modified>
</cp:coreProperties>
</file>